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36.xml.rels" ContentType="application/vnd.openxmlformats-package.relationships+xml"/>
  <Override PartName="/ppt/slideMasters/_rels/slideMaster9.xml.rels" ContentType="application/vnd.openxmlformats-package.relationships+xml"/>
  <Override PartName="/ppt/slideMasters/_rels/slideMaster35.xml.rels" ContentType="application/vnd.openxmlformats-package.relationships+xml"/>
  <Override PartName="/ppt/slideMasters/_rels/slideMaster8.xml.rels" ContentType="application/vnd.openxmlformats-package.relationships+xml"/>
  <Override PartName="/ppt/slideMasters/_rels/slideMaster34.xml.rels" ContentType="application/vnd.openxmlformats-package.relationships+xml"/>
  <Override PartName="/ppt/slideMasters/_rels/slideMaster7.xml.rels" ContentType="application/vnd.openxmlformats-package.relationships+xml"/>
  <Override PartName="/ppt/slideMasters/_rels/slideMaster33.xml.rels" ContentType="application/vnd.openxmlformats-package.relationships+xml"/>
  <Override PartName="/ppt/slideMasters/_rels/slideMaster6.xml.rels" ContentType="application/vnd.openxmlformats-package.relationships+xml"/>
  <Override PartName="/ppt/slideMasters/_rels/slideMaster49.xml.rels" ContentType="application/vnd.openxmlformats-package.relationships+xml"/>
  <Override PartName="/ppt/slideMasters/_rels/slideMaster12.xml.rels" ContentType="application/vnd.openxmlformats-package.relationships+xml"/>
  <Override PartName="/ppt/slideMasters/_rels/slideMaster48.xml.rels" ContentType="application/vnd.openxmlformats-package.relationships+xml"/>
  <Override PartName="/ppt/slideMasters/_rels/slideMaster11.xml.rels" ContentType="application/vnd.openxmlformats-package.relationships+xml"/>
  <Override PartName="/ppt/slideMasters/_rels/slideMaster47.xml.rels" ContentType="application/vnd.openxmlformats-package.relationships+xml"/>
  <Override PartName="/ppt/slideMasters/_rels/slideMaster10.xml.rels" ContentType="application/vnd.openxmlformats-package.relationships+xml"/>
  <Override PartName="/ppt/slideMasters/_rels/slideMaster46.xml.rels" ContentType="application/vnd.openxmlformats-package.relationships+xml"/>
  <Override PartName="/ppt/slideMasters/_rels/slideMaster45.xml.rels" ContentType="application/vnd.openxmlformats-package.relationships+xml"/>
  <Override PartName="/ppt/slideMasters/_rels/slideMaster25.xml.rels" ContentType="application/vnd.openxmlformats-package.relationships+xml"/>
  <Override PartName="/ppt/slideMasters/_rels/slideMaster24.xml.rels" ContentType="application/vnd.openxmlformats-package.relationships+xml"/>
  <Override PartName="/ppt/slideMasters/_rels/slideMaster59.xml.rels" ContentType="application/vnd.openxmlformats-package.relationships+xml"/>
  <Override PartName="/ppt/slideMasters/_rels/slideMaster22.xml.rels" ContentType="application/vnd.openxmlformats-package.relationships+xml"/>
  <Override PartName="/ppt/slideMasters/_rels/slideMaster61.xml.rels" ContentType="application/vnd.openxmlformats-package.relationships+xml"/>
  <Override PartName="/ppt/slideMasters/_rels/slideMaster19.xml.rels" ContentType="application/vnd.openxmlformats-package.relationships+xml"/>
  <Override PartName="/ppt/slideMasters/_rels/slideMaster57.xml.rels" ContentType="application/vnd.openxmlformats-package.relationships+xml"/>
  <Override PartName="/ppt/slideMasters/_rels/slideMaster20.xml.rels" ContentType="application/vnd.openxmlformats-package.relationships+xml"/>
  <Override PartName="/ppt/slideMasters/_rels/slideMaster23.xml.rels" ContentType="application/vnd.openxmlformats-package.relationships+xml"/>
  <Override PartName="/ppt/slideMasters/_rels/slideMaster58.xml.rels" ContentType="application/vnd.openxmlformats-package.relationships+xml"/>
  <Override PartName="/ppt/slideMasters/_rels/slideMaster21.xml.rels" ContentType="application/vnd.openxmlformats-package.relationships+xml"/>
  <Override PartName="/ppt/slideMasters/_rels/slideMaster60.xml.rels" ContentType="application/vnd.openxmlformats-package.relationships+xml"/>
  <Override PartName="/ppt/slideMasters/_rels/slideMaster18.xml.rels" ContentType="application/vnd.openxmlformats-package.relationships+xml"/>
  <Override PartName="/ppt/slideMasters/_rels/slideMaster37.xml.rels" ContentType="application/vnd.openxmlformats-package.relationships+xml"/>
  <Override PartName="/ppt/slideMasters/_rels/slideMaster56.xml.rels" ContentType="application/vnd.openxmlformats-package.relationships+xml"/>
  <Override PartName="/ppt/slideMasters/_rels/slideMaster55.xml.rels" ContentType="application/vnd.openxmlformats-package.relationships+xml"/>
  <Override PartName="/ppt/slideMasters/_rels/slideMaster43.xml.rels" ContentType="application/vnd.openxmlformats-package.relationships+xml"/>
  <Override PartName="/ppt/slideMasters/_rels/slideMaster17.xml.rels" ContentType="application/vnd.openxmlformats-package.relationships+xml"/>
  <Override PartName="/ppt/slideMasters/_rels/slideMaster54.xml.rels" ContentType="application/vnd.openxmlformats-package.relationships+xml"/>
  <Override PartName="/ppt/slideMasters/_rels/slideMaster42.xml.rels" ContentType="application/vnd.openxmlformats-package.relationships+xml"/>
  <Override PartName="/ppt/slideMasters/_rels/slideMaster16.xml.rels" ContentType="application/vnd.openxmlformats-package.relationships+xml"/>
  <Override PartName="/ppt/slideMasters/_rels/slideMaster53.xml.rels" ContentType="application/vnd.openxmlformats-package.relationships+xml"/>
  <Override PartName="/ppt/slideMasters/_rels/slideMaster52.xml.rels" ContentType="application/vnd.openxmlformats-package.relationships+xml"/>
  <Override PartName="/ppt/slideMasters/_rels/slideMaster51.xml.rels" ContentType="application/vnd.openxmlformats-package.relationships+xml"/>
  <Override PartName="/ppt/slideMasters/_rels/slideMaster50.xml.rels" ContentType="application/vnd.openxmlformats-package.relationships+xml"/>
  <Override PartName="/ppt/slideMasters/_rels/slideMaster41.xml.rels" ContentType="application/vnd.openxmlformats-package.relationships+xml"/>
  <Override PartName="/ppt/slideMasters/_rels/slideMaster39.xml.rels" ContentType="application/vnd.openxmlformats-package.relationships+xml"/>
  <Override PartName="/ppt/slideMasters/_rels/slideMaster40.xml.rels" ContentType="application/vnd.openxmlformats-package.relationships+xml"/>
  <Override PartName="/ppt/slideMasters/_rels/slideMaster38.xml.rels" ContentType="application/vnd.openxmlformats-package.relationships+xml"/>
  <Override PartName="/ppt/slideMasters/_rels/slideMaster62.xml.rels" ContentType="application/vnd.openxmlformats-package.relationships+xml"/>
  <Override PartName="/ppt/slideMasters/_rels/slideMaster75.xml.rels" ContentType="application/vnd.openxmlformats-package.relationships+xml"/>
  <Override PartName="/ppt/slideMasters/_rels/slideMaster63.xml.rels" ContentType="application/vnd.openxmlformats-package.relationships+xml"/>
  <Override PartName="/ppt/slideMasters/_rels/slideMaster74.xml.rels" ContentType="application/vnd.openxmlformats-package.relationships+xml"/>
  <Override PartName="/ppt/slideMasters/_rels/slideMaster2.xml.rels" ContentType="application/vnd.openxmlformats-package.relationships+xml"/>
  <Override PartName="/ppt/slideMasters/_rels/slideMaster73.xml.rels" ContentType="application/vnd.openxmlformats-package.relationships+xml"/>
  <Override PartName="/ppt/slideMasters/_rels/slideMaster1.xml.rels" ContentType="application/vnd.openxmlformats-package.relationships+xml"/>
  <Override PartName="/ppt/slideMasters/_rels/slideMaster72.xml.rels" ContentType="application/vnd.openxmlformats-package.relationships+xml"/>
  <Override PartName="/ppt/slideMasters/_rels/slideMaster71.xml.rels" ContentType="application/vnd.openxmlformats-package.relationships+xml"/>
  <Override PartName="/ppt/slideMasters/_rels/slideMaster29.xml.rels" ContentType="application/vnd.openxmlformats-package.relationships+xml"/>
  <Override PartName="/ppt/slideMasters/_rels/slideMaster69.xml.rels" ContentType="application/vnd.openxmlformats-package.relationships+xml"/>
  <Override PartName="/ppt/slideMasters/_rels/slideMaster5.xml.rels" ContentType="application/vnd.openxmlformats-package.relationships+xml"/>
  <Override PartName="/ppt/slideMasters/_rels/slideMaster32.xml.rels" ContentType="application/vnd.openxmlformats-package.relationships+xml"/>
  <Override PartName="/ppt/slideMasters/_rels/slideMaster70.xml.rels" ContentType="application/vnd.openxmlformats-package.relationships+xml"/>
  <Override PartName="/ppt/slideMasters/_rels/slideMaster28.xml.rels" ContentType="application/vnd.openxmlformats-package.relationships+xml"/>
  <Override PartName="/ppt/slideMasters/_rels/slideMaster68.xml.rels" ContentType="application/vnd.openxmlformats-package.relationships+xml"/>
  <Override PartName="/ppt/slideMasters/_rels/slideMaster31.xml.rels" ContentType="application/vnd.openxmlformats-package.relationships+xml"/>
  <Override PartName="/ppt/slideMasters/_rels/slideMaster4.xml.rels" ContentType="application/vnd.openxmlformats-package.relationships+xml"/>
  <Override PartName="/ppt/slideMasters/_rels/slideMaster67.xml.rels" ContentType="application/vnd.openxmlformats-package.relationships+xml"/>
  <Override PartName="/ppt/slideMasters/_rels/slideMaster3.xml.rels" ContentType="application/vnd.openxmlformats-package.relationships+xml"/>
  <Override PartName="/ppt/slideMasters/_rels/slideMaster30.xml.rels" ContentType="application/vnd.openxmlformats-package.relationships+xml"/>
  <Override PartName="/ppt/slideMasters/_rels/slideMaster66.xml.rels" ContentType="application/vnd.openxmlformats-package.relationships+xml"/>
  <Override PartName="/ppt/slideMasters/_rels/slideMaster65.xml.rels" ContentType="application/vnd.openxmlformats-package.relationships+xml"/>
  <Override PartName="/ppt/slideMasters/_rels/slideMaster64.xml.rels" ContentType="application/vnd.openxmlformats-package.relationships+xml"/>
  <Override PartName="/ppt/slideMasters/_rels/slideMaster15.xml.rels" ContentType="application/vnd.openxmlformats-package.relationships+xml"/>
  <Override PartName="/ppt/slideMasters/_rels/slideMaster44.xml.rels" ContentType="application/vnd.openxmlformats-package.relationships+xml"/>
  <Override PartName="/ppt/slideMasters/_rels/slideMaster14.xml.rels" ContentType="application/vnd.openxmlformats-package.relationships+xml"/>
  <Override PartName="/ppt/slideMasters/_rels/slideMaster26.xml.rels" ContentType="application/vnd.openxmlformats-package.relationships+xml"/>
  <Override PartName="/ppt/slideMasters/_rels/slideMaster13.xml.rels" ContentType="application/vnd.openxmlformats-package.relationships+xml"/>
  <Override PartName="/ppt/slideMasters/_rels/slideMaster27.xml.rels" ContentType="application/vnd.openxmlformats-package.relationships+xml"/>
  <Override PartName="/ppt/slideMasters/slideMaster56.xml" ContentType="application/vnd.openxmlformats-officedocument.presentationml.slideMaster+xml"/>
  <Override PartName="/ppt/slideMasters/slideMaster55.xml" ContentType="application/vnd.openxmlformats-officedocument.presentationml.slideMaster+xml"/>
  <Override PartName="/ppt/slideMasters/slideMaster54.xml" ContentType="application/vnd.openxmlformats-officedocument.presentationml.slideMaster+xml"/>
  <Override PartName="/ppt/slideMasters/slideMaster53.xml" ContentType="application/vnd.openxmlformats-officedocument.presentationml.slideMaster+xml"/>
  <Override PartName="/ppt/slideMasters/slideMaster52.xml" ContentType="application/vnd.openxmlformats-officedocument.presentationml.slideMaster+xml"/>
  <Override PartName="/ppt/slideMasters/slideMaster51.xml" ContentType="application/vnd.openxmlformats-officedocument.presentationml.slideMaster+xml"/>
  <Override PartName="/ppt/slideMasters/slideMaster50.xml" ContentType="application/vnd.openxmlformats-officedocument.presentationml.slideMaster+xml"/>
  <Override PartName="/ppt/slideMasters/slideMaster43.xml" ContentType="application/vnd.openxmlformats-officedocument.presentationml.slideMaster+xml"/>
  <Override PartName="/ppt/slideMasters/slideMaster42.xml" ContentType="application/vnd.openxmlformats-officedocument.presentationml.slideMaster+xml"/>
  <Override PartName="/ppt/slideMasters/slideMaster41.xml" ContentType="application/vnd.openxmlformats-officedocument.presentationml.slideMaster+xml"/>
  <Override PartName="/ppt/slideMasters/slideMaster40.xml" ContentType="application/vnd.openxmlformats-officedocument.presentationml.slideMaster+xml"/>
  <Override PartName="/ppt/slideMasters/slideMaster39.xml" ContentType="application/vnd.openxmlformats-officedocument.presentationml.slideMaster+xml"/>
  <Override PartName="/ppt/slideMasters/slideMaster5.xml" ContentType="application/vnd.openxmlformats-officedocument.presentationml.slideMaster+xml"/>
  <Override PartName="/ppt/slideMasters/slideMaster38.xml" ContentType="application/vnd.openxmlformats-officedocument.presentationml.slideMaster+xml"/>
  <Override PartName="/ppt/slideMasters/slideMaster4.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60.xml" ContentType="application/vnd.openxmlformats-officedocument.presentationml.slideMaster+xml"/>
  <Override PartName="/ppt/slideMasters/slideMaster20.xml" ContentType="application/vnd.openxmlformats-officedocument.presentationml.slideMaster+xml"/>
  <Override PartName="/ppt/slideMasters/slideMaster57.xml" ContentType="application/vnd.openxmlformats-officedocument.presentationml.slideMaster+xml"/>
  <Override PartName="/ppt/slideMasters/slideMaster19.xml" ContentType="application/vnd.openxmlformats-officedocument.presentationml.slideMaster+xml"/>
  <Override PartName="/ppt/slideMasters/slideMaster61.xml" ContentType="application/vnd.openxmlformats-officedocument.presentationml.slideMaster+xml"/>
  <Override PartName="/ppt/slideMasters/slideMaster21.xml" ContentType="application/vnd.openxmlformats-officedocument.presentationml.slideMaster+xml"/>
  <Override PartName="/ppt/slideMasters/slideMaster58.xml" ContentType="application/vnd.openxmlformats-officedocument.presentationml.slideMaster+xml"/>
  <Override PartName="/ppt/slideMasters/slideMaster22.xml" ContentType="application/vnd.openxmlformats-officedocument.presentationml.slideMaster+xml"/>
  <Override PartName="/ppt/slideMasters/slideMaster59.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62.xml" ContentType="application/vnd.openxmlformats-officedocument.presentationml.slideMaster+xml"/>
  <Override PartName="/ppt/slideMasters/slideMaster75.xml" ContentType="application/vnd.openxmlformats-officedocument.presentationml.slideMaster+xml"/>
  <Override PartName="/ppt/slideMasters/slideMaster63.xml" ContentType="application/vnd.openxmlformats-officedocument.presentationml.slideMaster+xml"/>
  <Override PartName="/ppt/slideMasters/slideMaster74.xml" ContentType="application/vnd.openxmlformats-officedocument.presentationml.slideMaster+xml"/>
  <Override PartName="/ppt/slideMasters/slideMaster73.xml" ContentType="application/vnd.openxmlformats-officedocument.presentationml.slideMaster+xml"/>
  <Override PartName="/ppt/slideMasters/slideMaster72.xml" ContentType="application/vnd.openxmlformats-officedocument.presentationml.slideMaster+xml"/>
  <Override PartName="/ppt/slideMasters/slideMaster71.xml" ContentType="application/vnd.openxmlformats-officedocument.presentationml.slideMaster+xml"/>
  <Override PartName="/ppt/slideMasters/slideMaster29.xml" ContentType="application/vnd.openxmlformats-officedocument.presentationml.slideMaster+xml"/>
  <Override PartName="/ppt/slideMasters/slideMaster69.xml" ContentType="application/vnd.openxmlformats-officedocument.presentationml.slideMaster+xml"/>
  <Override PartName="/ppt/slideMasters/slideMaster32.xml" ContentType="application/vnd.openxmlformats-officedocument.presentationml.slideMaster+xml"/>
  <Override PartName="/ppt/slideMasters/slideMaster70.xml" ContentType="application/vnd.openxmlformats-officedocument.presentationml.slideMaster+xml"/>
  <Override PartName="/ppt/slideMasters/slideMaster28.xml" ContentType="application/vnd.openxmlformats-officedocument.presentationml.slideMaster+xml"/>
  <Override PartName="/ppt/slideMasters/slideMaster68.xml" ContentType="application/vnd.openxmlformats-officedocument.presentationml.slideMaster+xml"/>
  <Override PartName="/ppt/slideMasters/slideMaster31.xml" ContentType="application/vnd.openxmlformats-officedocument.presentationml.slideMaster+xml"/>
  <Override PartName="/ppt/slideMasters/slideMaster67.xml" ContentType="application/vnd.openxmlformats-officedocument.presentationml.slideMaster+xml"/>
  <Override PartName="/ppt/slideMasters/slideMaster30.xml" ContentType="application/vnd.openxmlformats-officedocument.presentationml.slideMaster+xml"/>
  <Override PartName="/ppt/slideMasters/slideMaster66.xml" ContentType="application/vnd.openxmlformats-officedocument.presentationml.slideMaster+xml"/>
  <Override PartName="/ppt/slideMasters/slideMaster65.xml" ContentType="application/vnd.openxmlformats-officedocument.presentationml.slideMaster+xml"/>
  <Override PartName="/ppt/slideMasters/slideMaster64.xml" ContentType="application/vnd.openxmlformats-officedocument.presentationml.slideMaster+xml"/>
  <Override PartName="/ppt/slideMasters/slideMaster15.xml" ContentType="application/vnd.openxmlformats-officedocument.presentationml.slideMaster+xml"/>
  <Override PartName="/ppt/slideMasters/slideMaster9.xml" ContentType="application/vnd.openxmlformats-officedocument.presentationml.slideMaster+xml"/>
  <Override PartName="/ppt/slideMasters/slideMaster14.xml" ContentType="application/vnd.openxmlformats-officedocument.presentationml.slideMaster+xml"/>
  <Override PartName="/ppt/slideMasters/slideMaster8.xml" ContentType="application/vnd.openxmlformats-officedocument.presentationml.slideMaster+xml"/>
  <Override PartName="/ppt/slideMasters/slideMaster26.xml" ContentType="application/vnd.openxmlformats-officedocument.presentationml.slideMaster+xml"/>
  <Override PartName="/ppt/slideMasters/slideMaster44.xml" ContentType="application/vnd.openxmlformats-officedocument.presentationml.slideMaster+xml"/>
  <Override PartName="/ppt/slideMasters/slideMaster13.xml" ContentType="application/vnd.openxmlformats-officedocument.presentationml.slideMaster+xml"/>
  <Override PartName="/ppt/slideMasters/slideMaster7.xml" ContentType="application/vnd.openxmlformats-officedocument.presentationml.slideMaster+xml"/>
  <Override PartName="/ppt/slideMasters/slideMaster27.xml" ContentType="application/vnd.openxmlformats-officedocument.presentationml.slideMaster+xml"/>
  <Override PartName="/ppt/slideMasters/slideMaster45.xml" ContentType="application/vnd.openxmlformats-officedocument.presentationml.slideMaster+xml"/>
  <Override PartName="/ppt/slideMasters/slideMaster46.xml" ContentType="application/vnd.openxmlformats-officedocument.presentationml.slideMaster+xml"/>
  <Override PartName="/ppt/slideMasters/slideMaster37.xml" ContentType="application/vnd.openxmlformats-officedocument.presentationml.slideMaster+xml"/>
  <Override PartName="/ppt/slideMasters/slideMaster3.xml" ContentType="application/vnd.openxmlformats-officedocument.presentationml.slideMaster+xml"/>
  <Override PartName="/ppt/slideMasters/slideMaster10.xml" ContentType="application/vnd.openxmlformats-officedocument.presentationml.slideMaster+xml"/>
  <Override PartName="/ppt/slideMasters/slideMaster47.xml" ContentType="application/vnd.openxmlformats-officedocument.presentationml.slideMaster+xml"/>
  <Override PartName="/ppt/slideMasters/slideMaster11.xml" ContentType="application/vnd.openxmlformats-officedocument.presentationml.slideMaster+xml"/>
  <Override PartName="/ppt/slideMasters/slideMaster48.xml" ContentType="application/vnd.openxmlformats-officedocument.presentationml.slideMaster+xml"/>
  <Override PartName="/ppt/slideMasters/slideMaster6.xml" ContentType="application/vnd.openxmlformats-officedocument.presentationml.slideMaster+xml"/>
  <Override PartName="/ppt/slideMasters/slideMaster12.xml" ContentType="application/vnd.openxmlformats-officedocument.presentationml.slideMaster+xml"/>
  <Override PartName="/ppt/slideMasters/slideMaster49.xml" ContentType="application/vnd.openxmlformats-officedocument.presentationml.slideMaster+xml"/>
  <Override PartName="/ppt/slideMasters/slideMaster33.xml" ContentType="application/vnd.openxmlformats-officedocument.presentationml.slideMaster+xml"/>
  <Override PartName="/ppt/slideMasters/slideMaster34.xml" ContentType="application/vnd.openxmlformats-officedocument.presentationml.slideMaster+xml"/>
  <Override PartName="/ppt/slideMasters/slideMaster1.xml" ContentType="application/vnd.openxmlformats-officedocument.presentationml.slideMaster+xml"/>
  <Override PartName="/ppt/slideMasters/slideMaster35.xml" ContentType="application/vnd.openxmlformats-officedocument.presentationml.slideMaster+xml"/>
  <Override PartName="/ppt/slideMasters/slideMaster2.xml" ContentType="application/vnd.openxmlformats-officedocument.presentationml.slideMaster+xml"/>
  <Override PartName="/ppt/slideMasters/slideMaster36.xml" ContentType="application/vnd.openxmlformats-officedocument.presentationml.slideMaster+xml"/>
  <Override PartName="/ppt/presProps.xml" ContentType="application/vnd.openxmlformats-officedocument.presentationml.presProps+xml"/>
  <Override PartName="/ppt/theme/theme56.xml" ContentType="application/vnd.openxmlformats-officedocument.theme+xml"/>
  <Override PartName="/ppt/theme/theme55.xml" ContentType="application/vnd.openxmlformats-officedocument.theme+xml"/>
  <Override PartName="/ppt/theme/theme54.xml" ContentType="application/vnd.openxmlformats-officedocument.theme+xml"/>
  <Override PartName="/ppt/theme/theme53.xml" ContentType="application/vnd.openxmlformats-officedocument.theme+xml"/>
  <Override PartName="/ppt/theme/theme52.xml" ContentType="application/vnd.openxmlformats-officedocument.theme+xml"/>
  <Override PartName="/ppt/theme/theme51.xml" ContentType="application/vnd.openxmlformats-officedocument.theme+xml"/>
  <Override PartName="/ppt/theme/theme50.xml" ContentType="application/vnd.openxmlformats-officedocument.theme+xml"/>
  <Override PartName="/ppt/theme/theme46.xml" ContentType="application/vnd.openxmlformats-officedocument.theme+xml"/>
  <Override PartName="/ppt/theme/theme45.xml" ContentType="application/vnd.openxmlformats-officedocument.theme+xml"/>
  <Override PartName="/ppt/theme/theme44.xml" ContentType="application/vnd.openxmlformats-officedocument.theme+xml"/>
  <Override PartName="/ppt/theme/theme43.xml" ContentType="application/vnd.openxmlformats-officedocument.theme+xml"/>
  <Override PartName="/ppt/theme/theme42.xml" ContentType="application/vnd.openxmlformats-officedocument.theme+xml"/>
  <Override PartName="/ppt/theme/theme41.xml" ContentType="application/vnd.openxmlformats-officedocument.theme+xml"/>
  <Override PartName="/ppt/theme/theme40.xml" ContentType="application/vnd.openxmlformats-officedocument.theme+xml"/>
  <Override PartName="/ppt/theme/theme39.xml" ContentType="application/vnd.openxmlformats-officedocument.theme+xml"/>
  <Override PartName="/ppt/theme/theme38.xml" ContentType="application/vnd.openxmlformats-officedocument.theme+xml"/>
  <Override PartName="/ppt/theme/theme37.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60.xml" ContentType="application/vnd.openxmlformats-officedocument.theme+xml"/>
  <Override PartName="/ppt/theme/theme20.xml" ContentType="application/vnd.openxmlformats-officedocument.theme+xml"/>
  <Override PartName="/ppt/theme/theme57.xml" ContentType="application/vnd.openxmlformats-officedocument.theme+xml"/>
  <Override PartName="/ppt/theme/theme19.xml" ContentType="application/vnd.openxmlformats-officedocument.theme+xml"/>
  <Override PartName="/ppt/theme/theme61.xml" ContentType="application/vnd.openxmlformats-officedocument.theme+xml"/>
  <Override PartName="/ppt/theme/theme21.xml" ContentType="application/vnd.openxmlformats-officedocument.theme+xml"/>
  <Override PartName="/ppt/theme/theme58.xml" ContentType="application/vnd.openxmlformats-officedocument.theme+xml"/>
  <Override PartName="/ppt/theme/theme22.xml" ContentType="application/vnd.openxmlformats-officedocument.theme+xml"/>
  <Override PartName="/ppt/theme/theme59.xml" ContentType="application/vnd.openxmlformats-officedocument.theme+xml"/>
  <Override PartName="/ppt/theme/theme23.xml" ContentType="application/vnd.openxmlformats-officedocument.theme+xml"/>
  <Override PartName="/ppt/theme/theme24.xml" ContentType="application/vnd.openxmlformats-officedocument.theme+xml"/>
  <Override PartName="/ppt/theme/theme25.xml" ContentType="application/vnd.openxmlformats-officedocument.theme+xml"/>
  <Override PartName="/ppt/theme/theme62.xml" ContentType="application/vnd.openxmlformats-officedocument.theme+xml"/>
  <Override PartName="/ppt/theme/theme63.xml" ContentType="application/vnd.openxmlformats-officedocument.theme+xml"/>
  <Override PartName="/ppt/theme/theme76.xml" ContentType="application/vnd.openxmlformats-officedocument.theme+xml"/>
  <Override PartName="/ppt/theme/theme64.xml" ContentType="application/vnd.openxmlformats-officedocument.theme+xml"/>
  <Override PartName="/ppt/theme/theme75.xml" ContentType="application/vnd.openxmlformats-officedocument.theme+xml"/>
  <Override PartName="/ppt/theme/theme74.xml" ContentType="application/vnd.openxmlformats-officedocument.theme+xml"/>
  <Override PartName="/ppt/theme/theme73.xml" ContentType="application/vnd.openxmlformats-officedocument.theme+xml"/>
  <Override PartName="/ppt/theme/theme72.xml" ContentType="application/vnd.openxmlformats-officedocument.theme+xml"/>
  <Override PartName="/ppt/theme/theme71.xml" ContentType="application/vnd.openxmlformats-officedocument.theme+xml"/>
  <Override PartName="/ppt/theme/theme69.xml" ContentType="application/vnd.openxmlformats-officedocument.theme+xml"/>
  <Override PartName="/ppt/theme/theme5.xml" ContentType="application/vnd.openxmlformats-officedocument.theme+xml"/>
  <Override PartName="/ppt/theme/theme32.xml" ContentType="application/vnd.openxmlformats-officedocument.theme+xml"/>
  <Override PartName="/ppt/theme/theme70.xml" ContentType="application/vnd.openxmlformats-officedocument.theme+xml"/>
  <Override PartName="/ppt/theme/theme68.xml" ContentType="application/vnd.openxmlformats-officedocument.theme+xml"/>
  <Override PartName="/ppt/theme/theme29.xml" ContentType="application/vnd.openxmlformats-officedocument.theme+xml"/>
  <Override PartName="/ppt/theme/theme4.xml" ContentType="application/vnd.openxmlformats-officedocument.theme+xml"/>
  <Override PartName="/ppt/theme/theme31.xml" ContentType="application/vnd.openxmlformats-officedocument.theme+xml"/>
  <Override PartName="/ppt/theme/theme67.xml" ContentType="application/vnd.openxmlformats-officedocument.theme+xml"/>
  <Override PartName="/ppt/theme/theme28.xml" ContentType="application/vnd.openxmlformats-officedocument.theme+xml"/>
  <Override PartName="/ppt/theme/theme3.xml" ContentType="application/vnd.openxmlformats-officedocument.theme+xml"/>
  <Override PartName="/ppt/theme/theme30.xml" ContentType="application/vnd.openxmlformats-officedocument.theme+xml"/>
  <Override PartName="/ppt/theme/theme66.xml" ContentType="application/vnd.openxmlformats-officedocument.theme+xml"/>
  <Override PartName="/ppt/theme/theme65.xml" ContentType="application/vnd.openxmlformats-officedocument.theme+xml"/>
  <Override PartName="/ppt/theme/theme16.xml" ContentType="application/vnd.openxmlformats-officedocument.theme+xml"/>
  <Override PartName="/ppt/theme/theme15.xml" ContentType="application/vnd.openxmlformats-officedocument.theme+xml"/>
  <Override PartName="/ppt/theme/theme14.xml" ContentType="application/vnd.openxmlformats-officedocument.theme+xml"/>
  <Override PartName="/ppt/theme/theme1.xml" ContentType="application/vnd.openxmlformats-officedocument.theme+xml"/>
  <Override PartName="/ppt/theme/theme26.xml" ContentType="application/vnd.openxmlformats-officedocument.theme+xml"/>
  <Override PartName="/ppt/theme/theme11.xml" ContentType="application/vnd.openxmlformats-officedocument.theme+xml"/>
  <Override PartName="/ppt/theme/theme48.xml" ContentType="application/vnd.openxmlformats-officedocument.theme+xml"/>
  <Override PartName="/ppt/theme/theme2.xml" ContentType="application/vnd.openxmlformats-officedocument.theme+xml"/>
  <Override PartName="/ppt/theme/theme27.xml" ContentType="application/vnd.openxmlformats-officedocument.theme+xml"/>
  <Override PartName="/ppt/theme/theme12.xml" ContentType="application/vnd.openxmlformats-officedocument.theme+xml"/>
  <Override PartName="/ppt/theme/theme49.xml" ContentType="application/vnd.openxmlformats-officedocument.theme+xml"/>
  <Override PartName="/ppt/theme/theme13.xml" ContentType="application/vnd.openxmlformats-officedocument.theme+xml"/>
  <Override PartName="/ppt/theme/theme6.xml" ContentType="application/vnd.openxmlformats-officedocument.theme+xml"/>
  <Override PartName="/ppt/theme/theme33.xml" ContentType="application/vnd.openxmlformats-officedocument.theme+xml"/>
  <Override PartName="/ppt/theme/theme7.xml" ContentType="application/vnd.openxmlformats-officedocument.theme+xml"/>
  <Override PartName="/ppt/theme/theme34.xml" ContentType="application/vnd.openxmlformats-officedocument.theme+xml"/>
  <Override PartName="/ppt/theme/theme8.xml" ContentType="application/vnd.openxmlformats-officedocument.theme+xml"/>
  <Override PartName="/ppt/theme/theme35.xml" ContentType="application/vnd.openxmlformats-officedocument.theme+xml"/>
  <Override PartName="/ppt/theme/theme9.xml" ContentType="application/vnd.openxmlformats-officedocument.theme+xml"/>
  <Override PartName="/ppt/theme/theme36.xml" ContentType="application/vnd.openxmlformats-officedocument.theme+xml"/>
  <Override PartName="/ppt/theme/theme10.xml" ContentType="application/vnd.openxmlformats-officedocument.theme+xml"/>
  <Override PartName="/ppt/theme/theme47.xml" ContentType="application/vnd.openxmlformats-officedocument.theme+xml"/>
  <Override PartName="/ppt/_rels/presentation.xml.rels" ContentType="application/vnd.openxmlformats-package.relationships+xml"/>
  <Override PartName="/ppt/media/image13.png" ContentType="image/png"/>
  <Override PartName="/ppt/media/image4.png" ContentType="image/png"/>
  <Override PartName="/ppt/media/image8.png" ContentType="image/png"/>
  <Override PartName="/ppt/media/image17.png" ContentType="image/png"/>
  <Override PartName="/ppt/media/image12.jpeg" ContentType="image/jpeg"/>
  <Override PartName="/ppt/media/image9.jpeg" ContentType="image/jpeg"/>
  <Override PartName="/ppt/media/image11.png" ContentType="image/png"/>
  <Override PartName="/ppt/media/image2.png" ContentType="image/png"/>
  <Override PartName="/ppt/media/image7.jpeg" ContentType="image/jpeg"/>
  <Override PartName="/ppt/media/image18.png" ContentType="image/png"/>
  <Override PartName="/ppt/media/image20.png" ContentType="image/png"/>
  <Override PartName="/ppt/media/image25.png" ContentType="image/png"/>
  <Override PartName="/ppt/media/image24.png" ContentType="image/png"/>
  <Override PartName="/ppt/media/image23.png" ContentType="image/png"/>
  <Override PartName="/ppt/media/image22.png" ContentType="image/png"/>
  <Override PartName="/ppt/media/image1.jpeg" ContentType="image/jpeg"/>
  <Override PartName="/ppt/media/image10.png" ContentType="image/png"/>
  <Override PartName="/ppt/media/image21.png" ContentType="image/png"/>
  <Override PartName="/ppt/media/image19.png" ContentType="image/png"/>
  <Override PartName="/ppt/media/image16.png" ContentType="image/png"/>
  <Override PartName="/ppt/media/image6.png" ContentType="image/png"/>
  <Override PartName="/ppt/media/image15.png" ContentType="image/png"/>
  <Override PartName="/ppt/media/image3.png" ContentType="image/png"/>
  <Override PartName="/ppt/media/image5.png" ContentType="image/png"/>
  <Override PartName="/ppt/media/image14.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slideLayouts/slideLayout56.xml" ContentType="application/vnd.openxmlformats-officedocument.presentationml.slideLayout+xml"/>
  <Override PartName="/ppt/slideLayouts/slideLayout55.xml" ContentType="application/vnd.openxmlformats-officedocument.presentationml.slideLayout+xml"/>
  <Override PartName="/ppt/slideLayouts/slideLayout54.xml" ContentType="application/vnd.openxmlformats-officedocument.presentationml.slideLayout+xml"/>
  <Override PartName="/ppt/slideLayouts/slideLayout53.xml" ContentType="application/vnd.openxmlformats-officedocument.presentationml.slideLayout+xml"/>
  <Override PartName="/ppt/slideLayouts/slideLayout46.xml" ContentType="application/vnd.openxmlformats-officedocument.presentationml.slideLayout+xml"/>
  <Override PartName="/ppt/slideLayouts/slideLayout45.xml" ContentType="application/vnd.openxmlformats-officedocument.presentationml.slideLayout+xml"/>
  <Override PartName="/ppt/slideLayouts/slideLayout44.xml" ContentType="application/vnd.openxmlformats-officedocument.presentationml.slideLayout+xml"/>
  <Override PartName="/ppt/slideLayouts/slideLayout43.xml" ContentType="application/vnd.openxmlformats-officedocument.presentationml.slideLayout+xml"/>
  <Override PartName="/ppt/slideLayouts/slideLayout42.xml" ContentType="application/vnd.openxmlformats-officedocument.presentationml.slideLayout+xml"/>
  <Override PartName="/ppt/slideLayouts/slideLayout41.xml" ContentType="application/vnd.openxmlformats-officedocument.presentationml.slideLayout+xml"/>
  <Override PartName="/ppt/slideLayouts/slideLayout40.xml" ContentType="application/vnd.openxmlformats-officedocument.presentationml.slideLayout+xml"/>
  <Override PartName="/ppt/slideLayouts/slideLayout38.xml" ContentType="application/vnd.openxmlformats-officedocument.presentationml.slideLayout+xml"/>
  <Override PartName="/ppt/slideLayouts/_rels/slideLayout33.xml.rels" ContentType="application/vnd.openxmlformats-package.relationships+xml"/>
  <Override PartName="/ppt/slideLayouts/_rels/slideLayout52.xml.rels" ContentType="application/vnd.openxmlformats-package.relationships+xml"/>
  <Override PartName="/ppt/slideLayouts/_rels/slideLayout24.xml.rels" ContentType="application/vnd.openxmlformats-package.relationships+xml"/>
  <Override PartName="/ppt/slideLayouts/_rels/slideLayout4.xml.rels" ContentType="application/vnd.openxmlformats-package.relationships+xml"/>
  <Override PartName="/ppt/slideLayouts/_rels/slideLayout51.xml.rels" ContentType="application/vnd.openxmlformats-package.relationships+xml"/>
  <Override PartName="/ppt/slideLayouts/_rels/slideLayout23.xml.rels" ContentType="application/vnd.openxmlformats-package.relationships+xml"/>
  <Override PartName="/ppt/slideLayouts/_rels/slideLayout3.xml.rels" ContentType="application/vnd.openxmlformats-package.relationships+xml"/>
  <Override PartName="/ppt/slideLayouts/_rels/slideLayout50.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27.xml.rels" ContentType="application/vnd.openxmlformats-package.relationships+xml"/>
  <Override PartName="/ppt/slideLayouts/_rels/slideLayout7.xml.rels" ContentType="application/vnd.openxmlformats-package.relationships+xml"/>
  <Override PartName="/ppt/slideLayouts/_rels/slideLayout49.xml.rels" ContentType="application/vnd.openxmlformats-package.relationships+xml"/>
  <Override PartName="/ppt/slideLayouts/_rels/slideLayout12.xml.rels" ContentType="application/vnd.openxmlformats-package.relationships+xml"/>
  <Override PartName="/ppt/slideLayouts/_rels/slideLayout61.xml.rels" ContentType="application/vnd.openxmlformats-package.relationships+xml"/>
  <Override PartName="/ppt/slideLayouts/_rels/slideLayout19.xml.rels" ContentType="application/vnd.openxmlformats-package.relationships+xml"/>
  <Override PartName="/ppt/slideLayouts/_rels/slideLayout57.xml.rels" ContentType="application/vnd.openxmlformats-package.relationships+xml"/>
  <Override PartName="/ppt/slideLayouts/_rels/slideLayout20.xml.rels" ContentType="application/vnd.openxmlformats-package.relationships+xml"/>
  <Override PartName="/ppt/slideLayouts/_rels/slideLayout47.xml.rels" ContentType="application/vnd.openxmlformats-package.relationships+xml"/>
  <Override PartName="/ppt/slideLayouts/_rels/slideLayout10.xml.rels" ContentType="application/vnd.openxmlformats-package.relationships+xml"/>
  <Override PartName="/ppt/slideLayouts/_rels/slideLayout60.xml.rels" ContentType="application/vnd.openxmlformats-package.relationships+xml"/>
  <Override PartName="/ppt/slideLayouts/_rels/slideLayout18.xml.rels" ContentType="application/vnd.openxmlformats-package.relationships+xml"/>
  <Override PartName="/ppt/slideLayouts/_rels/slideLayout15.xml.rels" ContentType="application/vnd.openxmlformats-package.relationships+xml"/>
  <Override PartName="/ppt/slideLayouts/_rels/slideLayout14.xml.rels" ContentType="application/vnd.openxmlformats-package.relationships+xml"/>
  <Override PartName="/ppt/slideLayouts/_rels/slideLayout26.xml.rels" ContentType="application/vnd.openxmlformats-package.relationships+xml"/>
  <Override PartName="/ppt/slideLayouts/_rels/slideLayout6.xml.rels" ContentType="application/vnd.openxmlformats-package.relationships+xml"/>
  <Override PartName="/ppt/slideLayouts/_rels/slideLayout34.xml.rels" ContentType="application/vnd.openxmlformats-package.relationships+xml"/>
  <Override PartName="/ppt/slideLayouts/_rels/slideLayout35.xml.rels" ContentType="application/vnd.openxmlformats-package.relationships+xml"/>
  <Override PartName="/ppt/slideLayouts/_rels/slideLayout36.xml.rels" ContentType="application/vnd.openxmlformats-package.relationships+xml"/>
  <Override PartName="/ppt/slideLayouts/_rels/slideLayout56.xml.rels" ContentType="application/vnd.openxmlformats-package.relationships+xml"/>
  <Override PartName="/ppt/slideLayouts/_rels/slideLayout44.xml.rels" ContentType="application/vnd.openxmlformats-package.relationships+xml"/>
  <Override PartName="/ppt/slideLayouts/_rels/slideLayout55.xml.rels" ContentType="application/vnd.openxmlformats-package.relationships+xml"/>
  <Override PartName="/ppt/slideLayouts/_rels/slideLayout43.xml.rels" ContentType="application/vnd.openxmlformats-package.relationships+xml"/>
  <Override PartName="/ppt/slideLayouts/_rels/slideLayout17.xml.rels" ContentType="application/vnd.openxmlformats-package.relationships+xml"/>
  <Override PartName="/ppt/slideLayouts/_rels/slideLayout54.xml.rels" ContentType="application/vnd.openxmlformats-package.relationships+xml"/>
  <Override PartName="/ppt/slideLayouts/_rels/slideLayout42.xml.rels" ContentType="application/vnd.openxmlformats-package.relationships+xml"/>
  <Override PartName="/ppt/slideLayouts/_rels/slideLayout16.xml.rels" ContentType="application/vnd.openxmlformats-package.relationships+xml"/>
  <Override PartName="/ppt/slideLayouts/_rels/slideLayout53.xml.rels" ContentType="application/vnd.openxmlformats-package.relationships+xml"/>
  <Override PartName="/ppt/slideLayouts/_rels/slideLayout39.xml.rels" ContentType="application/vnd.openxmlformats-package.relationships+xml"/>
  <Override PartName="/ppt/slideLayouts/_rels/slideLayout41.xml.rels" ContentType="application/vnd.openxmlformats-package.relationships+xml"/>
  <Override PartName="/ppt/slideLayouts/_rels/slideLayout46.xml.rels" ContentType="application/vnd.openxmlformats-package.relationships+xml"/>
  <Override PartName="/ppt/slideLayouts/_rels/slideLayout45.xml.rels" ContentType="application/vnd.openxmlformats-package.relationships+xml"/>
  <Override PartName="/ppt/slideLayouts/_rels/slideLayout40.xml.rels" ContentType="application/vnd.openxmlformats-package.relationships+xml"/>
  <Override PartName="/ppt/slideLayouts/_rels/slideLayout38.xml.rels" ContentType="application/vnd.openxmlformats-package.relationships+xml"/>
  <Override PartName="/ppt/slideLayouts/_rels/slideLayout37.xml.rels" ContentType="application/vnd.openxmlformats-package.relationships+xml"/>
  <Override PartName="/ppt/slideLayouts/_rels/slideLayout58.xml.rels" ContentType="application/vnd.openxmlformats-package.relationships+xml"/>
  <Override PartName="/ppt/slideLayouts/_rels/slideLayout1.xml.rels" ContentType="application/vnd.openxmlformats-package.relationships+xml"/>
  <Override PartName="/ppt/slideLayouts/_rels/slideLayout21.xml.rels" ContentType="application/vnd.openxmlformats-package.relationships+xml"/>
  <Override PartName="/ppt/slideLayouts/_rels/slideLayout59.xml.rels" ContentType="application/vnd.openxmlformats-package.relationships+xml"/>
  <Override PartName="/ppt/slideLayouts/_rels/slideLayout2.xml.rels" ContentType="application/vnd.openxmlformats-package.relationships+xml"/>
  <Override PartName="/ppt/slideLayouts/_rels/slideLayout22.xml.rels" ContentType="application/vnd.openxmlformats-package.relationships+xml"/>
  <Override PartName="/ppt/slideLayouts/_rels/slideLayout62.xml.rels" ContentType="application/vnd.openxmlformats-package.relationships+xml"/>
  <Override PartName="/ppt/slideLayouts/_rels/slideLayout75.xml.rels" ContentType="application/vnd.openxmlformats-package.relationships+xml"/>
  <Override PartName="/ppt/slideLayouts/_rels/slideLayout63.xml.rels" ContentType="application/vnd.openxmlformats-package.relationships+xml"/>
  <Override PartName="/ppt/slideLayouts/_rels/slideLayout74.xml.rels" ContentType="application/vnd.openxmlformats-package.relationships+xml"/>
  <Override PartName="/ppt/slideLayouts/_rels/slideLayout73.xml.rels" ContentType="application/vnd.openxmlformats-package.relationships+xml"/>
  <Override PartName="/ppt/slideLayouts/_rels/slideLayout72.xml.rels" ContentType="application/vnd.openxmlformats-package.relationships+xml"/>
  <Override PartName="/ppt/slideLayouts/_rels/slideLayout71.xml.rels" ContentType="application/vnd.openxmlformats-package.relationships+xml"/>
  <Override PartName="/ppt/slideLayouts/_rels/slideLayout9.xml.rels" ContentType="application/vnd.openxmlformats-package.relationships+xml"/>
  <Override PartName="/ppt/slideLayouts/_rels/slideLayout29.xml.rels" ContentType="application/vnd.openxmlformats-package.relationships+xml"/>
  <Override PartName="/ppt/slideLayouts/_rels/slideLayout69.xml.rels" ContentType="application/vnd.openxmlformats-package.relationships+xml"/>
  <Override PartName="/ppt/slideLayouts/_rels/slideLayout32.xml.rels" ContentType="application/vnd.openxmlformats-package.relationships+xml"/>
  <Override PartName="/ppt/slideLayouts/_rels/slideLayout70.xml.rels" ContentType="application/vnd.openxmlformats-package.relationships+xml"/>
  <Override PartName="/ppt/slideLayouts/_rels/slideLayout8.xml.rels" ContentType="application/vnd.openxmlformats-package.relationships+xml"/>
  <Override PartName="/ppt/slideLayouts/_rels/slideLayout28.xml.rels" ContentType="application/vnd.openxmlformats-package.relationships+xml"/>
  <Override PartName="/ppt/slideLayouts/_rels/slideLayout68.xml.rels" ContentType="application/vnd.openxmlformats-package.relationships+xml"/>
  <Override PartName="/ppt/slideLayouts/_rels/slideLayout31.xml.rels" ContentType="application/vnd.openxmlformats-package.relationships+xml"/>
  <Override PartName="/ppt/slideLayouts/_rels/slideLayout67.xml.rels" ContentType="application/vnd.openxmlformats-package.relationships+xml"/>
  <Override PartName="/ppt/slideLayouts/_rels/slideLayout30.xml.rels" ContentType="application/vnd.openxmlformats-package.relationships+xml"/>
  <Override PartName="/ppt/slideLayouts/_rels/slideLayout66.xml.rels" ContentType="application/vnd.openxmlformats-package.relationships+xml"/>
  <Override PartName="/ppt/slideLayouts/_rels/slideLayout65.xml.rels" ContentType="application/vnd.openxmlformats-package.relationships+xml"/>
  <Override PartName="/ppt/slideLayouts/_rels/slideLayout64.xml.rels" ContentType="application/vnd.openxmlformats-package.relationships+xml"/>
  <Override PartName="/ppt/slideLayouts/_rels/slideLayout11.xml.rels" ContentType="application/vnd.openxmlformats-package.relationships+xml"/>
  <Override PartName="/ppt/slideLayouts/_rels/slideLayout48.xml.rels" ContentType="application/vnd.openxmlformats-package.relationships+xml"/>
  <Override PartName="/ppt/slideLayouts/slideLayout37.xml" ContentType="application/vnd.openxmlformats-officedocument.presentationml.slideLayout+xml"/>
  <Override PartName="/ppt/slideLayouts/slideLayout36.xml" ContentType="application/vnd.openxmlformats-officedocument.presentationml.slideLayout+xml"/>
  <Override PartName="/ppt/slideLayouts/slideLayout35.xml" ContentType="application/vnd.openxmlformats-officedocument.presentationml.slideLayout+xml"/>
  <Override PartName="/ppt/slideLayouts/slideLayout34.xml" ContentType="application/vnd.openxmlformats-officedocument.presentationml.slideLayout+xml"/>
  <Override PartName="/ppt/slideLayouts/slideLayout39.xml" ContentType="application/vnd.openxmlformats-officedocument.presentationml.slideLayout+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60.xml" ContentType="application/vnd.openxmlformats-officedocument.presentationml.slideLayout+xml"/>
  <Override PartName="/ppt/slideLayouts/slideLayout57.xml" ContentType="application/vnd.openxmlformats-officedocument.presentationml.slideLayout+xml"/>
  <Override PartName="/ppt/slideLayouts/slideLayout19.xml" ContentType="application/vnd.openxmlformats-officedocument.presentationml.slideLayout+xml"/>
  <Override PartName="/ppt/slideLayouts/slideLayout61.xml" ContentType="application/vnd.openxmlformats-officedocument.presentationml.slideLayout+xml"/>
  <Override PartName="/ppt/slideLayouts/slideLayout58.xml" ContentType="application/vnd.openxmlformats-officedocument.presentationml.slideLayout+xml"/>
  <Override PartName="/ppt/slideLayouts/slideLayout2.xml" ContentType="application/vnd.openxmlformats-officedocument.presentationml.slideLayout+xml"/>
  <Override PartName="/ppt/slideLayouts/slideLayout59.xml" ContentType="application/vnd.openxmlformats-officedocument.presentationml.slideLayout+xml"/>
  <Override PartName="/ppt/slideLayouts/slideLayout25.xml" ContentType="application/vnd.openxmlformats-officedocument.presentationml.slideLayout+xml"/>
  <Override PartName="/ppt/slideLayouts/slideLayout62.xml" ContentType="application/vnd.openxmlformats-officedocument.presentationml.slideLayout+xml"/>
  <Override PartName="/ppt/slideLayouts/slideLayout75.xml" ContentType="application/vnd.openxmlformats-officedocument.presentationml.slideLayout+xml"/>
  <Override PartName="/ppt/slideLayouts/slideLayout63.xml" ContentType="application/vnd.openxmlformats-officedocument.presentationml.slideLayout+xml"/>
  <Override PartName="/ppt/slideLayouts/slideLayout74.xml" ContentType="application/vnd.openxmlformats-officedocument.presentationml.slideLayout+xml"/>
  <Override PartName="/ppt/slideLayouts/slideLayout73.xml" ContentType="application/vnd.openxmlformats-officedocument.presentationml.slideLayout+xml"/>
  <Override PartName="/ppt/slideLayouts/slideLayout72.xml" ContentType="application/vnd.openxmlformats-officedocument.presentationml.slideLayout+xml"/>
  <Override PartName="/ppt/slideLayouts/slideLayout71.xml" ContentType="application/vnd.openxmlformats-officedocument.presentationml.slideLayout+xml"/>
  <Override PartName="/ppt/slideLayouts/slideLayout29.xml" ContentType="application/vnd.openxmlformats-officedocument.presentationml.slideLayout+xml"/>
  <Override PartName="/ppt/slideLayouts/slideLayout69.xml" ContentType="application/vnd.openxmlformats-officedocument.presentationml.slideLayout+xml"/>
  <Override PartName="/ppt/slideLayouts/slideLayout32.xml" ContentType="application/vnd.openxmlformats-officedocument.presentationml.slideLayout+xml"/>
  <Override PartName="/ppt/slideLayouts/slideLayout70.xml" ContentType="application/vnd.openxmlformats-officedocument.presentationml.slideLayout+xml"/>
  <Override PartName="/ppt/slideLayouts/slideLayout28.xml" ContentType="application/vnd.openxmlformats-officedocument.presentationml.slideLayout+xml"/>
  <Override PartName="/ppt/slideLayouts/slideLayout68.xml" ContentType="application/vnd.openxmlformats-officedocument.presentationml.slideLayout+xml"/>
  <Override PartName="/ppt/slideLayouts/slideLayout31.xml" ContentType="application/vnd.openxmlformats-officedocument.presentationml.slideLayout+xml"/>
  <Override PartName="/ppt/slideLayouts/slideLayout67.xml" ContentType="application/vnd.openxmlformats-officedocument.presentationml.slideLayout+xml"/>
  <Override PartName="/ppt/slideLayouts/slideLayout30.xml" ContentType="application/vnd.openxmlformats-officedocument.presentationml.slideLayout+xml"/>
  <Override PartName="/ppt/slideLayouts/slideLayout66.xml" ContentType="application/vnd.openxmlformats-officedocument.presentationml.slideLayout+xml"/>
  <Override PartName="/ppt/slideLayouts/slideLayout65.xml" ContentType="application/vnd.openxmlformats-officedocument.presentationml.slideLayout+xml"/>
  <Override PartName="/ppt/slideLayouts/slideLayout64.xml" ContentType="application/vnd.openxmlformats-officedocument.presentationml.slideLayout+xml"/>
  <Override PartName="/ppt/slideLayouts/slideLayout3.xml" ContentType="application/vnd.openxmlformats-officedocument.presentationml.slideLayout+xml"/>
  <Override PartName="/ppt/slideLayouts/slideLayout26.xml" ContentType="application/vnd.openxmlformats-officedocument.presentationml.slideLayout+xml"/>
  <Override PartName="/ppt/slideLayouts/slideLayout4.xml" ContentType="application/vnd.openxmlformats-officedocument.presentationml.slideLayout+xml"/>
  <Override PartName="/ppt/slideLayouts/slideLayout27.xml" ContentType="application/vnd.openxmlformats-officedocument.presentationml.slideLayout+xml"/>
  <Override PartName="/ppt/slideLayouts/slideLayout20.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47.xml" ContentType="application/vnd.openxmlformats-officedocument.presentationml.slideLayout+xml"/>
  <Override PartName="/ppt/slideLayouts/slideLayout21.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48.xml" ContentType="application/vnd.openxmlformats-officedocument.presentationml.slideLayout+xml"/>
  <Override PartName="/ppt/slideLayouts/slideLayout22.xml" ContentType="application/vnd.openxmlformats-officedocument.presentationml.slideLayout+xml"/>
  <Override PartName="/ppt/slideLayouts/slideLayout7.xml" ContentType="application/vnd.openxmlformats-officedocument.presentationml.slideLayout+xml"/>
  <Override PartName="/ppt/slideLayouts/slideLayout50.xml" ContentType="application/vnd.openxmlformats-officedocument.presentationml.slideLayout+xml"/>
  <Override PartName="/ppt/slideLayouts/slideLayout12.xml" ContentType="application/vnd.openxmlformats-officedocument.presentationml.slideLayout+xml"/>
  <Override PartName="/ppt/slideLayouts/slideLayout49.xml" ContentType="application/vnd.openxmlformats-officedocument.presentationml.slideLayout+xml"/>
  <Override PartName="/ppt/slideLayouts/slideLayout23.xml" ContentType="application/vnd.openxmlformats-officedocument.presentationml.slideLayout+xml"/>
  <Override PartName="/ppt/slideLayouts/slideLayout8.xml" ContentType="application/vnd.openxmlformats-officedocument.presentationml.slideLayout+xml"/>
  <Override PartName="/ppt/slideLayouts/slideLayout51.xml" ContentType="application/vnd.openxmlformats-officedocument.presentationml.slideLayout+xml"/>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slideLayouts/slideLayout9.xml" ContentType="application/vnd.openxmlformats-officedocument.presentationml.slideLayout+xml"/>
  <Override PartName="/ppt/slideLayouts/slideLayout52.xml" ContentType="application/vnd.openxmlformats-officedocument.presentationml.slideLayout+xml"/>
  <Override PartName="/ppt/slideLayouts/slideLayout33.xml" ContentType="application/vnd.openxmlformats-officedocument.presentationml.slideLayout+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46.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47.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slides/slide48.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4.xml" ContentType="application/vnd.openxmlformats-officedocument.presentationml.slide+xml"/>
  <Override PartName="/ppt/slides/slide12.xml" ContentType="application/vnd.openxmlformats-officedocument.presentationml.slide+xml"/>
  <Override PartName="/ppt/slides/slide49.xml" ContentType="application/vnd.openxmlformats-officedocument.presentationml.slide+xml"/>
  <Override PartName="/ppt/slides/_rels/slide21.xml.rels" ContentType="application/vnd.openxmlformats-package.relationships+xml"/>
  <Override PartName="/ppt/slides/_rels/slide4.xml.rels" ContentType="application/vnd.openxmlformats-package.relationships+xml"/>
  <Override PartName="/ppt/slides/_rels/slide19.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30.xml.rels" ContentType="application/vnd.openxmlformats-package.relationships+xml"/>
  <Override PartName="/ppt/slides/_rels/slide31.xml.rels" ContentType="application/vnd.openxmlformats-package.relationships+xml"/>
  <Override PartName="/ppt/slides/_rels/slide32.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slides/_rels/slide35.xml.rels" ContentType="application/vnd.openxmlformats-package.relationships+xml"/>
  <Override PartName="/ppt/slides/_rels/slide36.xml.rels" ContentType="application/vnd.openxmlformats-package.relationships+xml"/>
  <Override PartName="/ppt/slides/_rels/slide37.xml.rels" ContentType="application/vnd.openxmlformats-package.relationships+xml"/>
  <Override PartName="/ppt/slides/_rels/slide54.xml.rels" ContentType="application/vnd.openxmlformats-package.relationships+xml"/>
  <Override PartName="/ppt/slides/_rels/slide42.xml.rels" ContentType="application/vnd.openxmlformats-package.relationships+xml"/>
  <Override PartName="/ppt/slides/_rels/slide53.xml.rels" ContentType="application/vnd.openxmlformats-package.relationships+xml"/>
  <Override PartName="/ppt/slides/_rels/slide52.xml.rels" ContentType="application/vnd.openxmlformats-package.relationships+xml"/>
  <Override PartName="/ppt/slides/_rels/slide51.xml.rels" ContentType="application/vnd.openxmlformats-package.relationships+xml"/>
  <Override PartName="/ppt/slides/_rels/slide13.xml.rels" ContentType="application/vnd.openxmlformats-package.relationships+xml"/>
  <Override PartName="/ppt/slides/_rels/slide47.xml.rels" ContentType="application/vnd.openxmlformats-package.relationships+xml"/>
  <Override PartName="/ppt/slides/_rels/slide10.xml.rels" ContentType="application/vnd.openxmlformats-package.relationships+xml"/>
  <Override PartName="/ppt/slides/_rels/slide45.xml.rels" ContentType="application/vnd.openxmlformats-package.relationships+xml"/>
  <Override PartName="/ppt/slides/_rels/slide46.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_rels/slide14.xml.rels" ContentType="application/vnd.openxmlformats-package.relationships+xml"/>
  <Override PartName="/ppt/slides/_rels/slide12.xml.rels" ContentType="application/vnd.openxmlformats-package.relationships+xml"/>
  <Override PartName="/ppt/slides/_rels/slide49.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28.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29.xml.rels" ContentType="application/vnd.openxmlformats-package.relationships+xml"/>
  <Override PartName="/ppt/slides/_rels/slide11.xml.rels" ContentType="application/vnd.openxmlformats-package.relationships+xml"/>
  <Override PartName="/ppt/slides/_rels/slide48.xml.rels" ContentType="application/vnd.openxmlformats-package.relationships+xml"/>
  <Override PartName="/ppt/slides/_rels/slide50.xml.rels" ContentType="application/vnd.openxmlformats-package.relationships+xml"/>
  <Override PartName="/ppt/slides/_rels/slide38.xml.rels" ContentType="application/vnd.openxmlformats-package.relationships+xml"/>
  <Override PartName="/ppt/slides/_rels/slide40.xml.rels" ContentType="application/vnd.openxmlformats-package.relationships+xml"/>
  <Override PartName="/ppt/slides/_rels/slide3.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43.xml.rels" ContentType="application/vnd.openxmlformats-package.relationships+xml"/>
  <Override PartName="/ppt/slides/_rels/slide44.xml.rels" ContentType="application/vnd.openxmlformats-package.relationships+xml"/>
  <Override PartName="/ppt/slides/_rels/slide39.xml.rels" ContentType="application/vnd.openxmlformats-package.relationships+xml"/>
  <Override PartName="/ppt/slides/_rels/slide41.xml.rels" ContentType="application/vnd.openxmlformats-package.relationships+xml"/>
  <Override PartName="/ppt/slides/slide38.xml" ContentType="application/vnd.openxmlformats-officedocument.presentationml.slide+xml"/>
  <Override PartName="/ppt/slides/slide40.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39.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42.xml" ContentType="application/vnd.openxmlformats-officedocument.presentationml.slide+xml"/>
  <Override PartName="/ppt/slides/slide54.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notesSlides/_rels/notesSlide24.xml.rels" ContentType="application/vnd.openxmlformats-package.relationships+xml"/>
  <Override PartName="/ppt/notesSlides/notesSlide24.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88" r:id="rId22"/>
    <p:sldMasterId id="2147483690" r:id="rId23"/>
    <p:sldMasterId id="2147483692" r:id="rId24"/>
    <p:sldMasterId id="2147483694" r:id="rId25"/>
    <p:sldMasterId id="2147483696" r:id="rId26"/>
    <p:sldMasterId id="2147483698" r:id="rId27"/>
    <p:sldMasterId id="2147483700" r:id="rId28"/>
    <p:sldMasterId id="2147483702" r:id="rId29"/>
    <p:sldMasterId id="2147483704" r:id="rId30"/>
    <p:sldMasterId id="2147483706" r:id="rId31"/>
    <p:sldMasterId id="2147483708" r:id="rId32"/>
    <p:sldMasterId id="2147483710" r:id="rId33"/>
    <p:sldMasterId id="2147483712" r:id="rId34"/>
    <p:sldMasterId id="2147483714" r:id="rId35"/>
    <p:sldMasterId id="2147483716" r:id="rId36"/>
    <p:sldMasterId id="2147483718" r:id="rId37"/>
    <p:sldMasterId id="2147483720" r:id="rId38"/>
    <p:sldMasterId id="2147483722" r:id="rId39"/>
    <p:sldMasterId id="2147483724" r:id="rId40"/>
    <p:sldMasterId id="2147483726" r:id="rId41"/>
    <p:sldMasterId id="2147483728" r:id="rId42"/>
    <p:sldMasterId id="2147483730" r:id="rId43"/>
    <p:sldMasterId id="2147483732" r:id="rId44"/>
    <p:sldMasterId id="2147483734" r:id="rId45"/>
    <p:sldMasterId id="2147483736" r:id="rId46"/>
    <p:sldMasterId id="2147483738" r:id="rId47"/>
    <p:sldMasterId id="2147483740" r:id="rId48"/>
    <p:sldMasterId id="2147483742" r:id="rId49"/>
    <p:sldMasterId id="2147483744" r:id="rId50"/>
    <p:sldMasterId id="2147483746" r:id="rId51"/>
    <p:sldMasterId id="2147483748" r:id="rId52"/>
    <p:sldMasterId id="2147483750" r:id="rId53"/>
    <p:sldMasterId id="2147483752" r:id="rId54"/>
    <p:sldMasterId id="2147483754" r:id="rId55"/>
    <p:sldMasterId id="2147483756" r:id="rId56"/>
    <p:sldMasterId id="2147483758" r:id="rId57"/>
    <p:sldMasterId id="2147483760" r:id="rId58"/>
    <p:sldMasterId id="2147483762" r:id="rId59"/>
    <p:sldMasterId id="2147483764" r:id="rId60"/>
    <p:sldMasterId id="2147483766" r:id="rId61"/>
    <p:sldMasterId id="2147483768" r:id="rId62"/>
    <p:sldMasterId id="2147483770" r:id="rId63"/>
    <p:sldMasterId id="2147483772" r:id="rId64"/>
    <p:sldMasterId id="2147483774" r:id="rId65"/>
    <p:sldMasterId id="2147483776" r:id="rId66"/>
    <p:sldMasterId id="2147483778" r:id="rId67"/>
    <p:sldMasterId id="2147483780" r:id="rId68"/>
    <p:sldMasterId id="2147483782" r:id="rId69"/>
    <p:sldMasterId id="2147483784" r:id="rId70"/>
    <p:sldMasterId id="2147483786" r:id="rId71"/>
    <p:sldMasterId id="2147483788" r:id="rId72"/>
    <p:sldMasterId id="2147483790" r:id="rId73"/>
    <p:sldMasterId id="2147483792" r:id="rId74"/>
    <p:sldMasterId id="2147483794" r:id="rId75"/>
    <p:sldMasterId id="2147483796" r:id="rId76"/>
  </p:sldMasterIdLst>
  <p:notesMasterIdLst>
    <p:notesMasterId r:id="rId77"/>
  </p:notesMasterIdLst>
  <p:sldIdLst>
    <p:sldId id="256" r:id="rId78"/>
    <p:sldId id="257" r:id="rId79"/>
    <p:sldId id="258" r:id="rId80"/>
    <p:sldId id="259" r:id="rId81"/>
    <p:sldId id="260" r:id="rId82"/>
    <p:sldId id="261" r:id="rId83"/>
    <p:sldId id="262" r:id="rId84"/>
    <p:sldId id="263" r:id="rId85"/>
    <p:sldId id="264" r:id="rId86"/>
    <p:sldId id="265" r:id="rId87"/>
    <p:sldId id="266" r:id="rId88"/>
    <p:sldId id="267" r:id="rId89"/>
    <p:sldId id="268" r:id="rId90"/>
    <p:sldId id="269" r:id="rId91"/>
    <p:sldId id="270" r:id="rId92"/>
    <p:sldId id="271" r:id="rId93"/>
    <p:sldId id="272" r:id="rId94"/>
    <p:sldId id="273" r:id="rId95"/>
    <p:sldId id="274" r:id="rId96"/>
    <p:sldId id="275" r:id="rId97"/>
    <p:sldId id="276" r:id="rId98"/>
    <p:sldId id="277" r:id="rId99"/>
    <p:sldId id="278" r:id="rId100"/>
    <p:sldId id="279" r:id="rId101"/>
    <p:sldId id="280" r:id="rId102"/>
    <p:sldId id="281" r:id="rId103"/>
    <p:sldId id="282" r:id="rId104"/>
    <p:sldId id="283" r:id="rId105"/>
    <p:sldId id="284" r:id="rId106"/>
    <p:sldId id="285" r:id="rId107"/>
    <p:sldId id="286" r:id="rId108"/>
    <p:sldId id="287" r:id="rId109"/>
    <p:sldId id="288" r:id="rId110"/>
    <p:sldId id="289" r:id="rId111"/>
    <p:sldId id="290" r:id="rId112"/>
    <p:sldId id="291" r:id="rId113"/>
    <p:sldId id="292" r:id="rId114"/>
    <p:sldId id="293" r:id="rId115"/>
    <p:sldId id="294" r:id="rId116"/>
    <p:sldId id="295" r:id="rId117"/>
    <p:sldId id="296" r:id="rId118"/>
    <p:sldId id="297" r:id="rId119"/>
    <p:sldId id="298" r:id="rId120"/>
    <p:sldId id="299" r:id="rId121"/>
    <p:sldId id="300" r:id="rId122"/>
    <p:sldId id="301" r:id="rId123"/>
    <p:sldId id="302" r:id="rId124"/>
    <p:sldId id="303" r:id="rId125"/>
    <p:sldId id="304" r:id="rId126"/>
    <p:sldId id="305" r:id="rId127"/>
    <p:sldId id="306" r:id="rId128"/>
    <p:sldId id="307" r:id="rId129"/>
    <p:sldId id="308" r:id="rId130"/>
    <p:sldId id="309" r:id="rId131"/>
  </p:sldIdLst>
  <p:sldSz cx="10080625" cy="7559675"/>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slideMaster" Target="slideMasters/slideMaster22.xml"/><Relationship Id="rId24" Type="http://schemas.openxmlformats.org/officeDocument/2006/relationships/slideMaster" Target="slideMasters/slideMaster23.xml"/><Relationship Id="rId25" Type="http://schemas.openxmlformats.org/officeDocument/2006/relationships/slideMaster" Target="slideMasters/slideMaster24.xml"/><Relationship Id="rId26" Type="http://schemas.openxmlformats.org/officeDocument/2006/relationships/slideMaster" Target="slideMasters/slideMaster25.xml"/><Relationship Id="rId27" Type="http://schemas.openxmlformats.org/officeDocument/2006/relationships/slideMaster" Target="slideMasters/slideMaster26.xml"/><Relationship Id="rId28" Type="http://schemas.openxmlformats.org/officeDocument/2006/relationships/slideMaster" Target="slideMasters/slideMaster27.xml"/><Relationship Id="rId29" Type="http://schemas.openxmlformats.org/officeDocument/2006/relationships/slideMaster" Target="slideMasters/slideMaster28.xml"/><Relationship Id="rId30" Type="http://schemas.openxmlformats.org/officeDocument/2006/relationships/slideMaster" Target="slideMasters/slideMaster29.xml"/><Relationship Id="rId31" Type="http://schemas.openxmlformats.org/officeDocument/2006/relationships/slideMaster" Target="slideMasters/slideMaster30.xml"/><Relationship Id="rId32" Type="http://schemas.openxmlformats.org/officeDocument/2006/relationships/slideMaster" Target="slideMasters/slideMaster31.xml"/><Relationship Id="rId33" Type="http://schemas.openxmlformats.org/officeDocument/2006/relationships/slideMaster" Target="slideMasters/slideMaster32.xml"/><Relationship Id="rId34" Type="http://schemas.openxmlformats.org/officeDocument/2006/relationships/slideMaster" Target="slideMasters/slideMaster33.xml"/><Relationship Id="rId35" Type="http://schemas.openxmlformats.org/officeDocument/2006/relationships/slideMaster" Target="slideMasters/slideMaster34.xml"/><Relationship Id="rId36" Type="http://schemas.openxmlformats.org/officeDocument/2006/relationships/slideMaster" Target="slideMasters/slideMaster35.xml"/><Relationship Id="rId37" Type="http://schemas.openxmlformats.org/officeDocument/2006/relationships/slideMaster" Target="slideMasters/slideMaster36.xml"/><Relationship Id="rId38" Type="http://schemas.openxmlformats.org/officeDocument/2006/relationships/slideMaster" Target="slideMasters/slideMaster37.xml"/><Relationship Id="rId39" Type="http://schemas.openxmlformats.org/officeDocument/2006/relationships/slideMaster" Target="slideMasters/slideMaster38.xml"/><Relationship Id="rId40" Type="http://schemas.openxmlformats.org/officeDocument/2006/relationships/slideMaster" Target="slideMasters/slideMaster39.xml"/><Relationship Id="rId41" Type="http://schemas.openxmlformats.org/officeDocument/2006/relationships/slideMaster" Target="slideMasters/slideMaster40.xml"/><Relationship Id="rId42" Type="http://schemas.openxmlformats.org/officeDocument/2006/relationships/slideMaster" Target="slideMasters/slideMaster41.xml"/><Relationship Id="rId43" Type="http://schemas.openxmlformats.org/officeDocument/2006/relationships/slideMaster" Target="slideMasters/slideMaster42.xml"/><Relationship Id="rId44" Type="http://schemas.openxmlformats.org/officeDocument/2006/relationships/slideMaster" Target="slideMasters/slideMaster43.xml"/><Relationship Id="rId45" Type="http://schemas.openxmlformats.org/officeDocument/2006/relationships/slideMaster" Target="slideMasters/slideMaster44.xml"/><Relationship Id="rId46" Type="http://schemas.openxmlformats.org/officeDocument/2006/relationships/slideMaster" Target="slideMasters/slideMaster45.xml"/><Relationship Id="rId47" Type="http://schemas.openxmlformats.org/officeDocument/2006/relationships/slideMaster" Target="slideMasters/slideMaster46.xml"/><Relationship Id="rId48" Type="http://schemas.openxmlformats.org/officeDocument/2006/relationships/slideMaster" Target="slideMasters/slideMaster47.xml"/><Relationship Id="rId49" Type="http://schemas.openxmlformats.org/officeDocument/2006/relationships/slideMaster" Target="slideMasters/slideMaster48.xml"/><Relationship Id="rId50" Type="http://schemas.openxmlformats.org/officeDocument/2006/relationships/slideMaster" Target="slideMasters/slideMaster49.xml"/><Relationship Id="rId51" Type="http://schemas.openxmlformats.org/officeDocument/2006/relationships/slideMaster" Target="slideMasters/slideMaster50.xml"/><Relationship Id="rId52" Type="http://schemas.openxmlformats.org/officeDocument/2006/relationships/slideMaster" Target="slideMasters/slideMaster51.xml"/><Relationship Id="rId53" Type="http://schemas.openxmlformats.org/officeDocument/2006/relationships/slideMaster" Target="slideMasters/slideMaster52.xml"/><Relationship Id="rId54" Type="http://schemas.openxmlformats.org/officeDocument/2006/relationships/slideMaster" Target="slideMasters/slideMaster53.xml"/><Relationship Id="rId55" Type="http://schemas.openxmlformats.org/officeDocument/2006/relationships/slideMaster" Target="slideMasters/slideMaster54.xml"/><Relationship Id="rId56" Type="http://schemas.openxmlformats.org/officeDocument/2006/relationships/slideMaster" Target="slideMasters/slideMaster55.xml"/><Relationship Id="rId57" Type="http://schemas.openxmlformats.org/officeDocument/2006/relationships/slideMaster" Target="slideMasters/slideMaster56.xml"/><Relationship Id="rId58" Type="http://schemas.openxmlformats.org/officeDocument/2006/relationships/slideMaster" Target="slideMasters/slideMaster57.xml"/><Relationship Id="rId59" Type="http://schemas.openxmlformats.org/officeDocument/2006/relationships/slideMaster" Target="slideMasters/slideMaster58.xml"/><Relationship Id="rId60" Type="http://schemas.openxmlformats.org/officeDocument/2006/relationships/slideMaster" Target="slideMasters/slideMaster59.xml"/><Relationship Id="rId61" Type="http://schemas.openxmlformats.org/officeDocument/2006/relationships/slideMaster" Target="slideMasters/slideMaster60.xml"/><Relationship Id="rId62" Type="http://schemas.openxmlformats.org/officeDocument/2006/relationships/slideMaster" Target="slideMasters/slideMaster61.xml"/><Relationship Id="rId63" Type="http://schemas.openxmlformats.org/officeDocument/2006/relationships/slideMaster" Target="slideMasters/slideMaster62.xml"/><Relationship Id="rId64" Type="http://schemas.openxmlformats.org/officeDocument/2006/relationships/slideMaster" Target="slideMasters/slideMaster63.xml"/><Relationship Id="rId65" Type="http://schemas.openxmlformats.org/officeDocument/2006/relationships/slideMaster" Target="slideMasters/slideMaster64.xml"/><Relationship Id="rId66" Type="http://schemas.openxmlformats.org/officeDocument/2006/relationships/slideMaster" Target="slideMasters/slideMaster65.xml"/><Relationship Id="rId67" Type="http://schemas.openxmlformats.org/officeDocument/2006/relationships/slideMaster" Target="slideMasters/slideMaster66.xml"/><Relationship Id="rId68" Type="http://schemas.openxmlformats.org/officeDocument/2006/relationships/slideMaster" Target="slideMasters/slideMaster67.xml"/><Relationship Id="rId69" Type="http://schemas.openxmlformats.org/officeDocument/2006/relationships/slideMaster" Target="slideMasters/slideMaster68.xml"/><Relationship Id="rId70" Type="http://schemas.openxmlformats.org/officeDocument/2006/relationships/slideMaster" Target="slideMasters/slideMaster69.xml"/><Relationship Id="rId71" Type="http://schemas.openxmlformats.org/officeDocument/2006/relationships/slideMaster" Target="slideMasters/slideMaster70.xml"/><Relationship Id="rId72" Type="http://schemas.openxmlformats.org/officeDocument/2006/relationships/slideMaster" Target="slideMasters/slideMaster71.xml"/><Relationship Id="rId73" Type="http://schemas.openxmlformats.org/officeDocument/2006/relationships/slideMaster" Target="slideMasters/slideMaster72.xml"/><Relationship Id="rId74" Type="http://schemas.openxmlformats.org/officeDocument/2006/relationships/slideMaster" Target="slideMasters/slideMaster73.xml"/><Relationship Id="rId75" Type="http://schemas.openxmlformats.org/officeDocument/2006/relationships/slideMaster" Target="slideMasters/slideMaster74.xml"/><Relationship Id="rId76" Type="http://schemas.openxmlformats.org/officeDocument/2006/relationships/slideMaster" Target="slideMasters/slideMaster75.xml"/><Relationship Id="rId77" Type="http://schemas.openxmlformats.org/officeDocument/2006/relationships/notesMaster" Target="notesMasters/notesMaster1.xml"/><Relationship Id="rId78" Type="http://schemas.openxmlformats.org/officeDocument/2006/relationships/slide" Target="slides/slide1.xml"/><Relationship Id="rId79" Type="http://schemas.openxmlformats.org/officeDocument/2006/relationships/slide" Target="slides/slide2.xml"/><Relationship Id="rId80" Type="http://schemas.openxmlformats.org/officeDocument/2006/relationships/slide" Target="slides/slide3.xml"/><Relationship Id="rId81" Type="http://schemas.openxmlformats.org/officeDocument/2006/relationships/slide" Target="slides/slide4.xml"/><Relationship Id="rId82" Type="http://schemas.openxmlformats.org/officeDocument/2006/relationships/slide" Target="slides/slide5.xml"/><Relationship Id="rId83" Type="http://schemas.openxmlformats.org/officeDocument/2006/relationships/slide" Target="slides/slide6.xml"/><Relationship Id="rId84" Type="http://schemas.openxmlformats.org/officeDocument/2006/relationships/slide" Target="slides/slide7.xml"/><Relationship Id="rId85" Type="http://schemas.openxmlformats.org/officeDocument/2006/relationships/slide" Target="slides/slide8.xml"/><Relationship Id="rId86" Type="http://schemas.openxmlformats.org/officeDocument/2006/relationships/slide" Target="slides/slide9.xml"/><Relationship Id="rId87" Type="http://schemas.openxmlformats.org/officeDocument/2006/relationships/slide" Target="slides/slide10.xml"/><Relationship Id="rId88" Type="http://schemas.openxmlformats.org/officeDocument/2006/relationships/slide" Target="slides/slide11.xml"/><Relationship Id="rId89" Type="http://schemas.openxmlformats.org/officeDocument/2006/relationships/slide" Target="slides/slide12.xml"/><Relationship Id="rId90" Type="http://schemas.openxmlformats.org/officeDocument/2006/relationships/slide" Target="slides/slide13.xml"/><Relationship Id="rId91" Type="http://schemas.openxmlformats.org/officeDocument/2006/relationships/slide" Target="slides/slide14.xml"/><Relationship Id="rId92" Type="http://schemas.openxmlformats.org/officeDocument/2006/relationships/slide" Target="slides/slide15.xml"/><Relationship Id="rId93" Type="http://schemas.openxmlformats.org/officeDocument/2006/relationships/slide" Target="slides/slide16.xml"/><Relationship Id="rId94" Type="http://schemas.openxmlformats.org/officeDocument/2006/relationships/slide" Target="slides/slide17.xml"/><Relationship Id="rId95" Type="http://schemas.openxmlformats.org/officeDocument/2006/relationships/slide" Target="slides/slide18.xml"/><Relationship Id="rId96" Type="http://schemas.openxmlformats.org/officeDocument/2006/relationships/slide" Target="slides/slide19.xml"/><Relationship Id="rId97" Type="http://schemas.openxmlformats.org/officeDocument/2006/relationships/slide" Target="slides/slide20.xml"/><Relationship Id="rId98" Type="http://schemas.openxmlformats.org/officeDocument/2006/relationships/slide" Target="slides/slide21.xml"/><Relationship Id="rId99" Type="http://schemas.openxmlformats.org/officeDocument/2006/relationships/slide" Target="slides/slide22.xml"/><Relationship Id="rId100" Type="http://schemas.openxmlformats.org/officeDocument/2006/relationships/slide" Target="slides/slide23.xml"/><Relationship Id="rId101" Type="http://schemas.openxmlformats.org/officeDocument/2006/relationships/slide" Target="slides/slide24.xml"/><Relationship Id="rId102" Type="http://schemas.openxmlformats.org/officeDocument/2006/relationships/slide" Target="slides/slide25.xml"/><Relationship Id="rId103" Type="http://schemas.openxmlformats.org/officeDocument/2006/relationships/slide" Target="slides/slide26.xml"/><Relationship Id="rId104" Type="http://schemas.openxmlformats.org/officeDocument/2006/relationships/slide" Target="slides/slide27.xml"/><Relationship Id="rId105" Type="http://schemas.openxmlformats.org/officeDocument/2006/relationships/slide" Target="slides/slide28.xml"/><Relationship Id="rId106" Type="http://schemas.openxmlformats.org/officeDocument/2006/relationships/slide" Target="slides/slide29.xml"/><Relationship Id="rId107" Type="http://schemas.openxmlformats.org/officeDocument/2006/relationships/slide" Target="slides/slide30.xml"/><Relationship Id="rId108" Type="http://schemas.openxmlformats.org/officeDocument/2006/relationships/slide" Target="slides/slide31.xml"/><Relationship Id="rId109" Type="http://schemas.openxmlformats.org/officeDocument/2006/relationships/slide" Target="slides/slide32.xml"/><Relationship Id="rId110" Type="http://schemas.openxmlformats.org/officeDocument/2006/relationships/slide" Target="slides/slide33.xml"/><Relationship Id="rId111" Type="http://schemas.openxmlformats.org/officeDocument/2006/relationships/slide" Target="slides/slide34.xml"/><Relationship Id="rId112" Type="http://schemas.openxmlformats.org/officeDocument/2006/relationships/slide" Target="slides/slide35.xml"/><Relationship Id="rId113" Type="http://schemas.openxmlformats.org/officeDocument/2006/relationships/slide" Target="slides/slide36.xml"/><Relationship Id="rId114" Type="http://schemas.openxmlformats.org/officeDocument/2006/relationships/slide" Target="slides/slide37.xml"/><Relationship Id="rId115" Type="http://schemas.openxmlformats.org/officeDocument/2006/relationships/slide" Target="slides/slide38.xml"/><Relationship Id="rId116" Type="http://schemas.openxmlformats.org/officeDocument/2006/relationships/slide" Target="slides/slide39.xml"/><Relationship Id="rId117" Type="http://schemas.openxmlformats.org/officeDocument/2006/relationships/slide" Target="slides/slide40.xml"/><Relationship Id="rId118" Type="http://schemas.openxmlformats.org/officeDocument/2006/relationships/slide" Target="slides/slide41.xml"/><Relationship Id="rId119" Type="http://schemas.openxmlformats.org/officeDocument/2006/relationships/slide" Target="slides/slide42.xml"/><Relationship Id="rId120" Type="http://schemas.openxmlformats.org/officeDocument/2006/relationships/slide" Target="slides/slide43.xml"/><Relationship Id="rId121" Type="http://schemas.openxmlformats.org/officeDocument/2006/relationships/slide" Target="slides/slide44.xml"/><Relationship Id="rId122" Type="http://schemas.openxmlformats.org/officeDocument/2006/relationships/slide" Target="slides/slide45.xml"/><Relationship Id="rId123" Type="http://schemas.openxmlformats.org/officeDocument/2006/relationships/slide" Target="slides/slide46.xml"/><Relationship Id="rId124" Type="http://schemas.openxmlformats.org/officeDocument/2006/relationships/slide" Target="slides/slide47.xml"/><Relationship Id="rId125" Type="http://schemas.openxmlformats.org/officeDocument/2006/relationships/slide" Target="slides/slide48.xml"/><Relationship Id="rId126" Type="http://schemas.openxmlformats.org/officeDocument/2006/relationships/slide" Target="slides/slide49.xml"/><Relationship Id="rId127" Type="http://schemas.openxmlformats.org/officeDocument/2006/relationships/slide" Target="slides/slide50.xml"/><Relationship Id="rId128" Type="http://schemas.openxmlformats.org/officeDocument/2006/relationships/slide" Target="slides/slide51.xml"/><Relationship Id="rId129" Type="http://schemas.openxmlformats.org/officeDocument/2006/relationships/slide" Target="slides/slide52.xml"/><Relationship Id="rId130" Type="http://schemas.openxmlformats.org/officeDocument/2006/relationships/slide" Target="slides/slide53.xml"/><Relationship Id="rId131" Type="http://schemas.openxmlformats.org/officeDocument/2006/relationships/slide" Target="slides/slide54.xml"/><Relationship Id="rId132"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76.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1" name="PlaceHolder 1"/>
          <p:cNvSpPr>
            <a:spLocks noGrp="1"/>
          </p:cNvSpPr>
          <p:nvPr>
            <p:ph type="sldImg"/>
          </p:nvPr>
        </p:nvSpPr>
        <p:spPr>
          <a:xfrm>
            <a:off x="0" y="812520"/>
            <a:ext cx="0" cy="0"/>
          </a:xfrm>
          <a:prstGeom prst="rect">
            <a:avLst/>
          </a:prstGeom>
          <a:noFill/>
          <a:ln w="0">
            <a:noFill/>
          </a:ln>
        </p:spPr>
        <p:txBody>
          <a:bodyPr lIns="0" rIns="0" tIns="0" bIns="0" anchor="ctr">
            <a:noAutofit/>
          </a:bodyPr>
          <a:p>
            <a:pPr algn="ctr"/>
            <a:r>
              <a:rPr b="0" lang="en-US" sz="4400" spc="-1" strike="noStrike">
                <a:solidFill>
                  <a:srgbClr val="000000"/>
                </a:solidFill>
                <a:latin typeface="Arial"/>
              </a:rPr>
              <a:t>Click to move the slide</a:t>
            </a:r>
            <a:endParaRPr b="0" lang="en-US" sz="4400" spc="-1" strike="noStrike">
              <a:solidFill>
                <a:srgbClr val="000000"/>
              </a:solidFill>
              <a:latin typeface="Arial"/>
            </a:endParaRPr>
          </a:p>
        </p:txBody>
      </p:sp>
      <p:sp>
        <p:nvSpPr>
          <p:cNvPr id="23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233"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234"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235"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36"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BE31F9C3-CD4C-4187-99CA-2686F169ABF9}"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0" name="PlaceHolder 1"/>
          <p:cNvSpPr>
            <a:spLocks noGrp="1"/>
          </p:cNvSpPr>
          <p:nvPr>
            <p:ph type="sldImg"/>
          </p:nvPr>
        </p:nvSpPr>
        <p:spPr>
          <a:xfrm>
            <a:off x="1260000" y="801720"/>
            <a:ext cx="5037120" cy="4006440"/>
          </a:xfrm>
          <a:prstGeom prst="rect">
            <a:avLst/>
          </a:prstGeom>
          <a:ln w="0">
            <a:noFill/>
          </a:ln>
        </p:spPr>
      </p:sp>
      <p:sp>
        <p:nvSpPr>
          <p:cNvPr id="351" name="PlaceHolder 2"/>
          <p:cNvSpPr>
            <a:spLocks noGrp="1"/>
          </p:cNvSpPr>
          <p:nvPr>
            <p:ph type="body"/>
          </p:nvPr>
        </p:nvSpPr>
        <p:spPr>
          <a:xfrm>
            <a:off x="756000" y="5078520"/>
            <a:ext cx="6045120" cy="4808520"/>
          </a:xfrm>
          <a:prstGeom prst="rect">
            <a:avLst/>
          </a:prstGeom>
          <a:noFill/>
          <a:ln w="0">
            <a:noFill/>
          </a:ln>
        </p:spPr>
        <p:txBody>
          <a:bodyPr lIns="0" rIns="0" tIns="0" bIns="0" anchor="t">
            <a:normAutofit/>
          </a:bodyPr>
          <a:p>
            <a:pPr marL="216000" indent="-216000">
              <a:buNone/>
            </a:pPr>
            <a:endParaRPr b="0" lang="en-US" sz="1800" spc="-1" strike="noStrike">
              <a:solidFill>
                <a:srgbClr val="000000"/>
              </a:solidFill>
              <a:latin typeface="Arial"/>
            </a:endParaRPr>
          </a:p>
        </p:txBody>
      </p:sp>
      <p:sp>
        <p:nvSpPr>
          <p:cNvPr id="352" name="TextShape 3"/>
          <p:cNvSpPr/>
          <p:nvPr/>
        </p:nvSpPr>
        <p:spPr>
          <a:xfrm>
            <a:off x="4282200" y="10155600"/>
            <a:ext cx="3273120" cy="531720"/>
          </a:xfrm>
          <a:prstGeom prst="rect">
            <a:avLst/>
          </a:prstGeom>
          <a:noFill/>
          <a:ln w="0">
            <a:noFill/>
          </a:ln>
        </p:spPr>
        <p:style>
          <a:lnRef idx="0"/>
          <a:fillRef idx="0"/>
          <a:effectRef idx="0"/>
          <a:fontRef idx="minor"/>
        </p:style>
        <p:txBody>
          <a:bodyPr lIns="90000" rIns="90000" tIns="45000" bIns="45000" anchor="b">
            <a:noAutofit/>
          </a:bodyPr>
          <a:p>
            <a:pPr algn="r">
              <a:lnSpc>
                <a:spcPct val="100000"/>
              </a:lnSpc>
            </a:pPr>
            <a:fld id="{1B1C7CEB-1CD4-4DCB-A06F-155AFB31D2A6}" type="slidenum">
              <a:rPr b="0" lang="en-US" sz="1200" spc="-1" strike="noStrike">
                <a:solidFill>
                  <a:srgbClr val="000000"/>
                </a:solidFill>
                <a:latin typeface="+mn-lt"/>
                <a:ea typeface="+mn-ea"/>
              </a:rPr>
              <a:t>24</a:t>
            </a:fld>
            <a:endParaRPr b="0" lang="en-US" sz="1200" spc="-1" strike="noStrike">
              <a:solidFill>
                <a:srgbClr val="000000"/>
              </a:solidFill>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4.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25.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26.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27.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28.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29.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0.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1.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2.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4.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5.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6.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37.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38.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39.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0.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1.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2.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3.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5.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6.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7.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8.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0.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1.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2.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3.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4.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6.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7.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8.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9.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60.xml"/>
</Relationships>
</file>

<file path=ppt/slideLayouts/_rels/slideLayout61.xml.rels><?xml version="1.0" encoding="UTF-8"?>
<Relationships xmlns="http://schemas.openxmlformats.org/package/2006/relationships"><Relationship Id="rId1" Type="http://schemas.openxmlformats.org/officeDocument/2006/relationships/slideMaster" Target="../slideMasters/slideMaster61.xml"/>
</Relationships>
</file>

<file path=ppt/slideLayouts/_rels/slideLayout62.xml.rels><?xml version="1.0" encoding="UTF-8"?>
<Relationships xmlns="http://schemas.openxmlformats.org/package/2006/relationships"><Relationship Id="rId1" Type="http://schemas.openxmlformats.org/officeDocument/2006/relationships/slideMaster" Target="../slideMasters/slideMaster62.xml"/>
</Relationships>
</file>

<file path=ppt/slideLayouts/_rels/slideLayout63.xml.rels><?xml version="1.0" encoding="UTF-8"?>
<Relationships xmlns="http://schemas.openxmlformats.org/package/2006/relationships"><Relationship Id="rId1" Type="http://schemas.openxmlformats.org/officeDocument/2006/relationships/slideMaster" Target="../slideMasters/slideMaster63.xml"/>
</Relationships>
</file>

<file path=ppt/slideLayouts/_rels/slideLayout64.xml.rels><?xml version="1.0" encoding="UTF-8"?>
<Relationships xmlns="http://schemas.openxmlformats.org/package/2006/relationships"><Relationship Id="rId1" Type="http://schemas.openxmlformats.org/officeDocument/2006/relationships/slideMaster" Target="../slideMasters/slideMaster64.xml"/>
</Relationships>
</file>

<file path=ppt/slideLayouts/_rels/slideLayout65.xml.rels><?xml version="1.0" encoding="UTF-8"?>
<Relationships xmlns="http://schemas.openxmlformats.org/package/2006/relationships"><Relationship Id="rId1" Type="http://schemas.openxmlformats.org/officeDocument/2006/relationships/slideMaster" Target="../slideMasters/slideMaster65.xml"/>
</Relationships>
</file>

<file path=ppt/slideLayouts/_rels/slideLayout66.xml.rels><?xml version="1.0" encoding="UTF-8"?>
<Relationships xmlns="http://schemas.openxmlformats.org/package/2006/relationships"><Relationship Id="rId1" Type="http://schemas.openxmlformats.org/officeDocument/2006/relationships/slideMaster" Target="../slideMasters/slideMaster66.xml"/>
</Relationships>
</file>

<file path=ppt/slideLayouts/_rels/slideLayout67.xml.rels><?xml version="1.0" encoding="UTF-8"?>
<Relationships xmlns="http://schemas.openxmlformats.org/package/2006/relationships"><Relationship Id="rId1" Type="http://schemas.openxmlformats.org/officeDocument/2006/relationships/slideMaster" Target="../slideMasters/slideMaster67.xml"/>
</Relationships>
</file>

<file path=ppt/slideLayouts/_rels/slideLayout68.xml.rels><?xml version="1.0" encoding="UTF-8"?>
<Relationships xmlns="http://schemas.openxmlformats.org/package/2006/relationships"><Relationship Id="rId1" Type="http://schemas.openxmlformats.org/officeDocument/2006/relationships/slideMaster" Target="../slideMasters/slideMaster68.xml"/>
</Relationships>
</file>

<file path=ppt/slideLayouts/_rels/slideLayout69.xml.rels><?xml version="1.0" encoding="UTF-8"?>
<Relationships xmlns="http://schemas.openxmlformats.org/package/2006/relationships"><Relationship Id="rId1" Type="http://schemas.openxmlformats.org/officeDocument/2006/relationships/slideMaster" Target="../slideMasters/slideMaster69.xml"/>
</Relationships>
</file>

<file path=ppt/slideLayouts/_rels/slideLayout70.xml.rels><?xml version="1.0" encoding="UTF-8"?>
<Relationships xmlns="http://schemas.openxmlformats.org/package/2006/relationships"><Relationship Id="rId1" Type="http://schemas.openxmlformats.org/officeDocument/2006/relationships/slideMaster" Target="../slideMasters/slideMaster70.xml"/>
</Relationships>
</file>

<file path=ppt/slideLayouts/_rels/slideLayout71.xml.rels><?xml version="1.0" encoding="UTF-8"?>
<Relationships xmlns="http://schemas.openxmlformats.org/package/2006/relationships"><Relationship Id="rId1" Type="http://schemas.openxmlformats.org/officeDocument/2006/relationships/slideMaster" Target="../slideMasters/slideMaster71.xml"/>
</Relationships>
</file>

<file path=ppt/slideLayouts/_rels/slideLayout72.xml.rels><?xml version="1.0" encoding="UTF-8"?>
<Relationships xmlns="http://schemas.openxmlformats.org/package/2006/relationships"><Relationship Id="rId1" Type="http://schemas.openxmlformats.org/officeDocument/2006/relationships/slideMaster" Target="../slideMasters/slideMaster72.xml"/>
</Relationships>
</file>

<file path=ppt/slideLayouts/_rels/slideLayout73.xml.rels><?xml version="1.0" encoding="UTF-8"?>
<Relationships xmlns="http://schemas.openxmlformats.org/package/2006/relationships"><Relationship Id="rId1" Type="http://schemas.openxmlformats.org/officeDocument/2006/relationships/slideMaster" Target="../slideMasters/slideMaster73.xml"/>
</Relationships>
</file>

<file path=ppt/slideLayouts/_rels/slideLayout74.xml.rels><?xml version="1.0" encoding="UTF-8"?>
<Relationships xmlns="http://schemas.openxmlformats.org/package/2006/relationships"><Relationship Id="rId1" Type="http://schemas.openxmlformats.org/officeDocument/2006/relationships/slideMaster" Target="../slideMasters/slideMaster74.xml"/>
</Relationships>
</file>

<file path=ppt/slideLayouts/_rels/slideLayout75.xml.rels><?xml version="1.0" encoding="UTF-8"?>
<Relationships xmlns="http://schemas.openxmlformats.org/package/2006/relationships"><Relationship Id="rId1" Type="http://schemas.openxmlformats.org/officeDocument/2006/relationships/slideMaster" Target="../slideMasters/slideMaster7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and 2 Content">
    <p:spTree>
      <p:nvGrpSpPr>
        <p:cNvPr id="1" name=""/>
        <p:cNvGrpSpPr/>
        <p:nvPr/>
      </p:nvGrpSpPr>
      <p:grpSpPr>
        <a:xfrm>
          <a:off x="0" y="0"/>
          <a:ext cx="0" cy="0"/>
          <a:chOff x="0" y="0"/>
          <a:chExt cx="0" cy="0"/>
        </a:xfrm>
      </p:grpSpPr>
      <p:sp>
        <p:nvSpPr>
          <p:cNvPr id="3"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 name="PlaceHolder 2"/>
          <p:cNvSpPr>
            <a:spLocks noGrp="1"/>
          </p:cNvSpPr>
          <p:nvPr>
            <p:ph/>
          </p:nvPr>
        </p:nvSpPr>
        <p:spPr>
          <a:xfrm>
            <a:off x="504000" y="1768680"/>
            <a:ext cx="907200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2 Content over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9" name="PlaceHolder 2"/>
          <p:cNvSpPr>
            <a:spLocks noGrp="1"/>
          </p:cNvSpPr>
          <p:nvPr>
            <p:ph/>
          </p:nvPr>
        </p:nvSpPr>
        <p:spPr>
          <a:xfrm>
            <a:off x="504000" y="1768680"/>
            <a:ext cx="907200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over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4" name="PlaceHolder 2"/>
          <p:cNvSpPr>
            <a:spLocks noGrp="1"/>
          </p:cNvSpPr>
          <p:nvPr>
            <p:ph/>
          </p:nvPr>
        </p:nvSpPr>
        <p:spPr>
          <a:xfrm>
            <a:off x="504000" y="1768680"/>
            <a:ext cx="907200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4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9" name="PlaceHolder 2"/>
          <p:cNvSpPr>
            <a:spLocks noGrp="1"/>
          </p:cNvSpPr>
          <p:nvPr>
            <p:ph/>
          </p:nvPr>
        </p:nvSpPr>
        <p:spPr>
          <a:xfrm>
            <a:off x="504000" y="1768680"/>
            <a:ext cx="907200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6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4" name="PlaceHolder 2"/>
          <p:cNvSpPr>
            <a:spLocks noGrp="1"/>
          </p:cNvSpPr>
          <p:nvPr>
            <p:ph/>
          </p:nvPr>
        </p:nvSpPr>
        <p:spPr>
          <a:xfrm>
            <a:off x="504000" y="1768680"/>
            <a:ext cx="907200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Blank Slide">
    <p:spTree>
      <p:nvGrpSpPr>
        <p:cNvPr id="1" name=""/>
        <p:cNvGrpSpPr/>
        <p:nvPr/>
      </p:nvGrpSpPr>
      <p:grpSpPr>
        <a:xfrm>
          <a:off x="0" y="0"/>
          <a:ext cx="0" cy="0"/>
          <a:chOff x="0" y="0"/>
          <a:chExt cx="0" cy="0"/>
        </a:xfrm>
      </p:grpSpPr>
      <p:sp>
        <p:nvSpPr>
          <p:cNvPr id="28"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9" name="PlaceHolder 2"/>
          <p:cNvSpPr>
            <a:spLocks noGrp="1"/>
          </p:cNvSpPr>
          <p:nvPr>
            <p:ph/>
          </p:nvPr>
        </p:nvSpPr>
        <p:spPr>
          <a:xfrm>
            <a:off x="504000" y="1768680"/>
            <a:ext cx="907200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Slide">
    <p:spTree>
      <p:nvGrpSpPr>
        <p:cNvPr id="1" name=""/>
        <p:cNvGrpSpPr/>
        <p:nvPr/>
      </p:nvGrpSpPr>
      <p:grpSpPr>
        <a:xfrm>
          <a:off x="0" y="0"/>
          <a:ext cx="0" cy="0"/>
          <a:chOff x="0" y="0"/>
          <a:chExt cx="0" cy="0"/>
        </a:xfrm>
      </p:grpSpPr>
      <p:sp>
        <p:nvSpPr>
          <p:cNvPr id="33"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4" name="PlaceHolder 2"/>
          <p:cNvSpPr>
            <a:spLocks noGrp="1"/>
          </p:cNvSpPr>
          <p:nvPr>
            <p:ph/>
          </p:nvPr>
        </p:nvSpPr>
        <p:spPr>
          <a:xfrm>
            <a:off x="504000" y="1768680"/>
            <a:ext cx="907200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38"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9" name="PlaceHolder 2"/>
          <p:cNvSpPr>
            <a:spLocks noGrp="1"/>
          </p:cNvSpPr>
          <p:nvPr>
            <p:ph/>
          </p:nvPr>
        </p:nvSpPr>
        <p:spPr>
          <a:xfrm>
            <a:off x="504000" y="1768680"/>
            <a:ext cx="907200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2 Content">
    <p:spTree>
      <p:nvGrpSpPr>
        <p:cNvPr id="1" name=""/>
        <p:cNvGrpSpPr/>
        <p:nvPr/>
      </p:nvGrpSpPr>
      <p:grpSpPr>
        <a:xfrm>
          <a:off x="0" y="0"/>
          <a:ext cx="0" cy="0"/>
          <a:chOff x="0" y="0"/>
          <a:chExt cx="0" cy="0"/>
        </a:xfrm>
      </p:grpSpPr>
      <p:sp>
        <p:nvSpPr>
          <p:cNvPr id="43"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4" name="PlaceHolder 2"/>
          <p:cNvSpPr>
            <a:spLocks noGrp="1"/>
          </p:cNvSpPr>
          <p:nvPr>
            <p:ph/>
          </p:nvPr>
        </p:nvSpPr>
        <p:spPr>
          <a:xfrm>
            <a:off x="504000" y="1768680"/>
            <a:ext cx="907200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Only">
    <p:spTree>
      <p:nvGrpSpPr>
        <p:cNvPr id="1" name=""/>
        <p:cNvGrpSpPr/>
        <p:nvPr/>
      </p:nvGrpSpPr>
      <p:grpSpPr>
        <a:xfrm>
          <a:off x="0" y="0"/>
          <a:ext cx="0" cy="0"/>
          <a:chOff x="0" y="0"/>
          <a:chExt cx="0" cy="0"/>
        </a:xfrm>
      </p:grpSpPr>
      <p:sp>
        <p:nvSpPr>
          <p:cNvPr id="48"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9" name="PlaceHolder 2"/>
          <p:cNvSpPr>
            <a:spLocks noGrp="1"/>
          </p:cNvSpPr>
          <p:nvPr>
            <p:ph/>
          </p:nvPr>
        </p:nvSpPr>
        <p:spPr>
          <a:xfrm>
            <a:off x="504000" y="1768680"/>
            <a:ext cx="907200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Centered Text">
    <p:spTree>
      <p:nvGrpSpPr>
        <p:cNvPr id="1" name=""/>
        <p:cNvGrpSpPr/>
        <p:nvPr/>
      </p:nvGrpSpPr>
      <p:grpSpPr>
        <a:xfrm>
          <a:off x="0" y="0"/>
          <a:ext cx="0" cy="0"/>
          <a:chOff x="0" y="0"/>
          <a:chExt cx="0" cy="0"/>
        </a:xfrm>
      </p:grpSpPr>
      <p:sp>
        <p:nvSpPr>
          <p:cNvPr id="53"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4" name="PlaceHolder 2"/>
          <p:cNvSpPr>
            <a:spLocks noGrp="1"/>
          </p:cNvSpPr>
          <p:nvPr>
            <p:ph/>
          </p:nvPr>
        </p:nvSpPr>
        <p:spPr>
          <a:xfrm>
            <a:off x="504000" y="1768680"/>
            <a:ext cx="907200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2 Content and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9" name="PlaceHolder 2"/>
          <p:cNvSpPr>
            <a:spLocks noGrp="1"/>
          </p:cNvSpPr>
          <p:nvPr>
            <p:ph/>
          </p:nvPr>
        </p:nvSpPr>
        <p:spPr>
          <a:xfrm>
            <a:off x="504000" y="1768680"/>
            <a:ext cx="907200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p:spTree>
      <p:nvGrpSpPr>
        <p:cNvPr id="1" name=""/>
        <p:cNvGrpSpPr/>
        <p:nvPr/>
      </p:nvGrpSpPr>
      <p:grpSpPr>
        <a:xfrm>
          <a:off x="0" y="0"/>
          <a:ext cx="0" cy="0"/>
          <a:chOff x="0" y="0"/>
          <a:chExt cx="0" cy="0"/>
        </a:xfrm>
      </p:grpSpPr>
      <p:sp>
        <p:nvSpPr>
          <p:cNvPr id="64"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5" name="PlaceHolder 2"/>
          <p:cNvSpPr>
            <a:spLocks noGrp="1"/>
          </p:cNvSpPr>
          <p:nvPr>
            <p:ph/>
          </p:nvPr>
        </p:nvSpPr>
        <p:spPr>
          <a:xfrm>
            <a:off x="504000" y="1768680"/>
            <a:ext cx="907200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1">
    <p:spTree>
      <p:nvGrpSpPr>
        <p:cNvPr id="1" name=""/>
        <p:cNvGrpSpPr/>
        <p:nvPr/>
      </p:nvGrpSpPr>
      <p:grpSpPr>
        <a:xfrm>
          <a:off x="0" y="0"/>
          <a:ext cx="0" cy="0"/>
          <a:chOff x="0" y="0"/>
          <a:chExt cx="0" cy="0"/>
        </a:xfrm>
      </p:grpSpPr>
      <p:sp>
        <p:nvSpPr>
          <p:cNvPr id="70"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1" name="PlaceHolder 2"/>
          <p:cNvSpPr>
            <a:spLocks noGrp="1"/>
          </p:cNvSpPr>
          <p:nvPr>
            <p:ph/>
          </p:nvPr>
        </p:nvSpPr>
        <p:spPr>
          <a:xfrm>
            <a:off x="504000" y="1768680"/>
            <a:ext cx="907200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2">
    <p:spTree>
      <p:nvGrpSpPr>
        <p:cNvPr id="1" name=""/>
        <p:cNvGrpSpPr/>
        <p:nvPr/>
      </p:nvGrpSpPr>
      <p:grpSpPr>
        <a:xfrm>
          <a:off x="0" y="0"/>
          <a:ext cx="0" cy="0"/>
          <a:chOff x="0" y="0"/>
          <a:chExt cx="0" cy="0"/>
        </a:xfrm>
      </p:grpSpPr>
      <p:sp>
        <p:nvSpPr>
          <p:cNvPr id="76"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7" name="PlaceHolder 2"/>
          <p:cNvSpPr>
            <a:spLocks noGrp="1"/>
          </p:cNvSpPr>
          <p:nvPr>
            <p:ph/>
          </p:nvPr>
        </p:nvSpPr>
        <p:spPr>
          <a:xfrm>
            <a:off x="504000" y="1768680"/>
            <a:ext cx="907200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3">
    <p:spTree>
      <p:nvGrpSpPr>
        <p:cNvPr id="1" name=""/>
        <p:cNvGrpSpPr/>
        <p:nvPr/>
      </p:nvGrpSpPr>
      <p:grpSpPr>
        <a:xfrm>
          <a:off x="0" y="0"/>
          <a:ext cx="0" cy="0"/>
          <a:chOff x="0" y="0"/>
          <a:chExt cx="0" cy="0"/>
        </a:xfrm>
      </p:grpSpPr>
      <p:sp>
        <p:nvSpPr>
          <p:cNvPr id="82"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3" name="PlaceHolder 2"/>
          <p:cNvSpPr>
            <a:spLocks noGrp="1"/>
          </p:cNvSpPr>
          <p:nvPr>
            <p:ph/>
          </p:nvPr>
        </p:nvSpPr>
        <p:spPr>
          <a:xfrm>
            <a:off x="504000" y="1768680"/>
            <a:ext cx="907200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4">
    <p:spTree>
      <p:nvGrpSpPr>
        <p:cNvPr id="1" name=""/>
        <p:cNvGrpSpPr/>
        <p:nvPr/>
      </p:nvGrpSpPr>
      <p:grpSpPr>
        <a:xfrm>
          <a:off x="0" y="0"/>
          <a:ext cx="0" cy="0"/>
          <a:chOff x="0" y="0"/>
          <a:chExt cx="0" cy="0"/>
        </a:xfrm>
      </p:grpSpPr>
      <p:sp>
        <p:nvSpPr>
          <p:cNvPr id="88"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9" name="PlaceHolder 2"/>
          <p:cNvSpPr>
            <a:spLocks noGrp="1"/>
          </p:cNvSpPr>
          <p:nvPr>
            <p:ph/>
          </p:nvPr>
        </p:nvSpPr>
        <p:spPr>
          <a:xfrm>
            <a:off x="504000" y="1768680"/>
            <a:ext cx="907200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5">
    <p:spTree>
      <p:nvGrpSpPr>
        <p:cNvPr id="1" name=""/>
        <p:cNvGrpSpPr/>
        <p:nvPr/>
      </p:nvGrpSpPr>
      <p:grpSpPr>
        <a:xfrm>
          <a:off x="0" y="0"/>
          <a:ext cx="0" cy="0"/>
          <a:chOff x="0" y="0"/>
          <a:chExt cx="0" cy="0"/>
        </a:xfrm>
      </p:grpSpPr>
      <p:sp>
        <p:nvSpPr>
          <p:cNvPr id="94"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95" name="PlaceHolder 2"/>
          <p:cNvSpPr>
            <a:spLocks noGrp="1"/>
          </p:cNvSpPr>
          <p:nvPr>
            <p:ph/>
          </p:nvPr>
        </p:nvSpPr>
        <p:spPr>
          <a:xfrm>
            <a:off x="504000" y="1768680"/>
            <a:ext cx="907200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6">
    <p:spTree>
      <p:nvGrpSpPr>
        <p:cNvPr id="1" name=""/>
        <p:cNvGrpSpPr/>
        <p:nvPr/>
      </p:nvGrpSpPr>
      <p:grpSpPr>
        <a:xfrm>
          <a:off x="0" y="0"/>
          <a:ext cx="0" cy="0"/>
          <a:chOff x="0" y="0"/>
          <a:chExt cx="0" cy="0"/>
        </a:xfrm>
      </p:grpSpPr>
      <p:sp>
        <p:nvSpPr>
          <p:cNvPr id="100"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01" name="PlaceHolder 2"/>
          <p:cNvSpPr>
            <a:spLocks noGrp="1"/>
          </p:cNvSpPr>
          <p:nvPr>
            <p:ph/>
          </p:nvPr>
        </p:nvSpPr>
        <p:spPr>
          <a:xfrm>
            <a:off x="504000" y="1768680"/>
            <a:ext cx="907200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7">
    <p:spTree>
      <p:nvGrpSpPr>
        <p:cNvPr id="1" name=""/>
        <p:cNvGrpSpPr/>
        <p:nvPr/>
      </p:nvGrpSpPr>
      <p:grpSpPr>
        <a:xfrm>
          <a:off x="0" y="0"/>
          <a:ext cx="0" cy="0"/>
          <a:chOff x="0" y="0"/>
          <a:chExt cx="0" cy="0"/>
        </a:xfrm>
      </p:grpSpPr>
      <p:sp>
        <p:nvSpPr>
          <p:cNvPr id="105"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8">
    <p:spTree>
      <p:nvGrpSpPr>
        <p:cNvPr id="1" name=""/>
        <p:cNvGrpSpPr/>
        <p:nvPr/>
      </p:nvGrpSpPr>
      <p:grpSpPr>
        <a:xfrm>
          <a:off x="0" y="0"/>
          <a:ext cx="0" cy="0"/>
          <a:chOff x="0" y="0"/>
          <a:chExt cx="0" cy="0"/>
        </a:xfrm>
      </p:grpSpPr>
      <p:sp>
        <p:nvSpPr>
          <p:cNvPr id="109"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9">
    <p:spTree>
      <p:nvGrpSpPr>
        <p:cNvPr id="1" name=""/>
        <p:cNvGrpSpPr/>
        <p:nvPr/>
      </p:nvGrpSpPr>
      <p:grpSpPr>
        <a:xfrm>
          <a:off x="0" y="0"/>
          <a:ext cx="0" cy="0"/>
          <a:chOff x="0" y="0"/>
          <a:chExt cx="0" cy="0"/>
        </a:xfrm>
      </p:grpSpPr>
      <p:sp>
        <p:nvSpPr>
          <p:cNvPr id="113"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10">
    <p:spTree>
      <p:nvGrpSpPr>
        <p:cNvPr id="1" name=""/>
        <p:cNvGrpSpPr/>
        <p:nvPr/>
      </p:nvGrpSpPr>
      <p:grpSpPr>
        <a:xfrm>
          <a:off x="0" y="0"/>
          <a:ext cx="0" cy="0"/>
          <a:chOff x="0" y="0"/>
          <a:chExt cx="0" cy="0"/>
        </a:xfrm>
      </p:grpSpPr>
      <p:sp>
        <p:nvSpPr>
          <p:cNvPr id="117"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11">
    <p:spTree>
      <p:nvGrpSpPr>
        <p:cNvPr id="1" name=""/>
        <p:cNvGrpSpPr/>
        <p:nvPr/>
      </p:nvGrpSpPr>
      <p:grpSpPr>
        <a:xfrm>
          <a:off x="0" y="0"/>
          <a:ext cx="0" cy="0"/>
          <a:chOff x="0" y="0"/>
          <a:chExt cx="0" cy="0"/>
        </a:xfrm>
      </p:grpSpPr>
      <p:sp>
        <p:nvSpPr>
          <p:cNvPr id="121"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12">
    <p:spTree>
      <p:nvGrpSpPr>
        <p:cNvPr id="1" name=""/>
        <p:cNvGrpSpPr/>
        <p:nvPr/>
      </p:nvGrpSpPr>
      <p:grpSpPr>
        <a:xfrm>
          <a:off x="0" y="0"/>
          <a:ext cx="0" cy="0"/>
          <a:chOff x="0" y="0"/>
          <a:chExt cx="0" cy="0"/>
        </a:xfrm>
      </p:grpSpPr>
      <p:sp>
        <p:nvSpPr>
          <p:cNvPr id="123"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13">
    <p:spTree>
      <p:nvGrpSpPr>
        <p:cNvPr id="1" name=""/>
        <p:cNvGrpSpPr/>
        <p:nvPr/>
      </p:nvGrpSpPr>
      <p:grpSpPr>
        <a:xfrm>
          <a:off x="0" y="0"/>
          <a:ext cx="0" cy="0"/>
          <a:chOff x="0" y="0"/>
          <a:chExt cx="0" cy="0"/>
        </a:xfrm>
      </p:grpSpPr>
      <p:sp>
        <p:nvSpPr>
          <p:cNvPr id="125"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14">
    <p:spTree>
      <p:nvGrpSpPr>
        <p:cNvPr id="1" name=""/>
        <p:cNvGrpSpPr/>
        <p:nvPr/>
      </p:nvGrpSpPr>
      <p:grpSpPr>
        <a:xfrm>
          <a:off x="0" y="0"/>
          <a:ext cx="0" cy="0"/>
          <a:chOff x="0" y="0"/>
          <a:chExt cx="0" cy="0"/>
        </a:xfrm>
      </p:grpSpPr>
      <p:sp>
        <p:nvSpPr>
          <p:cNvPr id="127"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15">
    <p:spTree>
      <p:nvGrpSpPr>
        <p:cNvPr id="1" name=""/>
        <p:cNvGrpSpPr/>
        <p:nvPr/>
      </p:nvGrpSpPr>
      <p:grpSpPr>
        <a:xfrm>
          <a:off x="0" y="0"/>
          <a:ext cx="0" cy="0"/>
          <a:chOff x="0" y="0"/>
          <a:chExt cx="0" cy="0"/>
        </a:xfrm>
      </p:grpSpPr>
      <p:sp>
        <p:nvSpPr>
          <p:cNvPr id="129"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16">
    <p:spTree>
      <p:nvGrpSpPr>
        <p:cNvPr id="1" name=""/>
        <p:cNvGrpSpPr/>
        <p:nvPr/>
      </p:nvGrpSpPr>
      <p:grpSpPr>
        <a:xfrm>
          <a:off x="0" y="0"/>
          <a:ext cx="0" cy="0"/>
          <a:chOff x="0" y="0"/>
          <a:chExt cx="0" cy="0"/>
        </a:xfrm>
      </p:grpSpPr>
      <p:sp>
        <p:nvSpPr>
          <p:cNvPr id="131"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7">
    <p:spTree>
      <p:nvGrpSpPr>
        <p:cNvPr id="1" name=""/>
        <p:cNvGrpSpPr/>
        <p:nvPr/>
      </p:nvGrpSpPr>
      <p:grpSpPr>
        <a:xfrm>
          <a:off x="0" y="0"/>
          <a:ext cx="0" cy="0"/>
          <a:chOff x="0" y="0"/>
          <a:chExt cx="0" cy="0"/>
        </a:xfrm>
      </p:grpSpPr>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18">
    <p:spTree>
      <p:nvGrpSpPr>
        <p:cNvPr id="1" name=""/>
        <p:cNvGrpSpPr/>
        <p:nvPr/>
      </p:nvGrpSpPr>
      <p:grpSpPr>
        <a:xfrm>
          <a:off x="0" y="0"/>
          <a:ext cx="0" cy="0"/>
          <a:chOff x="0" y="0"/>
          <a:chExt cx="0" cy="0"/>
        </a:xfrm>
      </p:grpSpPr>
      <p:sp>
        <p:nvSpPr>
          <p:cNvPr id="136"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37" name="PlaceHolder 2"/>
          <p:cNvSpPr>
            <a:spLocks noGrp="1"/>
          </p:cNvSpPr>
          <p:nvPr>
            <p:ph type="subTitle"/>
          </p:nvPr>
        </p:nvSpPr>
        <p:spPr>
          <a:xfrm>
            <a:off x="504000" y="1768680"/>
            <a:ext cx="9072000" cy="43840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19">
    <p:spTree>
      <p:nvGrpSpPr>
        <p:cNvPr id="1" name=""/>
        <p:cNvGrpSpPr/>
        <p:nvPr/>
      </p:nvGrpSpPr>
      <p:grpSpPr>
        <a:xfrm>
          <a:off x="0" y="0"/>
          <a:ext cx="0" cy="0"/>
          <a:chOff x="0" y="0"/>
          <a:chExt cx="0" cy="0"/>
        </a:xfrm>
      </p:grpSpPr>
      <p:sp>
        <p:nvSpPr>
          <p:cNvPr id="139"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20">
    <p:spTree>
      <p:nvGrpSpPr>
        <p:cNvPr id="1" name=""/>
        <p:cNvGrpSpPr/>
        <p:nvPr/>
      </p:nvGrpSpPr>
      <p:grpSpPr>
        <a:xfrm>
          <a:off x="0" y="0"/>
          <a:ext cx="0" cy="0"/>
          <a:chOff x="0" y="0"/>
          <a:chExt cx="0" cy="0"/>
        </a:xfrm>
      </p:grpSpPr>
      <p:sp>
        <p:nvSpPr>
          <p:cNvPr id="141"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21">
    <p:spTree>
      <p:nvGrpSpPr>
        <p:cNvPr id="1" name=""/>
        <p:cNvGrpSpPr/>
        <p:nvPr/>
      </p:nvGrpSpPr>
      <p:grpSpPr>
        <a:xfrm>
          <a:off x="0" y="0"/>
          <a:ext cx="0" cy="0"/>
          <a:chOff x="0" y="0"/>
          <a:chExt cx="0" cy="0"/>
        </a:xfrm>
      </p:grpSpPr>
      <p:sp>
        <p:nvSpPr>
          <p:cNvPr id="143"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22">
    <p:spTree>
      <p:nvGrpSpPr>
        <p:cNvPr id="1" name=""/>
        <p:cNvGrpSpPr/>
        <p:nvPr/>
      </p:nvGrpSpPr>
      <p:grpSpPr>
        <a:xfrm>
          <a:off x="0" y="0"/>
          <a:ext cx="0" cy="0"/>
          <a:chOff x="0" y="0"/>
          <a:chExt cx="0" cy="0"/>
        </a:xfrm>
      </p:grpSpPr>
      <p:sp>
        <p:nvSpPr>
          <p:cNvPr id="145"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23">
    <p:spTree>
      <p:nvGrpSpPr>
        <p:cNvPr id="1" name=""/>
        <p:cNvGrpSpPr/>
        <p:nvPr/>
      </p:nvGrpSpPr>
      <p:grpSpPr>
        <a:xfrm>
          <a:off x="0" y="0"/>
          <a:ext cx="0" cy="0"/>
          <a:chOff x="0" y="0"/>
          <a:chExt cx="0" cy="0"/>
        </a:xfrm>
      </p:grpSpPr>
      <p:sp>
        <p:nvSpPr>
          <p:cNvPr id="147"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24">
    <p:spTree>
      <p:nvGrpSpPr>
        <p:cNvPr id="1" name=""/>
        <p:cNvGrpSpPr/>
        <p:nvPr/>
      </p:nvGrpSpPr>
      <p:grpSpPr>
        <a:xfrm>
          <a:off x="0" y="0"/>
          <a:ext cx="0" cy="0"/>
          <a:chOff x="0" y="0"/>
          <a:chExt cx="0" cy="0"/>
        </a:xfrm>
      </p:grpSpPr>
      <p:sp>
        <p:nvSpPr>
          <p:cNvPr id="149"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25">
    <p:spTree>
      <p:nvGrpSpPr>
        <p:cNvPr id="1" name=""/>
        <p:cNvGrpSpPr/>
        <p:nvPr/>
      </p:nvGrpSpPr>
      <p:grpSpPr>
        <a:xfrm>
          <a:off x="0" y="0"/>
          <a:ext cx="0" cy="0"/>
          <a:chOff x="0" y="0"/>
          <a:chExt cx="0" cy="0"/>
        </a:xfrm>
      </p:grpSpPr>
      <p:sp>
        <p:nvSpPr>
          <p:cNvPr id="151"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26">
    <p:spTree>
      <p:nvGrpSpPr>
        <p:cNvPr id="1" name=""/>
        <p:cNvGrpSpPr/>
        <p:nvPr/>
      </p:nvGrpSpPr>
      <p:grpSpPr>
        <a:xfrm>
          <a:off x="0" y="0"/>
          <a:ext cx="0" cy="0"/>
          <a:chOff x="0" y="0"/>
          <a:chExt cx="0" cy="0"/>
        </a:xfrm>
      </p:grpSpPr>
      <p:sp>
        <p:nvSpPr>
          <p:cNvPr id="153"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27">
    <p:spTree>
      <p:nvGrpSpPr>
        <p:cNvPr id="1" name=""/>
        <p:cNvGrpSpPr/>
        <p:nvPr/>
      </p:nvGrpSpPr>
      <p:grpSpPr>
        <a:xfrm>
          <a:off x="0" y="0"/>
          <a:ext cx="0" cy="0"/>
          <a:chOff x="0" y="0"/>
          <a:chExt cx="0" cy="0"/>
        </a:xfrm>
      </p:grpSpPr>
      <p:sp>
        <p:nvSpPr>
          <p:cNvPr id="155"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28">
    <p:spTree>
      <p:nvGrpSpPr>
        <p:cNvPr id="1" name=""/>
        <p:cNvGrpSpPr/>
        <p:nvPr/>
      </p:nvGrpSpPr>
      <p:grpSpPr>
        <a:xfrm>
          <a:off x="0" y="0"/>
          <a:ext cx="0" cy="0"/>
          <a:chOff x="0" y="0"/>
          <a:chExt cx="0" cy="0"/>
        </a:xfrm>
      </p:grpSpPr>
      <p:sp>
        <p:nvSpPr>
          <p:cNvPr id="157"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29">
    <p:spTree>
      <p:nvGrpSpPr>
        <p:cNvPr id="1" name=""/>
        <p:cNvGrpSpPr/>
        <p:nvPr/>
      </p:nvGrpSpPr>
      <p:grpSpPr>
        <a:xfrm>
          <a:off x="0" y="0"/>
          <a:ext cx="0" cy="0"/>
          <a:chOff x="0" y="0"/>
          <a:chExt cx="0" cy="0"/>
        </a:xfrm>
      </p:grpSpPr>
      <p:sp>
        <p:nvSpPr>
          <p:cNvPr id="159"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30">
    <p:spTree>
      <p:nvGrpSpPr>
        <p:cNvPr id="1" name=""/>
        <p:cNvGrpSpPr/>
        <p:nvPr/>
      </p:nvGrpSpPr>
      <p:grpSpPr>
        <a:xfrm>
          <a:off x="0" y="0"/>
          <a:ext cx="0" cy="0"/>
          <a:chOff x="0" y="0"/>
          <a:chExt cx="0" cy="0"/>
        </a:xfrm>
      </p:grpSpPr>
      <p:sp>
        <p:nvSpPr>
          <p:cNvPr id="161"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1">
    <p:spTree>
      <p:nvGrpSpPr>
        <p:cNvPr id="1" name=""/>
        <p:cNvGrpSpPr/>
        <p:nvPr/>
      </p:nvGrpSpPr>
      <p:grpSpPr>
        <a:xfrm>
          <a:off x="0" y="0"/>
          <a:ext cx="0" cy="0"/>
          <a:chOff x="0" y="0"/>
          <a:chExt cx="0" cy="0"/>
        </a:xfrm>
      </p:grpSpPr>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32">
    <p:spTree>
      <p:nvGrpSpPr>
        <p:cNvPr id="1" name=""/>
        <p:cNvGrpSpPr/>
        <p:nvPr/>
      </p:nvGrpSpPr>
      <p:grpSpPr>
        <a:xfrm>
          <a:off x="0" y="0"/>
          <a:ext cx="0" cy="0"/>
          <a:chOff x="0" y="0"/>
          <a:chExt cx="0" cy="0"/>
        </a:xfrm>
      </p:grpSpPr>
      <p:sp>
        <p:nvSpPr>
          <p:cNvPr id="165"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33">
    <p:spTree>
      <p:nvGrpSpPr>
        <p:cNvPr id="1" name=""/>
        <p:cNvGrpSpPr/>
        <p:nvPr/>
      </p:nvGrpSpPr>
      <p:grpSpPr>
        <a:xfrm>
          <a:off x="0" y="0"/>
          <a:ext cx="0" cy="0"/>
          <a:chOff x="0" y="0"/>
          <a:chExt cx="0" cy="0"/>
        </a:xfrm>
      </p:grpSpPr>
      <p:sp>
        <p:nvSpPr>
          <p:cNvPr id="167"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34">
    <p:spTree>
      <p:nvGrpSpPr>
        <p:cNvPr id="1" name=""/>
        <p:cNvGrpSpPr/>
        <p:nvPr/>
      </p:nvGrpSpPr>
      <p:grpSpPr>
        <a:xfrm>
          <a:off x="0" y="0"/>
          <a:ext cx="0" cy="0"/>
          <a:chOff x="0" y="0"/>
          <a:chExt cx="0" cy="0"/>
        </a:xfrm>
      </p:grpSpPr>
      <p:sp>
        <p:nvSpPr>
          <p:cNvPr id="169"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35">
    <p:spTree>
      <p:nvGrpSpPr>
        <p:cNvPr id="1" name=""/>
        <p:cNvGrpSpPr/>
        <p:nvPr/>
      </p:nvGrpSpPr>
      <p:grpSpPr>
        <a:xfrm>
          <a:off x="0" y="0"/>
          <a:ext cx="0" cy="0"/>
          <a:chOff x="0" y="0"/>
          <a:chExt cx="0" cy="0"/>
        </a:xfrm>
      </p:grpSpPr>
      <p:sp>
        <p:nvSpPr>
          <p:cNvPr id="171"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36">
    <p:spTree>
      <p:nvGrpSpPr>
        <p:cNvPr id="1" name=""/>
        <p:cNvGrpSpPr/>
        <p:nvPr/>
      </p:nvGrpSpPr>
      <p:grpSpPr>
        <a:xfrm>
          <a:off x="0" y="0"/>
          <a:ext cx="0" cy="0"/>
          <a:chOff x="0" y="0"/>
          <a:chExt cx="0" cy="0"/>
        </a:xfrm>
      </p:grpSpPr>
      <p:sp>
        <p:nvSpPr>
          <p:cNvPr id="173"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37">
    <p:spTree>
      <p:nvGrpSpPr>
        <p:cNvPr id="1" name=""/>
        <p:cNvGrpSpPr/>
        <p:nvPr/>
      </p:nvGrpSpPr>
      <p:grpSpPr>
        <a:xfrm>
          <a:off x="0" y="0"/>
          <a:ext cx="0" cy="0"/>
          <a:chOff x="0" y="0"/>
          <a:chExt cx="0" cy="0"/>
        </a:xfrm>
      </p:grpSpPr>
      <p:sp>
        <p:nvSpPr>
          <p:cNvPr id="175"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38">
    <p:spTree>
      <p:nvGrpSpPr>
        <p:cNvPr id="1" name=""/>
        <p:cNvGrpSpPr/>
        <p:nvPr/>
      </p:nvGrpSpPr>
      <p:grpSpPr>
        <a:xfrm>
          <a:off x="0" y="0"/>
          <a:ext cx="0" cy="0"/>
          <a:chOff x="0" y="0"/>
          <a:chExt cx="0" cy="0"/>
        </a:xfrm>
      </p:grpSpPr>
      <p:sp>
        <p:nvSpPr>
          <p:cNvPr id="177"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39">
    <p:spTree>
      <p:nvGrpSpPr>
        <p:cNvPr id="1" name=""/>
        <p:cNvGrpSpPr/>
        <p:nvPr/>
      </p:nvGrpSpPr>
      <p:grpSpPr>
        <a:xfrm>
          <a:off x="0" y="0"/>
          <a:ext cx="0" cy="0"/>
          <a:chOff x="0" y="0"/>
          <a:chExt cx="0" cy="0"/>
        </a:xfrm>
      </p:grpSpPr>
      <p:sp>
        <p:nvSpPr>
          <p:cNvPr id="179"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40">
    <p:spTree>
      <p:nvGrpSpPr>
        <p:cNvPr id="1" name=""/>
        <p:cNvGrpSpPr/>
        <p:nvPr/>
      </p:nvGrpSpPr>
      <p:grpSpPr>
        <a:xfrm>
          <a:off x="0" y="0"/>
          <a:ext cx="0" cy="0"/>
          <a:chOff x="0" y="0"/>
          <a:chExt cx="0" cy="0"/>
        </a:xfrm>
      </p:grpSpPr>
      <p:sp>
        <p:nvSpPr>
          <p:cNvPr id="181"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41">
    <p:spTree>
      <p:nvGrpSpPr>
        <p:cNvPr id="1" name=""/>
        <p:cNvGrpSpPr/>
        <p:nvPr/>
      </p:nvGrpSpPr>
      <p:grpSpPr>
        <a:xfrm>
          <a:off x="0" y="0"/>
          <a:ext cx="0" cy="0"/>
          <a:chOff x="0" y="0"/>
          <a:chExt cx="0" cy="0"/>
        </a:xfrm>
      </p:grpSpPr>
      <p:sp>
        <p:nvSpPr>
          <p:cNvPr id="183"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42">
    <p:spTree>
      <p:nvGrpSpPr>
        <p:cNvPr id="1" name=""/>
        <p:cNvGrpSpPr/>
        <p:nvPr/>
      </p:nvGrpSpPr>
      <p:grpSpPr>
        <a:xfrm>
          <a:off x="0" y="0"/>
          <a:ext cx="0" cy="0"/>
          <a:chOff x="0" y="0"/>
          <a:chExt cx="0" cy="0"/>
        </a:xfrm>
      </p:grpSpPr>
      <p:sp>
        <p:nvSpPr>
          <p:cNvPr id="185"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43">
    <p:spTree>
      <p:nvGrpSpPr>
        <p:cNvPr id="1" name=""/>
        <p:cNvGrpSpPr/>
        <p:nvPr/>
      </p:nvGrpSpPr>
      <p:grpSpPr>
        <a:xfrm>
          <a:off x="0" y="0"/>
          <a:ext cx="0" cy="0"/>
          <a:chOff x="0" y="0"/>
          <a:chExt cx="0" cy="0"/>
        </a:xfrm>
      </p:grpSpPr>
      <p:sp>
        <p:nvSpPr>
          <p:cNvPr id="187"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44">
    <p:spTree>
      <p:nvGrpSpPr>
        <p:cNvPr id="1" name=""/>
        <p:cNvGrpSpPr/>
        <p:nvPr/>
      </p:nvGrpSpPr>
      <p:grpSpPr>
        <a:xfrm>
          <a:off x="0" y="0"/>
          <a:ext cx="0" cy="0"/>
          <a:chOff x="0" y="0"/>
          <a:chExt cx="0" cy="0"/>
        </a:xfrm>
      </p:grpSpPr>
      <p:sp>
        <p:nvSpPr>
          <p:cNvPr id="189"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45">
    <p:spTree>
      <p:nvGrpSpPr>
        <p:cNvPr id="1" name=""/>
        <p:cNvGrpSpPr/>
        <p:nvPr/>
      </p:nvGrpSpPr>
      <p:grpSpPr>
        <a:xfrm>
          <a:off x="0" y="0"/>
          <a:ext cx="0" cy="0"/>
          <a:chOff x="0" y="0"/>
          <a:chExt cx="0" cy="0"/>
        </a:xfrm>
      </p:grpSpPr>
      <p:sp>
        <p:nvSpPr>
          <p:cNvPr id="191"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46">
    <p:spTree>
      <p:nvGrpSpPr>
        <p:cNvPr id="1" name=""/>
        <p:cNvGrpSpPr/>
        <p:nvPr/>
      </p:nvGrpSpPr>
      <p:grpSpPr>
        <a:xfrm>
          <a:off x="0" y="0"/>
          <a:ext cx="0" cy="0"/>
          <a:chOff x="0" y="0"/>
          <a:chExt cx="0" cy="0"/>
        </a:xfrm>
      </p:grpSpPr>
      <p:sp>
        <p:nvSpPr>
          <p:cNvPr id="193"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47">
    <p:spTree>
      <p:nvGrpSpPr>
        <p:cNvPr id="1" name=""/>
        <p:cNvGrpSpPr/>
        <p:nvPr/>
      </p:nvGrpSpPr>
      <p:grpSpPr>
        <a:xfrm>
          <a:off x="0" y="0"/>
          <a:ext cx="0" cy="0"/>
          <a:chOff x="0" y="0"/>
          <a:chExt cx="0" cy="0"/>
        </a:xfrm>
      </p:grpSpPr>
      <p:sp>
        <p:nvSpPr>
          <p:cNvPr id="197"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98" name="PlaceHolder 2"/>
          <p:cNvSpPr>
            <a:spLocks noGrp="1"/>
          </p:cNvSpPr>
          <p:nvPr>
            <p:ph/>
          </p:nvPr>
        </p:nvSpPr>
        <p:spPr>
          <a:xfrm>
            <a:off x="504000" y="1768680"/>
            <a:ext cx="442692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99" name="PlaceHolder 3"/>
          <p:cNvSpPr>
            <a:spLocks noGrp="1"/>
          </p:cNvSpPr>
          <p:nvPr>
            <p:ph/>
          </p:nvPr>
        </p:nvSpPr>
        <p:spPr>
          <a:xfrm>
            <a:off x="5152680" y="1768680"/>
            <a:ext cx="442692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6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48">
    <p:spTree>
      <p:nvGrpSpPr>
        <p:cNvPr id="1" name=""/>
        <p:cNvGrpSpPr/>
        <p:nvPr/>
      </p:nvGrpSpPr>
      <p:grpSpPr>
        <a:xfrm>
          <a:off x="0" y="0"/>
          <a:ext cx="0" cy="0"/>
          <a:chOff x="0" y="0"/>
          <a:chExt cx="0" cy="0"/>
        </a:xfrm>
      </p:grpSpPr>
      <p:sp>
        <p:nvSpPr>
          <p:cNvPr id="201"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6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49">
    <p:spTree>
      <p:nvGrpSpPr>
        <p:cNvPr id="1" name=""/>
        <p:cNvGrpSpPr/>
        <p:nvPr/>
      </p:nvGrpSpPr>
      <p:grpSpPr>
        <a:xfrm>
          <a:off x="0" y="0"/>
          <a:ext cx="0" cy="0"/>
          <a:chOff x="0" y="0"/>
          <a:chExt cx="0" cy="0"/>
        </a:xfrm>
      </p:grpSpPr>
      <p:sp>
        <p:nvSpPr>
          <p:cNvPr id="203"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6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50">
    <p:spTree>
      <p:nvGrpSpPr>
        <p:cNvPr id="1" name=""/>
        <p:cNvGrpSpPr/>
        <p:nvPr/>
      </p:nvGrpSpPr>
      <p:grpSpPr>
        <a:xfrm>
          <a:off x="0" y="0"/>
          <a:ext cx="0" cy="0"/>
          <a:chOff x="0" y="0"/>
          <a:chExt cx="0" cy="0"/>
        </a:xfrm>
      </p:grpSpPr>
      <p:sp>
        <p:nvSpPr>
          <p:cNvPr id="205"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6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51">
    <p:spTree>
      <p:nvGrpSpPr>
        <p:cNvPr id="1" name=""/>
        <p:cNvGrpSpPr/>
        <p:nvPr/>
      </p:nvGrpSpPr>
      <p:grpSpPr>
        <a:xfrm>
          <a:off x="0" y="0"/>
          <a:ext cx="0" cy="0"/>
          <a:chOff x="0" y="0"/>
          <a:chExt cx="0" cy="0"/>
        </a:xfrm>
      </p:grpSpPr>
      <p:sp>
        <p:nvSpPr>
          <p:cNvPr id="207"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6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52">
    <p:spTree>
      <p:nvGrpSpPr>
        <p:cNvPr id="1" name=""/>
        <p:cNvGrpSpPr/>
        <p:nvPr/>
      </p:nvGrpSpPr>
      <p:grpSpPr>
        <a:xfrm>
          <a:off x="0" y="0"/>
          <a:ext cx="0" cy="0"/>
          <a:chOff x="0" y="0"/>
          <a:chExt cx="0" cy="0"/>
        </a:xfrm>
      </p:grpSpPr>
      <p:sp>
        <p:nvSpPr>
          <p:cNvPr id="209"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6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53">
    <p:spTree>
      <p:nvGrpSpPr>
        <p:cNvPr id="1" name=""/>
        <p:cNvGrpSpPr/>
        <p:nvPr/>
      </p:nvGrpSpPr>
      <p:grpSpPr>
        <a:xfrm>
          <a:off x="0" y="0"/>
          <a:ext cx="0" cy="0"/>
          <a:chOff x="0" y="0"/>
          <a:chExt cx="0" cy="0"/>
        </a:xfrm>
      </p:grpSpPr>
      <p:sp>
        <p:nvSpPr>
          <p:cNvPr id="211"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6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54">
    <p:spTree>
      <p:nvGrpSpPr>
        <p:cNvPr id="1" name=""/>
        <p:cNvGrpSpPr/>
        <p:nvPr/>
      </p:nvGrpSpPr>
      <p:grpSpPr>
        <a:xfrm>
          <a:off x="0" y="0"/>
          <a:ext cx="0" cy="0"/>
          <a:chOff x="0" y="0"/>
          <a:chExt cx="0" cy="0"/>
        </a:xfrm>
      </p:grpSpPr>
      <p:sp>
        <p:nvSpPr>
          <p:cNvPr id="213"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6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55">
    <p:spTree>
      <p:nvGrpSpPr>
        <p:cNvPr id="1" name=""/>
        <p:cNvGrpSpPr/>
        <p:nvPr/>
      </p:nvGrpSpPr>
      <p:grpSpPr>
        <a:xfrm>
          <a:off x="0" y="0"/>
          <a:ext cx="0" cy="0"/>
          <a:chOff x="0" y="0"/>
          <a:chExt cx="0" cy="0"/>
        </a:xfrm>
      </p:grpSpPr>
      <p:sp>
        <p:nvSpPr>
          <p:cNvPr id="215"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6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56">
    <p:spTree>
      <p:nvGrpSpPr>
        <p:cNvPr id="1" name=""/>
        <p:cNvGrpSpPr/>
        <p:nvPr/>
      </p:nvGrpSpPr>
      <p:grpSpPr>
        <a:xfrm>
          <a:off x="0" y="0"/>
          <a:ext cx="0" cy="0"/>
          <a:chOff x="0" y="0"/>
          <a:chExt cx="0" cy="0"/>
        </a:xfrm>
      </p:grpSpPr>
      <p:sp>
        <p:nvSpPr>
          <p:cNvPr id="217"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7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57">
    <p:spTree>
      <p:nvGrpSpPr>
        <p:cNvPr id="1" name=""/>
        <p:cNvGrpSpPr/>
        <p:nvPr/>
      </p:nvGrpSpPr>
      <p:grpSpPr>
        <a:xfrm>
          <a:off x="0" y="0"/>
          <a:ext cx="0" cy="0"/>
          <a:chOff x="0" y="0"/>
          <a:chExt cx="0" cy="0"/>
        </a:xfrm>
      </p:grpSpPr>
      <p:sp>
        <p:nvSpPr>
          <p:cNvPr id="219"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7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58">
    <p:spTree>
      <p:nvGrpSpPr>
        <p:cNvPr id="1" name=""/>
        <p:cNvGrpSpPr/>
        <p:nvPr/>
      </p:nvGrpSpPr>
      <p:grpSpPr>
        <a:xfrm>
          <a:off x="0" y="0"/>
          <a:ext cx="0" cy="0"/>
          <a:chOff x="0" y="0"/>
          <a:chExt cx="0" cy="0"/>
        </a:xfrm>
      </p:grpSpPr>
      <p:sp>
        <p:nvSpPr>
          <p:cNvPr id="221"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7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59">
    <p:spTree>
      <p:nvGrpSpPr>
        <p:cNvPr id="1" name=""/>
        <p:cNvGrpSpPr/>
        <p:nvPr/>
      </p:nvGrpSpPr>
      <p:grpSpPr>
        <a:xfrm>
          <a:off x="0" y="0"/>
          <a:ext cx="0" cy="0"/>
          <a:chOff x="0" y="0"/>
          <a:chExt cx="0" cy="0"/>
        </a:xfrm>
      </p:grpSpPr>
      <p:sp>
        <p:nvSpPr>
          <p:cNvPr id="223"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7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60">
    <p:spTree>
      <p:nvGrpSpPr>
        <p:cNvPr id="1" name=""/>
        <p:cNvGrpSpPr/>
        <p:nvPr/>
      </p:nvGrpSpPr>
      <p:grpSpPr>
        <a:xfrm>
          <a:off x="0" y="0"/>
          <a:ext cx="0" cy="0"/>
          <a:chOff x="0" y="0"/>
          <a:chExt cx="0" cy="0"/>
        </a:xfrm>
      </p:grpSpPr>
      <p:sp>
        <p:nvSpPr>
          <p:cNvPr id="226"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7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64">
    <p:spTree>
      <p:nvGrpSpPr>
        <p:cNvPr id="1" name=""/>
        <p:cNvGrpSpPr/>
        <p:nvPr/>
      </p:nvGrpSpPr>
      <p:grpSpPr>
        <a:xfrm>
          <a:off x="0" y="0"/>
          <a:ext cx="0" cy="0"/>
          <a:chOff x="0" y="0"/>
          <a:chExt cx="0" cy="0"/>
        </a:xfrm>
      </p:grpSpPr>
    </p:spTree>
  </p:cSld>
</p:sldLayout>
</file>

<file path=ppt/slideLayouts/slideLayout7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76">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jpeg"/><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jpeg"/><Relationship Id="rId3"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jpeg"/><Relationship Id="rId3"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jpeg"/><Relationship Id="rId3"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jpeg"/><Relationship Id="rId3"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1.jpeg"/><Relationship Id="rId3"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1.jpeg"/><Relationship Id="rId3"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1.jpeg"/><Relationship Id="rId3"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1.jpeg"/><Relationship Id="rId3"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1.jpeg"/><Relationship Id="rId3"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image" Target="../media/image1.jpeg"/><Relationship Id="rId3"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slideLayout" Target="../slideLayouts/slideLayout20.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slideLayout" Target="../slideLayouts/slideLayout21.xml"/>
</Relationships>
</file>

<file path=ppt/slideMasters/_rels/slideMaster22.xml.rels><?xml version="1.0" encoding="UTF-8"?>
<Relationships xmlns="http://schemas.openxmlformats.org/package/2006/relationships"><Relationship Id="rId1" Type="http://schemas.openxmlformats.org/officeDocument/2006/relationships/theme" Target="../theme/theme22.xml"/><Relationship Id="rId2" Type="http://schemas.openxmlformats.org/officeDocument/2006/relationships/slideLayout" Target="../slideLayouts/slideLayout22.xml"/>
</Relationships>
</file>

<file path=ppt/slideMasters/_rels/slideMaster23.xml.rels><?xml version="1.0" encoding="UTF-8"?>
<Relationships xmlns="http://schemas.openxmlformats.org/package/2006/relationships"><Relationship Id="rId1" Type="http://schemas.openxmlformats.org/officeDocument/2006/relationships/theme" Target="../theme/theme23.xml"/><Relationship Id="rId2" Type="http://schemas.openxmlformats.org/officeDocument/2006/relationships/slideLayout" Target="../slideLayouts/slideLayout23.xml"/>
</Relationships>
</file>

<file path=ppt/slideMasters/_rels/slideMaster24.xml.rels><?xml version="1.0" encoding="UTF-8"?>
<Relationships xmlns="http://schemas.openxmlformats.org/package/2006/relationships"><Relationship Id="rId1" Type="http://schemas.openxmlformats.org/officeDocument/2006/relationships/theme" Target="../theme/theme24.xml"/><Relationship Id="rId2" Type="http://schemas.openxmlformats.org/officeDocument/2006/relationships/slideLayout" Target="../slideLayouts/slideLayout24.xml"/>
</Relationships>
</file>

<file path=ppt/slideMasters/_rels/slideMaster25.xml.rels><?xml version="1.0" encoding="UTF-8"?>
<Relationships xmlns="http://schemas.openxmlformats.org/package/2006/relationships"><Relationship Id="rId1" Type="http://schemas.openxmlformats.org/officeDocument/2006/relationships/theme" Target="../theme/theme25.xml"/><Relationship Id="rId2" Type="http://schemas.openxmlformats.org/officeDocument/2006/relationships/slideLayout" Target="../slideLayouts/slideLayout25.xml"/>
</Relationships>
</file>

<file path=ppt/slideMasters/_rels/slideMaster26.xml.rels><?xml version="1.0" encoding="UTF-8"?>
<Relationships xmlns="http://schemas.openxmlformats.org/package/2006/relationships"><Relationship Id="rId1" Type="http://schemas.openxmlformats.org/officeDocument/2006/relationships/theme" Target="../theme/theme26.xml"/><Relationship Id="rId2" Type="http://schemas.openxmlformats.org/officeDocument/2006/relationships/slideLayout" Target="../slideLayouts/slideLayout26.xml"/>
</Relationships>
</file>

<file path=ppt/slideMasters/_rels/slideMaster27.xml.rels><?xml version="1.0" encoding="UTF-8"?>
<Relationships xmlns="http://schemas.openxmlformats.org/package/2006/relationships"><Relationship Id="rId1" Type="http://schemas.openxmlformats.org/officeDocument/2006/relationships/theme" Target="../theme/theme27.xml"/><Relationship Id="rId2" Type="http://schemas.openxmlformats.org/officeDocument/2006/relationships/slideLayout" Target="../slideLayouts/slideLayout27.xml"/>
</Relationships>
</file>

<file path=ppt/slideMasters/_rels/slideMaster28.xml.rels><?xml version="1.0" encoding="UTF-8"?>
<Relationships xmlns="http://schemas.openxmlformats.org/package/2006/relationships"><Relationship Id="rId1" Type="http://schemas.openxmlformats.org/officeDocument/2006/relationships/theme" Target="../theme/theme28.xml"/><Relationship Id="rId2" Type="http://schemas.openxmlformats.org/officeDocument/2006/relationships/slideLayout" Target="../slideLayouts/slideLayout28.xml"/>
</Relationships>
</file>

<file path=ppt/slideMasters/_rels/slideMaster29.xml.rels><?xml version="1.0" encoding="UTF-8"?>
<Relationships xmlns="http://schemas.openxmlformats.org/package/2006/relationships"><Relationship Id="rId1" Type="http://schemas.openxmlformats.org/officeDocument/2006/relationships/theme" Target="../theme/theme29.xml"/><Relationship Id="rId2" Type="http://schemas.openxmlformats.org/officeDocument/2006/relationships/slideLayout" Target="../slideLayouts/slideLayout29.xml"/>
</Relationships>
</file>

<file path=ppt/slideMasters/_rels/slideMaster30.xml.rels><?xml version="1.0" encoding="UTF-8"?>
<Relationships xmlns="http://schemas.openxmlformats.org/package/2006/relationships"><Relationship Id="rId1" Type="http://schemas.openxmlformats.org/officeDocument/2006/relationships/theme" Target="../theme/theme30.xml"/><Relationship Id="rId2" Type="http://schemas.openxmlformats.org/officeDocument/2006/relationships/slideLayout" Target="../slideLayouts/slideLayout30.xml"/>
</Relationships>
</file>

<file path=ppt/slideMasters/_rels/slideMaster31.xml.rels><?xml version="1.0" encoding="UTF-8"?>
<Relationships xmlns="http://schemas.openxmlformats.org/package/2006/relationships"><Relationship Id="rId1" Type="http://schemas.openxmlformats.org/officeDocument/2006/relationships/theme" Target="../theme/theme31.xml"/><Relationship Id="rId2" Type="http://schemas.openxmlformats.org/officeDocument/2006/relationships/slideLayout" Target="../slideLayouts/slideLayout31.xml"/>
</Relationships>
</file>

<file path=ppt/slideMasters/_rels/slideMaster32.xml.rels><?xml version="1.0" encoding="UTF-8"?>
<Relationships xmlns="http://schemas.openxmlformats.org/package/2006/relationships"><Relationship Id="rId1" Type="http://schemas.openxmlformats.org/officeDocument/2006/relationships/theme" Target="../theme/theme32.xml"/><Relationship Id="rId2" Type="http://schemas.openxmlformats.org/officeDocument/2006/relationships/slideLayout" Target="../slideLayouts/slideLayout32.xml"/>
</Relationships>
</file>

<file path=ppt/slideMasters/_rels/slideMaster33.xml.rels><?xml version="1.0" encoding="UTF-8"?>
<Relationships xmlns="http://schemas.openxmlformats.org/package/2006/relationships"><Relationship Id="rId1" Type="http://schemas.openxmlformats.org/officeDocument/2006/relationships/theme" Target="../theme/theme33.xml"/><Relationship Id="rId2" Type="http://schemas.openxmlformats.org/officeDocument/2006/relationships/slideLayout" Target="../slideLayouts/slideLayout33.xml"/>
</Relationships>
</file>

<file path=ppt/slideMasters/_rels/slideMaster34.xml.rels><?xml version="1.0" encoding="UTF-8"?>
<Relationships xmlns="http://schemas.openxmlformats.org/package/2006/relationships"><Relationship Id="rId1" Type="http://schemas.openxmlformats.org/officeDocument/2006/relationships/theme" Target="../theme/theme34.xml"/><Relationship Id="rId2" Type="http://schemas.openxmlformats.org/officeDocument/2006/relationships/slideLayout" Target="../slideLayouts/slideLayout34.xml"/>
</Relationships>
</file>

<file path=ppt/slideMasters/_rels/slideMaster35.xml.rels><?xml version="1.0" encoding="UTF-8"?>
<Relationships xmlns="http://schemas.openxmlformats.org/package/2006/relationships"><Relationship Id="rId1" Type="http://schemas.openxmlformats.org/officeDocument/2006/relationships/theme" Target="../theme/theme35.xml"/><Relationship Id="rId2" Type="http://schemas.openxmlformats.org/officeDocument/2006/relationships/slideLayout" Target="../slideLayouts/slideLayout35.xml"/>
</Relationships>
</file>

<file path=ppt/slideMasters/_rels/slideMaster36.xml.rels><?xml version="1.0" encoding="UTF-8"?>
<Relationships xmlns="http://schemas.openxmlformats.org/package/2006/relationships"><Relationship Id="rId1" Type="http://schemas.openxmlformats.org/officeDocument/2006/relationships/theme" Target="../theme/theme36.xml"/><Relationship Id="rId2" Type="http://schemas.openxmlformats.org/officeDocument/2006/relationships/slideLayout" Target="../slideLayouts/slideLayout36.xml"/>
</Relationships>
</file>

<file path=ppt/slideMasters/_rels/slideMaster37.xml.rels><?xml version="1.0" encoding="UTF-8"?>
<Relationships xmlns="http://schemas.openxmlformats.org/package/2006/relationships"><Relationship Id="rId1" Type="http://schemas.openxmlformats.org/officeDocument/2006/relationships/theme" Target="../theme/theme37.xml"/><Relationship Id="rId2" Type="http://schemas.openxmlformats.org/officeDocument/2006/relationships/slideLayout" Target="../slideLayouts/slideLayout37.xml"/>
</Relationships>
</file>

<file path=ppt/slideMasters/_rels/slideMaster38.xml.rels><?xml version="1.0" encoding="UTF-8"?>
<Relationships xmlns="http://schemas.openxmlformats.org/package/2006/relationships"><Relationship Id="rId1" Type="http://schemas.openxmlformats.org/officeDocument/2006/relationships/theme" Target="../theme/theme38.xml"/><Relationship Id="rId2" Type="http://schemas.openxmlformats.org/officeDocument/2006/relationships/slideLayout" Target="../slideLayouts/slideLayout38.xml"/>
</Relationships>
</file>

<file path=ppt/slideMasters/_rels/slideMaster39.xml.rels><?xml version="1.0" encoding="UTF-8"?>
<Relationships xmlns="http://schemas.openxmlformats.org/package/2006/relationships"><Relationship Id="rId1" Type="http://schemas.openxmlformats.org/officeDocument/2006/relationships/theme" Target="../theme/theme39.xml"/><Relationship Id="rId2" Type="http://schemas.openxmlformats.org/officeDocument/2006/relationships/slideLayout" Target="../slideLayouts/slideLayout39.xml"/>
</Relationships>
</file>

<file path=ppt/slideMasters/_rels/slideMaster40.xml.rels><?xml version="1.0" encoding="UTF-8"?>
<Relationships xmlns="http://schemas.openxmlformats.org/package/2006/relationships"><Relationship Id="rId1" Type="http://schemas.openxmlformats.org/officeDocument/2006/relationships/theme" Target="../theme/theme40.xml"/><Relationship Id="rId2" Type="http://schemas.openxmlformats.org/officeDocument/2006/relationships/slideLayout" Target="../slideLayouts/slideLayout40.xml"/>
</Relationships>
</file>

<file path=ppt/slideMasters/_rels/slideMaster41.xml.rels><?xml version="1.0" encoding="UTF-8"?>
<Relationships xmlns="http://schemas.openxmlformats.org/package/2006/relationships"><Relationship Id="rId1" Type="http://schemas.openxmlformats.org/officeDocument/2006/relationships/theme" Target="../theme/theme41.xml"/><Relationship Id="rId2" Type="http://schemas.openxmlformats.org/officeDocument/2006/relationships/slideLayout" Target="../slideLayouts/slideLayout41.xml"/>
</Relationships>
</file>

<file path=ppt/slideMasters/_rels/slideMaster42.xml.rels><?xml version="1.0" encoding="UTF-8"?>
<Relationships xmlns="http://schemas.openxmlformats.org/package/2006/relationships"><Relationship Id="rId1" Type="http://schemas.openxmlformats.org/officeDocument/2006/relationships/theme" Target="../theme/theme42.xml"/><Relationship Id="rId2" Type="http://schemas.openxmlformats.org/officeDocument/2006/relationships/slideLayout" Target="../slideLayouts/slideLayout42.xml"/>
</Relationships>
</file>

<file path=ppt/slideMasters/_rels/slideMaster43.xml.rels><?xml version="1.0" encoding="UTF-8"?>
<Relationships xmlns="http://schemas.openxmlformats.org/package/2006/relationships"><Relationship Id="rId1" Type="http://schemas.openxmlformats.org/officeDocument/2006/relationships/theme" Target="../theme/theme43.xml"/><Relationship Id="rId2" Type="http://schemas.openxmlformats.org/officeDocument/2006/relationships/slideLayout" Target="../slideLayouts/slideLayout43.xml"/>
</Relationships>
</file>

<file path=ppt/slideMasters/_rels/slideMaster44.xml.rels><?xml version="1.0" encoding="UTF-8"?>
<Relationships xmlns="http://schemas.openxmlformats.org/package/2006/relationships"><Relationship Id="rId1" Type="http://schemas.openxmlformats.org/officeDocument/2006/relationships/theme" Target="../theme/theme44.xml"/><Relationship Id="rId2" Type="http://schemas.openxmlformats.org/officeDocument/2006/relationships/slideLayout" Target="../slideLayouts/slideLayout44.xml"/>
</Relationships>
</file>

<file path=ppt/slideMasters/_rels/slideMaster45.xml.rels><?xml version="1.0" encoding="UTF-8"?>
<Relationships xmlns="http://schemas.openxmlformats.org/package/2006/relationships"><Relationship Id="rId1" Type="http://schemas.openxmlformats.org/officeDocument/2006/relationships/theme" Target="../theme/theme45.xml"/><Relationship Id="rId2" Type="http://schemas.openxmlformats.org/officeDocument/2006/relationships/slideLayout" Target="../slideLayouts/slideLayout45.xml"/>
</Relationships>
</file>

<file path=ppt/slideMasters/_rels/slideMaster46.xml.rels><?xml version="1.0" encoding="UTF-8"?>
<Relationships xmlns="http://schemas.openxmlformats.org/package/2006/relationships"><Relationship Id="rId1" Type="http://schemas.openxmlformats.org/officeDocument/2006/relationships/theme" Target="../theme/theme46.xml"/><Relationship Id="rId2" Type="http://schemas.openxmlformats.org/officeDocument/2006/relationships/slideLayout" Target="../slideLayouts/slideLayout46.xml"/>
</Relationships>
</file>

<file path=ppt/slideMasters/_rels/slideMaster47.xml.rels><?xml version="1.0" encoding="UTF-8"?>
<Relationships xmlns="http://schemas.openxmlformats.org/package/2006/relationships"><Relationship Id="rId1" Type="http://schemas.openxmlformats.org/officeDocument/2006/relationships/theme" Target="../theme/theme47.xml"/><Relationship Id="rId2" Type="http://schemas.openxmlformats.org/officeDocument/2006/relationships/slideLayout" Target="../slideLayouts/slideLayout47.xml"/>
</Relationships>
</file>

<file path=ppt/slideMasters/_rels/slideMaster48.xml.rels><?xml version="1.0" encoding="UTF-8"?>
<Relationships xmlns="http://schemas.openxmlformats.org/package/2006/relationships"><Relationship Id="rId1" Type="http://schemas.openxmlformats.org/officeDocument/2006/relationships/theme" Target="../theme/theme48.xml"/><Relationship Id="rId2" Type="http://schemas.openxmlformats.org/officeDocument/2006/relationships/slideLayout" Target="../slideLayouts/slideLayout48.xml"/>
</Relationships>
</file>

<file path=ppt/slideMasters/_rels/slideMaster49.xml.rels><?xml version="1.0" encoding="UTF-8"?>
<Relationships xmlns="http://schemas.openxmlformats.org/package/2006/relationships"><Relationship Id="rId1" Type="http://schemas.openxmlformats.org/officeDocument/2006/relationships/theme" Target="../theme/theme49.xml"/><Relationship Id="rId2" Type="http://schemas.openxmlformats.org/officeDocument/2006/relationships/slideLayout" Target="../slideLayouts/slideLayout49.xml"/>
</Relationships>
</file>

<file path=ppt/slideMasters/_rels/slideMaster50.xml.rels><?xml version="1.0" encoding="UTF-8"?>
<Relationships xmlns="http://schemas.openxmlformats.org/package/2006/relationships"><Relationship Id="rId1" Type="http://schemas.openxmlformats.org/officeDocument/2006/relationships/theme" Target="../theme/theme50.xml"/><Relationship Id="rId2" Type="http://schemas.openxmlformats.org/officeDocument/2006/relationships/slideLayout" Target="../slideLayouts/slideLayout50.xml"/>
</Relationships>
</file>

<file path=ppt/slideMasters/_rels/slideMaster51.xml.rels><?xml version="1.0" encoding="UTF-8"?>
<Relationships xmlns="http://schemas.openxmlformats.org/package/2006/relationships"><Relationship Id="rId1" Type="http://schemas.openxmlformats.org/officeDocument/2006/relationships/theme" Target="../theme/theme51.xml"/><Relationship Id="rId2" Type="http://schemas.openxmlformats.org/officeDocument/2006/relationships/slideLayout" Target="../slideLayouts/slideLayout51.xml"/>
</Relationships>
</file>

<file path=ppt/slideMasters/_rels/slideMaster52.xml.rels><?xml version="1.0" encoding="UTF-8"?>
<Relationships xmlns="http://schemas.openxmlformats.org/package/2006/relationships"><Relationship Id="rId1" Type="http://schemas.openxmlformats.org/officeDocument/2006/relationships/theme" Target="../theme/theme52.xml"/><Relationship Id="rId2" Type="http://schemas.openxmlformats.org/officeDocument/2006/relationships/slideLayout" Target="../slideLayouts/slideLayout52.xml"/>
</Relationships>
</file>

<file path=ppt/slideMasters/_rels/slideMaster53.xml.rels><?xml version="1.0" encoding="UTF-8"?>
<Relationships xmlns="http://schemas.openxmlformats.org/package/2006/relationships"><Relationship Id="rId1" Type="http://schemas.openxmlformats.org/officeDocument/2006/relationships/theme" Target="../theme/theme53.xml"/><Relationship Id="rId2" Type="http://schemas.openxmlformats.org/officeDocument/2006/relationships/slideLayout" Target="../slideLayouts/slideLayout53.xml"/>
</Relationships>
</file>

<file path=ppt/slideMasters/_rels/slideMaster54.xml.rels><?xml version="1.0" encoding="UTF-8"?>
<Relationships xmlns="http://schemas.openxmlformats.org/package/2006/relationships"><Relationship Id="rId1" Type="http://schemas.openxmlformats.org/officeDocument/2006/relationships/theme" Target="../theme/theme54.xml"/><Relationship Id="rId2" Type="http://schemas.openxmlformats.org/officeDocument/2006/relationships/slideLayout" Target="../slideLayouts/slideLayout54.xml"/>
</Relationships>
</file>

<file path=ppt/slideMasters/_rels/slideMaster55.xml.rels><?xml version="1.0" encoding="UTF-8"?>
<Relationships xmlns="http://schemas.openxmlformats.org/package/2006/relationships"><Relationship Id="rId1" Type="http://schemas.openxmlformats.org/officeDocument/2006/relationships/theme" Target="../theme/theme55.xml"/><Relationship Id="rId2" Type="http://schemas.openxmlformats.org/officeDocument/2006/relationships/slideLayout" Target="../slideLayouts/slideLayout55.xml"/>
</Relationships>
</file>

<file path=ppt/slideMasters/_rels/slideMaster56.xml.rels><?xml version="1.0" encoding="UTF-8"?>
<Relationships xmlns="http://schemas.openxmlformats.org/package/2006/relationships"><Relationship Id="rId1" Type="http://schemas.openxmlformats.org/officeDocument/2006/relationships/theme" Target="../theme/theme56.xml"/><Relationship Id="rId2" Type="http://schemas.openxmlformats.org/officeDocument/2006/relationships/slideLayout" Target="../slideLayouts/slideLayout56.xml"/>
</Relationships>
</file>

<file path=ppt/slideMasters/_rels/slideMaster57.xml.rels><?xml version="1.0" encoding="UTF-8"?>
<Relationships xmlns="http://schemas.openxmlformats.org/package/2006/relationships"><Relationship Id="rId1" Type="http://schemas.openxmlformats.org/officeDocument/2006/relationships/theme" Target="../theme/theme57.xml"/><Relationship Id="rId2" Type="http://schemas.openxmlformats.org/officeDocument/2006/relationships/slideLayout" Target="../slideLayouts/slideLayout57.xml"/>
</Relationships>
</file>

<file path=ppt/slideMasters/_rels/slideMaster58.xml.rels><?xml version="1.0" encoding="UTF-8"?>
<Relationships xmlns="http://schemas.openxmlformats.org/package/2006/relationships"><Relationship Id="rId1" Type="http://schemas.openxmlformats.org/officeDocument/2006/relationships/theme" Target="../theme/theme58.xml"/><Relationship Id="rId2" Type="http://schemas.openxmlformats.org/officeDocument/2006/relationships/slideLayout" Target="../slideLayouts/slideLayout58.xml"/>
</Relationships>
</file>

<file path=ppt/slideMasters/_rels/slideMaster59.xml.rels><?xml version="1.0" encoding="UTF-8"?>
<Relationships xmlns="http://schemas.openxmlformats.org/package/2006/relationships"><Relationship Id="rId1" Type="http://schemas.openxmlformats.org/officeDocument/2006/relationships/theme" Target="../theme/theme59.xml"/><Relationship Id="rId2" Type="http://schemas.openxmlformats.org/officeDocument/2006/relationships/slideLayout" Target="../slideLayouts/slideLayout59.xml"/>
</Relationships>
</file>

<file path=ppt/slideMasters/_rels/slideMaster60.xml.rels><?xml version="1.0" encoding="UTF-8"?>
<Relationships xmlns="http://schemas.openxmlformats.org/package/2006/relationships"><Relationship Id="rId1" Type="http://schemas.openxmlformats.org/officeDocument/2006/relationships/theme" Target="../theme/theme60.xml"/><Relationship Id="rId2" Type="http://schemas.openxmlformats.org/officeDocument/2006/relationships/slideLayout" Target="../slideLayouts/slideLayout60.xml"/>
</Relationships>
</file>

<file path=ppt/slideMasters/_rels/slideMaster61.xml.rels><?xml version="1.0" encoding="UTF-8"?>
<Relationships xmlns="http://schemas.openxmlformats.org/package/2006/relationships"><Relationship Id="rId1" Type="http://schemas.openxmlformats.org/officeDocument/2006/relationships/theme" Target="../theme/theme61.xml"/><Relationship Id="rId2" Type="http://schemas.openxmlformats.org/officeDocument/2006/relationships/slideLayout" Target="../slideLayouts/slideLayout61.xml"/>
</Relationships>
</file>

<file path=ppt/slideMasters/_rels/slideMaster62.xml.rels><?xml version="1.0" encoding="UTF-8"?>
<Relationships xmlns="http://schemas.openxmlformats.org/package/2006/relationships"><Relationship Id="rId1" Type="http://schemas.openxmlformats.org/officeDocument/2006/relationships/theme" Target="../theme/theme62.xml"/><Relationship Id="rId2" Type="http://schemas.openxmlformats.org/officeDocument/2006/relationships/slideLayout" Target="../slideLayouts/slideLayout62.xml"/>
</Relationships>
</file>

<file path=ppt/slideMasters/_rels/slideMaster63.xml.rels><?xml version="1.0" encoding="UTF-8"?>
<Relationships xmlns="http://schemas.openxmlformats.org/package/2006/relationships"><Relationship Id="rId1" Type="http://schemas.openxmlformats.org/officeDocument/2006/relationships/theme" Target="../theme/theme63.xml"/><Relationship Id="rId2" Type="http://schemas.openxmlformats.org/officeDocument/2006/relationships/slideLayout" Target="../slideLayouts/slideLayout63.xml"/>
</Relationships>
</file>

<file path=ppt/slideMasters/_rels/slideMaster64.xml.rels><?xml version="1.0" encoding="UTF-8"?>
<Relationships xmlns="http://schemas.openxmlformats.org/package/2006/relationships"><Relationship Id="rId1" Type="http://schemas.openxmlformats.org/officeDocument/2006/relationships/theme" Target="../theme/theme64.xml"/><Relationship Id="rId2" Type="http://schemas.openxmlformats.org/officeDocument/2006/relationships/slideLayout" Target="../slideLayouts/slideLayout64.xml"/>
</Relationships>
</file>

<file path=ppt/slideMasters/_rels/slideMaster65.xml.rels><?xml version="1.0" encoding="UTF-8"?>
<Relationships xmlns="http://schemas.openxmlformats.org/package/2006/relationships"><Relationship Id="rId1" Type="http://schemas.openxmlformats.org/officeDocument/2006/relationships/theme" Target="../theme/theme65.xml"/><Relationship Id="rId2" Type="http://schemas.openxmlformats.org/officeDocument/2006/relationships/slideLayout" Target="../slideLayouts/slideLayout65.xml"/>
</Relationships>
</file>

<file path=ppt/slideMasters/_rels/slideMaster66.xml.rels><?xml version="1.0" encoding="UTF-8"?>
<Relationships xmlns="http://schemas.openxmlformats.org/package/2006/relationships"><Relationship Id="rId1" Type="http://schemas.openxmlformats.org/officeDocument/2006/relationships/theme" Target="../theme/theme66.xml"/><Relationship Id="rId2" Type="http://schemas.openxmlformats.org/officeDocument/2006/relationships/slideLayout" Target="../slideLayouts/slideLayout66.xml"/>
</Relationships>
</file>

<file path=ppt/slideMasters/_rels/slideMaster67.xml.rels><?xml version="1.0" encoding="UTF-8"?>
<Relationships xmlns="http://schemas.openxmlformats.org/package/2006/relationships"><Relationship Id="rId1" Type="http://schemas.openxmlformats.org/officeDocument/2006/relationships/theme" Target="../theme/theme67.xml"/><Relationship Id="rId2" Type="http://schemas.openxmlformats.org/officeDocument/2006/relationships/slideLayout" Target="../slideLayouts/slideLayout67.xml"/>
</Relationships>
</file>

<file path=ppt/slideMasters/_rels/slideMaster68.xml.rels><?xml version="1.0" encoding="UTF-8"?>
<Relationships xmlns="http://schemas.openxmlformats.org/package/2006/relationships"><Relationship Id="rId1" Type="http://schemas.openxmlformats.org/officeDocument/2006/relationships/theme" Target="../theme/theme68.xml"/><Relationship Id="rId2" Type="http://schemas.openxmlformats.org/officeDocument/2006/relationships/slideLayout" Target="../slideLayouts/slideLayout68.xml"/>
</Relationships>
</file>

<file path=ppt/slideMasters/_rels/slideMaster69.xml.rels><?xml version="1.0" encoding="UTF-8"?>
<Relationships xmlns="http://schemas.openxmlformats.org/package/2006/relationships"><Relationship Id="rId1" Type="http://schemas.openxmlformats.org/officeDocument/2006/relationships/theme" Target="../theme/theme69.xml"/><Relationship Id="rId2" Type="http://schemas.openxmlformats.org/officeDocument/2006/relationships/slideLayout" Target="../slideLayouts/slideLayout69.xml"/>
</Relationships>
</file>

<file path=ppt/slideMasters/_rels/slideMaster70.xml.rels><?xml version="1.0" encoding="UTF-8"?>
<Relationships xmlns="http://schemas.openxmlformats.org/package/2006/relationships"><Relationship Id="rId1" Type="http://schemas.openxmlformats.org/officeDocument/2006/relationships/theme" Target="../theme/theme70.xml"/><Relationship Id="rId2" Type="http://schemas.openxmlformats.org/officeDocument/2006/relationships/slideLayout" Target="../slideLayouts/slideLayout70.xml"/>
</Relationships>
</file>

<file path=ppt/slideMasters/_rels/slideMaster71.xml.rels><?xml version="1.0" encoding="UTF-8"?>
<Relationships xmlns="http://schemas.openxmlformats.org/package/2006/relationships"><Relationship Id="rId1" Type="http://schemas.openxmlformats.org/officeDocument/2006/relationships/theme" Target="../theme/theme71.xml"/><Relationship Id="rId2" Type="http://schemas.openxmlformats.org/officeDocument/2006/relationships/slideLayout" Target="../slideLayouts/slideLayout71.xml"/>
</Relationships>
</file>

<file path=ppt/slideMasters/_rels/slideMaster72.xml.rels><?xml version="1.0" encoding="UTF-8"?>
<Relationships xmlns="http://schemas.openxmlformats.org/package/2006/relationships"><Relationship Id="rId1" Type="http://schemas.openxmlformats.org/officeDocument/2006/relationships/theme" Target="../theme/theme72.xml"/><Relationship Id="rId2" Type="http://schemas.openxmlformats.org/officeDocument/2006/relationships/slideLayout" Target="../slideLayouts/slideLayout72.xml"/>
</Relationships>
</file>

<file path=ppt/slideMasters/_rels/slideMaster73.xml.rels><?xml version="1.0" encoding="UTF-8"?>
<Relationships xmlns="http://schemas.openxmlformats.org/package/2006/relationships"><Relationship Id="rId1" Type="http://schemas.openxmlformats.org/officeDocument/2006/relationships/theme" Target="../theme/theme73.xml"/><Relationship Id="rId2" Type="http://schemas.openxmlformats.org/officeDocument/2006/relationships/slideLayout" Target="../slideLayouts/slideLayout73.xml"/>
</Relationships>
</file>

<file path=ppt/slideMasters/_rels/slideMaster74.xml.rels><?xml version="1.0" encoding="UTF-8"?>
<Relationships xmlns="http://schemas.openxmlformats.org/package/2006/relationships"><Relationship Id="rId1" Type="http://schemas.openxmlformats.org/officeDocument/2006/relationships/theme" Target="../theme/theme74.xml"/><Relationship Id="rId2" Type="http://schemas.openxmlformats.org/officeDocument/2006/relationships/slideLayout" Target="../slideLayouts/slideLayout74.xml"/>
</Relationships>
</file>

<file path=ppt/slideMasters/_rels/slideMaster75.xml.rels><?xml version="1.0" encoding="UTF-8"?>
<Relationships xmlns="http://schemas.openxmlformats.org/package/2006/relationships"><Relationship Id="rId1" Type="http://schemas.openxmlformats.org/officeDocument/2006/relationships/theme" Target="../theme/theme75.xml"/><Relationship Id="rId2" Type="http://schemas.openxmlformats.org/officeDocument/2006/relationships/slideLayout" Target="../slideLayouts/slideLayout7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0" name="" descr=""/>
          <p:cNvPicPr/>
          <p:nvPr/>
        </p:nvPicPr>
        <p:blipFill>
          <a:blip r:embed="rId2"/>
          <a:stretch/>
        </p:blipFill>
        <p:spPr>
          <a:xfrm>
            <a:off x="0" y="5806440"/>
            <a:ext cx="10077120" cy="1751760"/>
          </a:xfrm>
          <a:prstGeom prst="rect">
            <a:avLst/>
          </a:prstGeom>
          <a:ln w="0">
            <a:noFill/>
          </a:ln>
        </p:spPr>
      </p:pic>
      <p:sp>
        <p:nvSpPr>
          <p:cNvPr id="1"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 name="PlaceHolder 2"/>
          <p:cNvSpPr>
            <a:spLocks noGrp="1"/>
          </p:cNvSpPr>
          <p:nvPr>
            <p:ph type="body"/>
          </p:nvPr>
        </p:nvSpPr>
        <p:spPr>
          <a:xfrm>
            <a:off x="504000" y="1768680"/>
            <a:ext cx="907164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 name="" descr=""/>
          <p:cNvPicPr/>
          <p:nvPr/>
        </p:nvPicPr>
        <p:blipFill>
          <a:blip r:embed="rId2"/>
          <a:stretch/>
        </p:blipFill>
        <p:spPr>
          <a:xfrm>
            <a:off x="0" y="5806440"/>
            <a:ext cx="10077120" cy="1751760"/>
          </a:xfrm>
          <a:prstGeom prst="rect">
            <a:avLst/>
          </a:prstGeom>
          <a:ln w="0">
            <a:noFill/>
          </a:ln>
        </p:spPr>
      </p:pic>
      <p:sp>
        <p:nvSpPr>
          <p:cNvPr id="6"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7" name="PlaceHolder 2"/>
          <p:cNvSpPr>
            <a:spLocks noGrp="1"/>
          </p:cNvSpPr>
          <p:nvPr>
            <p:ph type="body"/>
          </p:nvPr>
        </p:nvSpPr>
        <p:spPr>
          <a:xfrm>
            <a:off x="504000" y="1768680"/>
            <a:ext cx="907164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1"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 name="" descr=""/>
          <p:cNvPicPr/>
          <p:nvPr/>
        </p:nvPicPr>
        <p:blipFill>
          <a:blip r:embed="rId2"/>
          <a:stretch/>
        </p:blipFill>
        <p:spPr>
          <a:xfrm>
            <a:off x="0" y="5806440"/>
            <a:ext cx="10077120" cy="1751760"/>
          </a:xfrm>
          <a:prstGeom prst="rect">
            <a:avLst/>
          </a:prstGeom>
          <a:ln w="0">
            <a:noFill/>
          </a:ln>
        </p:spPr>
      </p:pic>
      <p:sp>
        <p:nvSpPr>
          <p:cNvPr id="11"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2" name="PlaceHolder 2"/>
          <p:cNvSpPr>
            <a:spLocks noGrp="1"/>
          </p:cNvSpPr>
          <p:nvPr>
            <p:ph type="body"/>
          </p:nvPr>
        </p:nvSpPr>
        <p:spPr>
          <a:xfrm>
            <a:off x="504000" y="1768680"/>
            <a:ext cx="907164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3" r:id="rId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5" name="" descr=""/>
          <p:cNvPicPr/>
          <p:nvPr/>
        </p:nvPicPr>
        <p:blipFill>
          <a:blip r:embed="rId2"/>
          <a:stretch/>
        </p:blipFill>
        <p:spPr>
          <a:xfrm>
            <a:off x="0" y="5806440"/>
            <a:ext cx="10077120" cy="1751760"/>
          </a:xfrm>
          <a:prstGeom prst="rect">
            <a:avLst/>
          </a:prstGeom>
          <a:ln w="0">
            <a:noFill/>
          </a:ln>
        </p:spPr>
      </p:pic>
      <p:sp>
        <p:nvSpPr>
          <p:cNvPr id="16"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7" name="PlaceHolder 2"/>
          <p:cNvSpPr>
            <a:spLocks noGrp="1"/>
          </p:cNvSpPr>
          <p:nvPr>
            <p:ph type="body"/>
          </p:nvPr>
        </p:nvSpPr>
        <p:spPr>
          <a:xfrm>
            <a:off x="504000" y="1768680"/>
            <a:ext cx="907164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5"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0" name="" descr=""/>
          <p:cNvPicPr/>
          <p:nvPr/>
        </p:nvPicPr>
        <p:blipFill>
          <a:blip r:embed="rId2"/>
          <a:stretch/>
        </p:blipFill>
        <p:spPr>
          <a:xfrm>
            <a:off x="0" y="5806440"/>
            <a:ext cx="10077120" cy="1751760"/>
          </a:xfrm>
          <a:prstGeom prst="rect">
            <a:avLst/>
          </a:prstGeom>
          <a:ln w="0">
            <a:noFill/>
          </a:ln>
        </p:spPr>
      </p:pic>
      <p:sp>
        <p:nvSpPr>
          <p:cNvPr id="21"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2" name="PlaceHolder 2"/>
          <p:cNvSpPr>
            <a:spLocks noGrp="1"/>
          </p:cNvSpPr>
          <p:nvPr>
            <p:ph type="body"/>
          </p:nvPr>
        </p:nvSpPr>
        <p:spPr>
          <a:xfrm>
            <a:off x="504000" y="1768680"/>
            <a:ext cx="907164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7" r:id="rId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5" name="" descr=""/>
          <p:cNvPicPr/>
          <p:nvPr/>
        </p:nvPicPr>
        <p:blipFill>
          <a:blip r:embed="rId2"/>
          <a:stretch/>
        </p:blipFill>
        <p:spPr>
          <a:xfrm>
            <a:off x="0" y="5806440"/>
            <a:ext cx="10077120" cy="1751760"/>
          </a:xfrm>
          <a:prstGeom prst="rect">
            <a:avLst/>
          </a:prstGeom>
          <a:ln w="0">
            <a:noFill/>
          </a:ln>
        </p:spPr>
      </p:pic>
      <p:sp>
        <p:nvSpPr>
          <p:cNvPr id="26"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7" name="PlaceHolder 2"/>
          <p:cNvSpPr>
            <a:spLocks noGrp="1"/>
          </p:cNvSpPr>
          <p:nvPr>
            <p:ph type="body"/>
          </p:nvPr>
        </p:nvSpPr>
        <p:spPr>
          <a:xfrm>
            <a:off x="504000" y="1768680"/>
            <a:ext cx="907164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9" r:id="rId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0" name="" descr=""/>
          <p:cNvPicPr/>
          <p:nvPr/>
        </p:nvPicPr>
        <p:blipFill>
          <a:blip r:embed="rId2"/>
          <a:stretch/>
        </p:blipFill>
        <p:spPr>
          <a:xfrm>
            <a:off x="0" y="5806440"/>
            <a:ext cx="10077120" cy="1751760"/>
          </a:xfrm>
          <a:prstGeom prst="rect">
            <a:avLst/>
          </a:prstGeom>
          <a:ln w="0">
            <a:noFill/>
          </a:ln>
        </p:spPr>
      </p:pic>
      <p:sp>
        <p:nvSpPr>
          <p:cNvPr id="31"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2" name="PlaceHolder 2"/>
          <p:cNvSpPr>
            <a:spLocks noGrp="1"/>
          </p:cNvSpPr>
          <p:nvPr>
            <p:ph type="body"/>
          </p:nvPr>
        </p:nvSpPr>
        <p:spPr>
          <a:xfrm>
            <a:off x="504000" y="1768680"/>
            <a:ext cx="907164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1" r:id="rId3"/>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5" name="" descr=""/>
          <p:cNvPicPr/>
          <p:nvPr/>
        </p:nvPicPr>
        <p:blipFill>
          <a:blip r:embed="rId2"/>
          <a:stretch/>
        </p:blipFill>
        <p:spPr>
          <a:xfrm>
            <a:off x="0" y="5806440"/>
            <a:ext cx="10077120" cy="1751760"/>
          </a:xfrm>
          <a:prstGeom prst="rect">
            <a:avLst/>
          </a:prstGeom>
          <a:ln w="0">
            <a:noFill/>
          </a:ln>
        </p:spPr>
      </p:pic>
      <p:sp>
        <p:nvSpPr>
          <p:cNvPr id="36"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7" name="PlaceHolder 2"/>
          <p:cNvSpPr>
            <a:spLocks noGrp="1"/>
          </p:cNvSpPr>
          <p:nvPr>
            <p:ph type="body"/>
          </p:nvPr>
        </p:nvSpPr>
        <p:spPr>
          <a:xfrm>
            <a:off x="504000" y="1768680"/>
            <a:ext cx="907164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3" r:id="rId3"/>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0" name="" descr=""/>
          <p:cNvPicPr/>
          <p:nvPr/>
        </p:nvPicPr>
        <p:blipFill>
          <a:blip r:embed="rId2"/>
          <a:stretch/>
        </p:blipFill>
        <p:spPr>
          <a:xfrm>
            <a:off x="0" y="5806440"/>
            <a:ext cx="10077120" cy="1751760"/>
          </a:xfrm>
          <a:prstGeom prst="rect">
            <a:avLst/>
          </a:prstGeom>
          <a:ln w="0">
            <a:noFill/>
          </a:ln>
        </p:spPr>
      </p:pic>
      <p:sp>
        <p:nvSpPr>
          <p:cNvPr id="41"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2" name="PlaceHolder 2"/>
          <p:cNvSpPr>
            <a:spLocks noGrp="1"/>
          </p:cNvSpPr>
          <p:nvPr>
            <p:ph type="body"/>
          </p:nvPr>
        </p:nvSpPr>
        <p:spPr>
          <a:xfrm>
            <a:off x="504000" y="1768680"/>
            <a:ext cx="907164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5" r:id="rId3"/>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5" name="" descr=""/>
          <p:cNvPicPr/>
          <p:nvPr/>
        </p:nvPicPr>
        <p:blipFill>
          <a:blip r:embed="rId2"/>
          <a:stretch/>
        </p:blipFill>
        <p:spPr>
          <a:xfrm>
            <a:off x="0" y="5806440"/>
            <a:ext cx="10077120" cy="1751760"/>
          </a:xfrm>
          <a:prstGeom prst="rect">
            <a:avLst/>
          </a:prstGeom>
          <a:ln w="0">
            <a:noFill/>
          </a:ln>
        </p:spPr>
      </p:pic>
      <p:sp>
        <p:nvSpPr>
          <p:cNvPr id="46"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7" name="PlaceHolder 2"/>
          <p:cNvSpPr>
            <a:spLocks noGrp="1"/>
          </p:cNvSpPr>
          <p:nvPr>
            <p:ph type="body"/>
          </p:nvPr>
        </p:nvSpPr>
        <p:spPr>
          <a:xfrm>
            <a:off x="504000" y="1768680"/>
            <a:ext cx="907164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7" r:id="rId3"/>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0" name="" descr=""/>
          <p:cNvPicPr/>
          <p:nvPr/>
        </p:nvPicPr>
        <p:blipFill>
          <a:blip r:embed="rId2"/>
          <a:stretch/>
        </p:blipFill>
        <p:spPr>
          <a:xfrm>
            <a:off x="0" y="5806440"/>
            <a:ext cx="10077120" cy="1751760"/>
          </a:xfrm>
          <a:prstGeom prst="rect">
            <a:avLst/>
          </a:prstGeom>
          <a:ln w="0">
            <a:noFill/>
          </a:ln>
        </p:spPr>
      </p:pic>
      <p:sp>
        <p:nvSpPr>
          <p:cNvPr id="51"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52" name="PlaceHolder 2"/>
          <p:cNvSpPr>
            <a:spLocks noGrp="1"/>
          </p:cNvSpPr>
          <p:nvPr>
            <p:ph type="body"/>
          </p:nvPr>
        </p:nvSpPr>
        <p:spPr>
          <a:xfrm>
            <a:off x="504000" y="1768680"/>
            <a:ext cx="907164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9" r:id="rId3"/>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5" name="" descr=""/>
          <p:cNvPicPr/>
          <p:nvPr/>
        </p:nvPicPr>
        <p:blipFill>
          <a:blip r:embed="rId2"/>
          <a:stretch/>
        </p:blipFill>
        <p:spPr>
          <a:xfrm>
            <a:off x="0" y="5806440"/>
            <a:ext cx="10077120" cy="1751760"/>
          </a:xfrm>
          <a:prstGeom prst="rect">
            <a:avLst/>
          </a:prstGeom>
          <a:ln w="0">
            <a:noFill/>
          </a:ln>
        </p:spPr>
      </p:pic>
      <p:sp>
        <p:nvSpPr>
          <p:cNvPr id="56"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57" name="PlaceHolder 2"/>
          <p:cNvSpPr>
            <a:spLocks noGrp="1"/>
          </p:cNvSpPr>
          <p:nvPr>
            <p:ph type="body"/>
          </p:nvPr>
        </p:nvSpPr>
        <p:spPr>
          <a:xfrm>
            <a:off x="504000" y="1768680"/>
            <a:ext cx="907164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1" r:id="rId3"/>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CustomShape 1"/>
          <p:cNvSpPr/>
          <p:nvPr/>
        </p:nvSpPr>
        <p:spPr>
          <a:xfrm>
            <a:off x="0" y="0"/>
            <a:ext cx="10074240" cy="9392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61" name="CustomShape 2"/>
          <p:cNvSpPr/>
          <p:nvPr/>
        </p:nvSpPr>
        <p:spPr>
          <a:xfrm>
            <a:off x="0" y="6620400"/>
            <a:ext cx="10074240" cy="9392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62"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63" name="PlaceHolder 2"/>
          <p:cNvSpPr>
            <a:spLocks noGrp="1"/>
          </p:cNvSpPr>
          <p:nvPr>
            <p:ph type="body"/>
          </p:nvPr>
        </p:nvSpPr>
        <p:spPr>
          <a:xfrm>
            <a:off x="504000" y="1768680"/>
            <a:ext cx="907164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3"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CustomShape 1"/>
          <p:cNvSpPr/>
          <p:nvPr/>
        </p:nvSpPr>
        <p:spPr>
          <a:xfrm>
            <a:off x="0" y="0"/>
            <a:ext cx="10074240" cy="9392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67" name="CustomShape 2"/>
          <p:cNvSpPr/>
          <p:nvPr/>
        </p:nvSpPr>
        <p:spPr>
          <a:xfrm>
            <a:off x="0" y="6620400"/>
            <a:ext cx="10074240" cy="9392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68"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69" name="PlaceHolder 2"/>
          <p:cNvSpPr>
            <a:spLocks noGrp="1"/>
          </p:cNvSpPr>
          <p:nvPr>
            <p:ph type="body"/>
          </p:nvPr>
        </p:nvSpPr>
        <p:spPr>
          <a:xfrm>
            <a:off x="504000" y="1768680"/>
            <a:ext cx="907164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5"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CustomShape 1"/>
          <p:cNvSpPr/>
          <p:nvPr/>
        </p:nvSpPr>
        <p:spPr>
          <a:xfrm>
            <a:off x="0" y="0"/>
            <a:ext cx="10074240" cy="9392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73" name="CustomShape 2"/>
          <p:cNvSpPr/>
          <p:nvPr/>
        </p:nvSpPr>
        <p:spPr>
          <a:xfrm>
            <a:off x="0" y="6620400"/>
            <a:ext cx="10074240" cy="9392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74"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75" name="PlaceHolder 2"/>
          <p:cNvSpPr>
            <a:spLocks noGrp="1"/>
          </p:cNvSpPr>
          <p:nvPr>
            <p:ph type="body"/>
          </p:nvPr>
        </p:nvSpPr>
        <p:spPr>
          <a:xfrm>
            <a:off x="504000" y="1768680"/>
            <a:ext cx="907164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7" r:id="rId2"/>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CustomShape 1"/>
          <p:cNvSpPr/>
          <p:nvPr/>
        </p:nvSpPr>
        <p:spPr>
          <a:xfrm>
            <a:off x="0" y="0"/>
            <a:ext cx="10074240" cy="9392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79" name="CustomShape 2"/>
          <p:cNvSpPr/>
          <p:nvPr/>
        </p:nvSpPr>
        <p:spPr>
          <a:xfrm>
            <a:off x="0" y="6620400"/>
            <a:ext cx="10074240" cy="9392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80"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81" name="PlaceHolder 2"/>
          <p:cNvSpPr>
            <a:spLocks noGrp="1"/>
          </p:cNvSpPr>
          <p:nvPr>
            <p:ph type="body"/>
          </p:nvPr>
        </p:nvSpPr>
        <p:spPr>
          <a:xfrm>
            <a:off x="504000" y="1768680"/>
            <a:ext cx="907164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9"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CustomShape 1"/>
          <p:cNvSpPr/>
          <p:nvPr/>
        </p:nvSpPr>
        <p:spPr>
          <a:xfrm>
            <a:off x="0" y="0"/>
            <a:ext cx="10074240" cy="9392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85" name="CustomShape 2"/>
          <p:cNvSpPr/>
          <p:nvPr/>
        </p:nvSpPr>
        <p:spPr>
          <a:xfrm>
            <a:off x="0" y="6620400"/>
            <a:ext cx="10074240" cy="9392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86"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87" name="PlaceHolder 2"/>
          <p:cNvSpPr>
            <a:spLocks noGrp="1"/>
          </p:cNvSpPr>
          <p:nvPr>
            <p:ph type="body"/>
          </p:nvPr>
        </p:nvSpPr>
        <p:spPr>
          <a:xfrm>
            <a:off x="504000" y="1768680"/>
            <a:ext cx="907164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1" r:id="rId2"/>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CustomShape 1"/>
          <p:cNvSpPr/>
          <p:nvPr/>
        </p:nvSpPr>
        <p:spPr>
          <a:xfrm>
            <a:off x="0" y="0"/>
            <a:ext cx="10074240" cy="9392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91" name="CustomShape 2"/>
          <p:cNvSpPr/>
          <p:nvPr/>
        </p:nvSpPr>
        <p:spPr>
          <a:xfrm>
            <a:off x="0" y="6620400"/>
            <a:ext cx="10074240" cy="9392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92"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93" name="PlaceHolder 2"/>
          <p:cNvSpPr>
            <a:spLocks noGrp="1"/>
          </p:cNvSpPr>
          <p:nvPr>
            <p:ph type="body"/>
          </p:nvPr>
        </p:nvSpPr>
        <p:spPr>
          <a:xfrm>
            <a:off x="504000" y="1768680"/>
            <a:ext cx="907164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3" r:id="rId2"/>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CustomShape 1"/>
          <p:cNvSpPr/>
          <p:nvPr/>
        </p:nvSpPr>
        <p:spPr>
          <a:xfrm>
            <a:off x="0" y="0"/>
            <a:ext cx="10074240" cy="9392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97" name="CustomShape 2"/>
          <p:cNvSpPr/>
          <p:nvPr/>
        </p:nvSpPr>
        <p:spPr>
          <a:xfrm>
            <a:off x="0" y="6620400"/>
            <a:ext cx="10074240" cy="9392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98"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99" name="PlaceHolder 2"/>
          <p:cNvSpPr>
            <a:spLocks noGrp="1"/>
          </p:cNvSpPr>
          <p:nvPr>
            <p:ph type="body"/>
          </p:nvPr>
        </p:nvSpPr>
        <p:spPr>
          <a:xfrm>
            <a:off x="504000" y="1768680"/>
            <a:ext cx="907164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5" r:id="rId2"/>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CustomShape 1"/>
          <p:cNvSpPr/>
          <p:nvPr/>
        </p:nvSpPr>
        <p:spPr>
          <a:xfrm>
            <a:off x="0" y="0"/>
            <a:ext cx="10074240" cy="9392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03" name="CustomShape 2"/>
          <p:cNvSpPr/>
          <p:nvPr/>
        </p:nvSpPr>
        <p:spPr>
          <a:xfrm>
            <a:off x="0" y="6620400"/>
            <a:ext cx="10074240" cy="9392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04"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7" r:id="rId2"/>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CustomShape 1"/>
          <p:cNvSpPr/>
          <p:nvPr/>
        </p:nvSpPr>
        <p:spPr>
          <a:xfrm>
            <a:off x="0" y="0"/>
            <a:ext cx="10074240" cy="9392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07" name="CustomShape 2"/>
          <p:cNvSpPr/>
          <p:nvPr/>
        </p:nvSpPr>
        <p:spPr>
          <a:xfrm>
            <a:off x="0" y="6620400"/>
            <a:ext cx="10074240" cy="9392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08"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9" r:id="rId2"/>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CustomShape 1"/>
          <p:cNvSpPr/>
          <p:nvPr/>
        </p:nvSpPr>
        <p:spPr>
          <a:xfrm>
            <a:off x="0" y="0"/>
            <a:ext cx="10074240" cy="9392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11" name="CustomShape 2"/>
          <p:cNvSpPr/>
          <p:nvPr/>
        </p:nvSpPr>
        <p:spPr>
          <a:xfrm>
            <a:off x="0" y="6620400"/>
            <a:ext cx="10074240" cy="9392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12"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91" r:id="rId2"/>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CustomShape 1"/>
          <p:cNvSpPr/>
          <p:nvPr/>
        </p:nvSpPr>
        <p:spPr>
          <a:xfrm>
            <a:off x="0" y="0"/>
            <a:ext cx="10074240" cy="9392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15" name="CustomShape 2"/>
          <p:cNvSpPr/>
          <p:nvPr/>
        </p:nvSpPr>
        <p:spPr>
          <a:xfrm>
            <a:off x="0" y="6620400"/>
            <a:ext cx="10074240" cy="9392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16"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93" r:id="rId2"/>
  </p:sldLayoutIdLst>
</p:sldMaster>
</file>

<file path=ppt/slideMasters/slideMaster2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CustomShape 1"/>
          <p:cNvSpPr/>
          <p:nvPr/>
        </p:nvSpPr>
        <p:spPr>
          <a:xfrm>
            <a:off x="0" y="0"/>
            <a:ext cx="10074240" cy="9392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19" name="CustomShape 2"/>
          <p:cNvSpPr/>
          <p:nvPr/>
        </p:nvSpPr>
        <p:spPr>
          <a:xfrm>
            <a:off x="0" y="6620400"/>
            <a:ext cx="10074240" cy="93924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20"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95" r:id="rId2"/>
  </p:sldLayoutIdLst>
</p:sldMaster>
</file>

<file path=ppt/slideMasters/slideMaster2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2"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97" r:id="rId2"/>
  </p:sldLayoutIdLst>
</p:sldMaster>
</file>

<file path=ppt/slideMasters/slideMaster2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4"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99" r:id="rId2"/>
  </p:sldLayoutIdLst>
</p:sldMaster>
</file>

<file path=ppt/slideMasters/slideMaster2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6"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1" r:id="rId2"/>
  </p:sldLayoutIdLst>
</p:sldMaster>
</file>

<file path=ppt/slideMasters/slideMaster2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8"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3" r:id="rId2"/>
  </p:sldLayoutIdLst>
</p:sldMaster>
</file>

<file path=ppt/slideMasters/slideMaster2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0"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5" r:id="rId2"/>
  </p:sldLayoutIdLst>
</p:sldMaster>
</file>

<file path=ppt/slideMasters/slideMaster3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2"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33" name="PlaceHolder 2"/>
          <p:cNvSpPr>
            <a:spLocks noGrp="1"/>
          </p:cNvSpPr>
          <p:nvPr>
            <p:ph type="body"/>
          </p:nvPr>
        </p:nvSpPr>
        <p:spPr>
          <a:xfrm>
            <a:off x="504000" y="1768680"/>
            <a:ext cx="9072000" cy="43840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7" r:id="rId2"/>
  </p:sldLayoutIdLst>
</p:sldMaster>
</file>

<file path=ppt/slideMasters/slideMaster3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4"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35" name="PlaceHolder 2"/>
          <p:cNvSpPr>
            <a:spLocks noGrp="1"/>
          </p:cNvSpPr>
          <p:nvPr>
            <p:ph type="body"/>
          </p:nvPr>
        </p:nvSpPr>
        <p:spPr>
          <a:xfrm>
            <a:off x="504000" y="1768680"/>
            <a:ext cx="9072000" cy="43840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9" r:id="rId2"/>
  </p:sldLayoutIdLst>
</p:sldMaster>
</file>

<file path=ppt/slideMasters/slideMaster3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8"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11" r:id="rId2"/>
  </p:sldLayoutIdLst>
</p:sldMaster>
</file>

<file path=ppt/slideMasters/slideMaster3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0"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13" r:id="rId2"/>
  </p:sldLayoutIdLst>
</p:sldMaster>
</file>

<file path=ppt/slideMasters/slideMaster3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2"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15" r:id="rId2"/>
  </p:sldLayoutIdLst>
</p:sldMaster>
</file>

<file path=ppt/slideMasters/slideMaster3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4"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17" r:id="rId2"/>
  </p:sldLayoutIdLst>
</p:sldMaster>
</file>

<file path=ppt/slideMasters/slideMaster3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6"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19" r:id="rId2"/>
  </p:sldLayoutIdLst>
</p:sldMaster>
</file>

<file path=ppt/slideMasters/slideMaster3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8"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21" r:id="rId2"/>
  </p:sldLayoutIdLst>
</p:sldMaster>
</file>

<file path=ppt/slideMasters/slideMaster3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0"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23" r:id="rId2"/>
  </p:sldLayoutIdLst>
</p:sldMaster>
</file>

<file path=ppt/slideMasters/slideMaster3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2"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25" r:id="rId2"/>
  </p:sldLayoutIdLst>
</p:sldMaster>
</file>

<file path=ppt/slideMasters/slideMaster4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4"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27" r:id="rId2"/>
  </p:sldLayoutIdLst>
</p:sldMaster>
</file>

<file path=ppt/slideMasters/slideMaster4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6"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29" r:id="rId2"/>
  </p:sldLayoutIdLst>
</p:sldMaster>
</file>

<file path=ppt/slideMasters/slideMaster4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8"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31" r:id="rId2"/>
  </p:sldLayoutIdLst>
</p:sldMaster>
</file>

<file path=ppt/slideMasters/slideMaster4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0"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33" r:id="rId2"/>
  </p:sldLayoutIdLst>
</p:sldMaster>
</file>

<file path=ppt/slideMasters/slideMaster4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2"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63" name="PlaceHolder 2"/>
          <p:cNvSpPr>
            <a:spLocks noGrp="1"/>
          </p:cNvSpPr>
          <p:nvPr>
            <p:ph type="body"/>
          </p:nvPr>
        </p:nvSpPr>
        <p:spPr>
          <a:xfrm>
            <a:off x="504000" y="1768680"/>
            <a:ext cx="9072000" cy="43840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35" r:id="rId2"/>
  </p:sldLayoutIdLst>
</p:sldMaster>
</file>

<file path=ppt/slideMasters/slideMaster4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4"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37" r:id="rId2"/>
  </p:sldLayoutIdLst>
</p:sldMaster>
</file>

<file path=ppt/slideMasters/slideMaster4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6"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39" r:id="rId2"/>
  </p:sldLayoutIdLst>
</p:sldMaster>
</file>

<file path=ppt/slideMasters/slideMaster4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8"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41" r:id="rId2"/>
  </p:sldLayoutIdLst>
</p:sldMaster>
</file>

<file path=ppt/slideMasters/slideMaster4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0"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43" r:id="rId2"/>
  </p:sldLayoutIdLst>
</p:sldMaster>
</file>

<file path=ppt/slideMasters/slideMaster4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2"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45" r:id="rId2"/>
  </p:sldLayoutIdLst>
</p:sldMaster>
</file>

<file path=ppt/slideMasters/slideMaster5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4"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47" r:id="rId2"/>
  </p:sldLayoutIdLst>
</p:sldMaster>
</file>

<file path=ppt/slideMasters/slideMaster5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6"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49" r:id="rId2"/>
  </p:sldLayoutIdLst>
</p:sldMaster>
</file>

<file path=ppt/slideMasters/slideMaster5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8"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51" r:id="rId2"/>
  </p:sldLayoutIdLst>
</p:sldMaster>
</file>

<file path=ppt/slideMasters/slideMaster5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0"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53" r:id="rId2"/>
  </p:sldLayoutIdLst>
</p:sldMaster>
</file>

<file path=ppt/slideMasters/slideMaster5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2"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55" r:id="rId2"/>
  </p:sldLayoutIdLst>
</p:sldMaster>
</file>

<file path=ppt/slideMasters/slideMaster5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4"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57" r:id="rId2"/>
  </p:sldLayoutIdLst>
</p:sldMaster>
</file>

<file path=ppt/slideMasters/slideMaster5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6"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59" r:id="rId2"/>
  </p:sldLayoutIdLst>
</p:sldMaster>
</file>

<file path=ppt/slideMasters/slideMaster5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8"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61" r:id="rId2"/>
  </p:sldLayoutIdLst>
</p:sldMaster>
</file>

<file path=ppt/slideMasters/slideMaster5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0"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63" r:id="rId2"/>
  </p:sldLayoutIdLst>
</p:sldMaster>
</file>

<file path=ppt/slideMasters/slideMaster5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2"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65" r:id="rId2"/>
  </p:sldLayoutIdLst>
</p:sldMaster>
</file>

<file path=ppt/slideMasters/slideMaster6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4"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95" name="PlaceHolder 2"/>
          <p:cNvSpPr>
            <a:spLocks noGrp="1"/>
          </p:cNvSpPr>
          <p:nvPr>
            <p:ph type="body"/>
          </p:nvPr>
        </p:nvSpPr>
        <p:spPr>
          <a:xfrm>
            <a:off x="504000" y="1768680"/>
            <a:ext cx="442656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96" name="PlaceHolder 3"/>
          <p:cNvSpPr>
            <a:spLocks noGrp="1"/>
          </p:cNvSpPr>
          <p:nvPr>
            <p:ph type="body"/>
          </p:nvPr>
        </p:nvSpPr>
        <p:spPr>
          <a:xfrm>
            <a:off x="5152680" y="1768680"/>
            <a:ext cx="442656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67" r:id="rId2"/>
  </p:sldLayoutIdLst>
</p:sldMaster>
</file>

<file path=ppt/slideMasters/slideMaster6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0"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69" r:id="rId2"/>
  </p:sldLayoutIdLst>
</p:sldMaster>
</file>

<file path=ppt/slideMasters/slideMaster6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2"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71" r:id="rId2"/>
  </p:sldLayoutIdLst>
</p:sldMaster>
</file>

<file path=ppt/slideMasters/slideMaster6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4"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73" r:id="rId2"/>
  </p:sldLayoutIdLst>
</p:sldMaster>
</file>

<file path=ppt/slideMasters/slideMaster6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6"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75" r:id="rId2"/>
  </p:sldLayoutIdLst>
</p:sldMaster>
</file>

<file path=ppt/slideMasters/slideMaster6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8"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77" r:id="rId2"/>
  </p:sldLayoutIdLst>
</p:sldMaster>
</file>

<file path=ppt/slideMasters/slideMaster6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0"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79" r:id="rId2"/>
  </p:sldLayoutIdLst>
</p:sldMaster>
</file>

<file path=ppt/slideMasters/slideMaster6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2"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81" r:id="rId2"/>
  </p:sldLayoutIdLst>
</p:sldMaster>
</file>

<file path=ppt/slideMasters/slideMaster6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4"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83" r:id="rId2"/>
  </p:sldLayoutIdLst>
</p:sldMaster>
</file>

<file path=ppt/slideMasters/slideMaster6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6"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85" r:id="rId2"/>
  </p:sldLayoutIdLst>
</p:sldMaster>
</file>

<file path=ppt/slideMasters/slideMaster7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8"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87" r:id="rId2"/>
  </p:sldLayoutIdLst>
</p:sldMaster>
</file>

<file path=ppt/slideMasters/slideMaster7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0"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89" r:id="rId2"/>
  </p:sldLayoutIdLst>
</p:sldMaster>
</file>

<file path=ppt/slideMasters/slideMaster7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2"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91" r:id="rId2"/>
  </p:sldLayoutIdLst>
</p:sldMaster>
</file>

<file path=ppt/slideMasters/slideMaster7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4"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25" name="PlaceHolder 2"/>
          <p:cNvSpPr>
            <a:spLocks noGrp="1"/>
          </p:cNvSpPr>
          <p:nvPr>
            <p:ph type="body"/>
          </p:nvPr>
        </p:nvSpPr>
        <p:spPr>
          <a:xfrm>
            <a:off x="504000" y="1768680"/>
            <a:ext cx="9072000" cy="43840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93" r:id="rId2"/>
  </p:sldLayoutIdLst>
</p:sldMaster>
</file>

<file path=ppt/slideMasters/slideMaster7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7"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228" name="PlaceHolder 2"/>
          <p:cNvSpPr>
            <a:spLocks noGrp="1"/>
          </p:cNvSpPr>
          <p:nvPr>
            <p:ph type="body"/>
          </p:nvPr>
        </p:nvSpPr>
        <p:spPr>
          <a:xfrm>
            <a:off x="504000" y="1768680"/>
            <a:ext cx="9072000" cy="43840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95" r:id="rId2"/>
  </p:sldLayoutIdLst>
</p:sldMaster>
</file>

<file path=ppt/slideMasters/slideMaster7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9"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230" name="PlaceHolder 2"/>
          <p:cNvSpPr>
            <a:spLocks noGrp="1"/>
          </p:cNvSpPr>
          <p:nvPr>
            <p:ph type="body"/>
          </p:nvPr>
        </p:nvSpPr>
        <p:spPr>
          <a:xfrm>
            <a:off x="504000" y="1768680"/>
            <a:ext cx="9072000" cy="43840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97"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3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30.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44.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44.xml"/>
</Relationships>
</file>

<file path=ppt/slides/_rels/slide5.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9.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44.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44.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60.xml"/>
</Relationships>
</file>

<file path=ppt/slides/_rels/slide10.xml.rels><?xml version="1.0" encoding="UTF-8"?>
<Relationships xmlns="http://schemas.openxmlformats.org/package/2006/relationships"><Relationship Id="rId1" Type="http://schemas.openxmlformats.org/officeDocument/2006/relationships/hyperlink" Target="http://en.wikipedia.org/wiki/Computer_architecture" TargetMode="External"/><Relationship Id="rId2" Type="http://schemas.openxmlformats.org/officeDocument/2006/relationships/slideLayout" Target="../slideLayouts/slideLayout30.xml"/>
</Relationships>
</file>

<file path=ppt/slides/_rels/slide11.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hyperlink" Target="file:///home/rama/Downloads/Training%20PPT-latest-20220526T142231Z-001/Training%20PPT-latest/Training%20PPT/Demo/List%20of%20applications%20of%20ARM%20cores%20-%20Wikipedia,%20the%20free%20encyclopedia.htm" TargetMode="External"/><Relationship Id="rId3" Type="http://schemas.openxmlformats.org/officeDocument/2006/relationships/slideLayout" Target="../slideLayouts/slideLayout30.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30.xml"/>
</Relationships>
</file>

<file path=ppt/slides/_rels/slide13.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7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16.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73.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18.xml.rels><?xml version="1.0" encoding="UTF-8"?>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73.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30.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3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22.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73.xml"/>
</Relationships>
</file>

<file path=ppt/slides/_rels/slide23.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73.xml"/>
</Relationships>
</file>

<file path=ppt/slides/_rels/slide24.xml.rels><?xml version="1.0" encoding="UTF-8"?>
<Relationships xmlns="http://schemas.openxmlformats.org/package/2006/relationships"><Relationship Id="rId1" Type="http://schemas.openxmlformats.org/officeDocument/2006/relationships/image" Target="../media/image12.jpeg"/><Relationship Id="rId2" Type="http://schemas.openxmlformats.org/officeDocument/2006/relationships/slideLayout" Target="../slideLayouts/slideLayout30.xml"/><Relationship Id="rId3"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hyperlink" Target="https://www.raspberrypi.org/about/" TargetMode="External"/><Relationship Id="rId3" Type="http://schemas.openxmlformats.org/officeDocument/2006/relationships/slideLayout" Target="../slideLayouts/slideLayout30.xml"/>
</Relationships>
</file>

<file path=ppt/slides/_rels/slide26.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30.xml"/>
</Relationships>
</file>

<file path=ppt/slides/_rels/slide27.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30.xml"/>
</Relationships>
</file>

<file path=ppt/slides/_rels/slide28.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30.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74.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75.xml"/>
</Relationships>
</file>

<file path=ppt/slides/_rels/slide31.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75.xml"/>
</Relationships>
</file>

<file path=ppt/slides/_rels/slide32.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30.xml"/>
</Relationships>
</file>

<file path=ppt/slides/_rels/slide33.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75.xml"/>
</Relationships>
</file>

<file path=ppt/slides/_rels/slide34.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75.xml"/>
</Relationships>
</file>

<file path=ppt/slides/_rels/slide35.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0.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30.xml"/>
</Relationships>
</file>

<file path=ppt/slides/_rels/slide37.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30.xml"/>
</Relationships>
</file>

<file path=ppt/slides/_rels/slide38.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30.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75.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75.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75.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75.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75.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75.xml"/>
</Relationships>
</file>

<file path=ppt/slides/_rels/slide45.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slideLayout" Target="../slideLayouts/slideLayout75.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75.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75.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75.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75.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75.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75.xml"/>
</Relationships>
</file>

<file path=ppt/slides/_rels/slide52.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slideLayout" Target="../slideLayouts/slideLayout75.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75.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7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7" name="CustomShape 1"/>
          <p:cNvSpPr/>
          <p:nvPr/>
        </p:nvSpPr>
        <p:spPr>
          <a:xfrm>
            <a:off x="419760" y="251640"/>
            <a:ext cx="9405360" cy="50900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en-US" sz="2800" spc="-1" strike="noStrike">
                <a:solidFill>
                  <a:srgbClr val="000000"/>
                </a:solidFill>
                <a:latin typeface="Calibri"/>
                <a:ea typeface="DejaVu Sans"/>
              </a:rPr>
              <a:t>Introduction to  Embedded Linux</a:t>
            </a:r>
            <a:endParaRPr b="0" lang="en-US" sz="2800" spc="-1" strike="noStrike">
              <a:solidFill>
                <a:srgbClr val="000000"/>
              </a:solidFill>
              <a:latin typeface="Arial"/>
            </a:endParaRPr>
          </a:p>
          <a:p>
            <a:pPr>
              <a:lnSpc>
                <a:spcPct val="100000"/>
              </a:lnSpc>
            </a:pPr>
            <a:endParaRPr b="0" lang="en-US" sz="2800" spc="-1" strike="noStrike">
              <a:solidFill>
                <a:srgbClr val="000000"/>
              </a:solidFill>
              <a:latin typeface="Arial"/>
            </a:endParaRPr>
          </a:p>
          <a:p>
            <a:pPr>
              <a:lnSpc>
                <a:spcPct val="100000"/>
              </a:lnSpc>
            </a:pPr>
            <a:r>
              <a:rPr b="1" lang="en-US" sz="1800" spc="-1" strike="noStrike">
                <a:solidFill>
                  <a:srgbClr val="000000"/>
                </a:solidFill>
                <a:latin typeface="Calibri"/>
                <a:ea typeface="DejaVu Sans"/>
              </a:rPr>
              <a:t>Birth of free software:</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marL="285840" indent="-285480">
              <a:lnSpc>
                <a:spcPct val="100000"/>
              </a:lnSpc>
              <a:buClr>
                <a:srgbClr val="000000"/>
              </a:buClr>
              <a:buFont typeface="Arial"/>
              <a:buChar char="•"/>
            </a:pPr>
            <a:r>
              <a:rPr b="0" lang="en-US" sz="2000" spc="-1" strike="noStrike">
                <a:solidFill>
                  <a:srgbClr val="000000"/>
                </a:solidFill>
                <a:latin typeface="Calibri"/>
                <a:ea typeface="DejaVu Sans"/>
              </a:rPr>
              <a:t>1983, Richard Stallman, GNU project and the free software concept. Beginning of the development of gcc, gdb, glibc and other important tools</a:t>
            </a:r>
            <a:endParaRPr b="0" lang="en-US" sz="2000" spc="-1" strike="noStrike">
              <a:solidFill>
                <a:srgbClr val="000000"/>
              </a:solidFill>
              <a:latin typeface="Arial"/>
            </a:endParaRPr>
          </a:p>
          <a:p>
            <a:pPr marL="285840" indent="-285480">
              <a:lnSpc>
                <a:spcPct val="100000"/>
              </a:lnSpc>
              <a:buClr>
                <a:srgbClr val="000000"/>
              </a:buClr>
              <a:buFont typeface="Arial"/>
              <a:buChar char="•"/>
            </a:pPr>
            <a:r>
              <a:rPr b="0" lang="en-US" sz="2000" spc="-1" strike="noStrike">
                <a:solidFill>
                  <a:srgbClr val="000000"/>
                </a:solidFill>
                <a:latin typeface="Calibri"/>
                <a:ea typeface="DejaVu Sans"/>
              </a:rPr>
              <a:t>1991, Linus Torvalds, Linux kernel project, a Unix-like operating system kernel. Together with GNU software and many other open-source components: a completely free operating system, GNU/Linux</a:t>
            </a:r>
            <a:endParaRPr b="0" lang="en-US" sz="2000" spc="-1" strike="noStrike">
              <a:solidFill>
                <a:srgbClr val="000000"/>
              </a:solidFill>
              <a:latin typeface="Arial"/>
            </a:endParaRPr>
          </a:p>
          <a:p>
            <a:pPr marL="285840" indent="-285480">
              <a:lnSpc>
                <a:spcPct val="100000"/>
              </a:lnSpc>
              <a:buClr>
                <a:srgbClr val="000000"/>
              </a:buClr>
              <a:buFont typeface="Arial"/>
              <a:buChar char="•"/>
            </a:pPr>
            <a:r>
              <a:rPr b="0" lang="en-US" sz="2000" spc="-1" strike="noStrike">
                <a:solidFill>
                  <a:srgbClr val="000000"/>
                </a:solidFill>
                <a:latin typeface="Calibri"/>
                <a:ea typeface="DejaVu Sans"/>
              </a:rPr>
              <a:t>1995, Linux is more and more popular on server systems</a:t>
            </a:r>
            <a:endParaRPr b="0" lang="en-US" sz="2000" spc="-1" strike="noStrike">
              <a:solidFill>
                <a:srgbClr val="000000"/>
              </a:solidFill>
              <a:latin typeface="Arial"/>
            </a:endParaRPr>
          </a:p>
          <a:p>
            <a:pPr marL="285840" indent="-285480">
              <a:lnSpc>
                <a:spcPct val="100000"/>
              </a:lnSpc>
              <a:buClr>
                <a:srgbClr val="000000"/>
              </a:buClr>
              <a:buFont typeface="Arial"/>
              <a:buChar char="•"/>
            </a:pPr>
            <a:r>
              <a:rPr b="0" lang="en-US" sz="2000" spc="-1" strike="noStrike">
                <a:solidFill>
                  <a:srgbClr val="000000"/>
                </a:solidFill>
                <a:latin typeface="Calibri"/>
                <a:ea typeface="DejaVu Sans"/>
              </a:rPr>
              <a:t>2000, Linux is more and more popular on embedded systems</a:t>
            </a:r>
            <a:endParaRPr b="0" lang="en-US" sz="2000" spc="-1" strike="noStrike">
              <a:solidFill>
                <a:srgbClr val="000000"/>
              </a:solidFill>
              <a:latin typeface="Arial"/>
            </a:endParaRPr>
          </a:p>
          <a:p>
            <a:pPr marL="285840" indent="-285480">
              <a:lnSpc>
                <a:spcPct val="100000"/>
              </a:lnSpc>
              <a:buClr>
                <a:srgbClr val="000000"/>
              </a:buClr>
              <a:buFont typeface="Arial"/>
              <a:buChar char="•"/>
            </a:pPr>
            <a:r>
              <a:rPr b="0" lang="en-US" sz="2000" spc="-1" strike="noStrike">
                <a:solidFill>
                  <a:srgbClr val="000000"/>
                </a:solidFill>
                <a:latin typeface="Calibri"/>
                <a:ea typeface="DejaVu Sans"/>
              </a:rPr>
              <a:t>2008, Linux is more and more popular on mobile devices</a:t>
            </a:r>
            <a:endParaRPr b="0" lang="en-US" sz="2000" spc="-1" strike="noStrike">
              <a:solidFill>
                <a:srgbClr val="000000"/>
              </a:solidFill>
              <a:latin typeface="Arial"/>
            </a:endParaRPr>
          </a:p>
          <a:p>
            <a:pPr marL="285840" indent="-285480">
              <a:lnSpc>
                <a:spcPct val="100000"/>
              </a:lnSpc>
              <a:buClr>
                <a:srgbClr val="000000"/>
              </a:buClr>
              <a:buFont typeface="Arial"/>
              <a:buChar char="•"/>
            </a:pPr>
            <a:r>
              <a:rPr b="0" lang="en-US" sz="2000" spc="-1" strike="noStrike">
                <a:solidFill>
                  <a:srgbClr val="000000"/>
                </a:solidFill>
                <a:latin typeface="Calibri"/>
                <a:ea typeface="DejaVu Sans"/>
              </a:rPr>
              <a:t>2010, Linux is more and more popular on phones</a:t>
            </a:r>
            <a:endParaRPr b="0" lang="en-US" sz="2000" spc="-1" strike="noStrike">
              <a:solidFill>
                <a:srgbClr val="000000"/>
              </a:solidFill>
              <a:latin typeface="Arial"/>
            </a:endParaRPr>
          </a:p>
          <a:p>
            <a:pPr>
              <a:lnSpc>
                <a:spcPct val="100000"/>
              </a:lnSpc>
            </a:pPr>
            <a:endParaRPr b="0" lang="en-US" sz="2000" spc="-1" strike="noStrike">
              <a:solidFill>
                <a:srgbClr val="000000"/>
              </a:solidFill>
              <a:latin typeface="Arial"/>
            </a:endParaRPr>
          </a:p>
          <a:p>
            <a:pPr>
              <a:lnSpc>
                <a:spcPct val="100000"/>
              </a:lnSpc>
            </a:pPr>
            <a:r>
              <a:rPr b="1" lang="en-US" sz="1800" spc="-1" strike="noStrike">
                <a:solidFill>
                  <a:srgbClr val="2a6099"/>
                </a:solidFill>
                <a:latin typeface="Calibri"/>
                <a:ea typeface="DejaVu Sans"/>
              </a:rPr>
              <a:t>Embedded Linux is the usage of the Linux kernel and various open-source  components in embedded systems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38" name="" descr=""/>
          <p:cNvPicPr/>
          <p:nvPr/>
        </p:nvPicPr>
        <p:blipFill>
          <a:blip r:embed="rId1"/>
          <a:stretch/>
        </p:blipFill>
        <p:spPr>
          <a:xfrm>
            <a:off x="457200" y="228600"/>
            <a:ext cx="4112640" cy="2818080"/>
          </a:xfrm>
          <a:prstGeom prst="rect">
            <a:avLst/>
          </a:prstGeom>
          <a:ln w="0">
            <a:noFill/>
          </a:ln>
        </p:spPr>
      </p:pic>
      <p:pic>
        <p:nvPicPr>
          <p:cNvPr id="239" name="" descr=""/>
          <p:cNvPicPr/>
          <p:nvPr/>
        </p:nvPicPr>
        <p:blipFill>
          <a:blip r:embed="rId2"/>
          <a:stretch/>
        </p:blipFill>
        <p:spPr>
          <a:xfrm>
            <a:off x="685800" y="3886200"/>
            <a:ext cx="5501520" cy="2960640"/>
          </a:xfrm>
          <a:prstGeom prst="rect">
            <a:avLst/>
          </a:prstGeom>
          <a:ln w="0">
            <a:noFill/>
          </a:ln>
        </p:spPr>
      </p:pic>
      <p:pic>
        <p:nvPicPr>
          <p:cNvPr id="240" name="" descr=""/>
          <p:cNvPicPr/>
          <p:nvPr/>
        </p:nvPicPr>
        <p:blipFill>
          <a:blip r:embed="rId3"/>
          <a:stretch/>
        </p:blipFill>
        <p:spPr>
          <a:xfrm>
            <a:off x="6532200" y="561960"/>
            <a:ext cx="3066840" cy="3779280"/>
          </a:xfrm>
          <a:prstGeom prst="rect">
            <a:avLst/>
          </a:prstGeom>
          <a:ln w="0">
            <a:noFill/>
          </a:ln>
        </p:spPr>
      </p:pic>
      <p:sp>
        <p:nvSpPr>
          <p:cNvPr id="241" name=""/>
          <p:cNvSpPr/>
          <p:nvPr/>
        </p:nvSpPr>
        <p:spPr>
          <a:xfrm>
            <a:off x="2027880" y="7047360"/>
            <a:ext cx="6128280" cy="3445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ea typeface="DejaVu Sans"/>
              </a:rPr>
              <a:t>https://www.youtube.com/watch?v=0_GfMcBmbCg&amp;t=111s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TextShape 1"/>
          <p:cNvSpPr/>
          <p:nvPr/>
        </p:nvSpPr>
        <p:spPr>
          <a:xfrm>
            <a:off x="468000" y="-237240"/>
            <a:ext cx="9069120" cy="12571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1" lang="en-US" sz="3200" spc="-1" strike="noStrike">
                <a:solidFill>
                  <a:srgbClr val="81d41a"/>
                </a:solidFill>
                <a:latin typeface="Calibri"/>
                <a:ea typeface="DejaVu Sans"/>
              </a:rPr>
              <a:t>Embedded Linux Hardware</a:t>
            </a:r>
            <a:endParaRPr b="0" lang="en-US" sz="3200" spc="-1" strike="noStrike">
              <a:solidFill>
                <a:srgbClr val="000000"/>
              </a:solidFill>
              <a:latin typeface="Arial"/>
            </a:endParaRPr>
          </a:p>
        </p:txBody>
      </p:sp>
      <p:sp>
        <p:nvSpPr>
          <p:cNvPr id="243" name="TextShape 2"/>
          <p:cNvSpPr/>
          <p:nvPr/>
        </p:nvSpPr>
        <p:spPr>
          <a:xfrm>
            <a:off x="192600" y="698400"/>
            <a:ext cx="9599040" cy="361476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100000"/>
              </a:lnSpc>
              <a:spcBef>
                <a:spcPts val="641"/>
              </a:spcBef>
              <a:buClr>
                <a:srgbClr val="000000"/>
              </a:buClr>
              <a:buFont typeface="Arial"/>
              <a:buChar char="•"/>
            </a:pPr>
            <a:r>
              <a:rPr b="0" lang="en-US" sz="2000" spc="-1" strike="noStrike">
                <a:solidFill>
                  <a:srgbClr val="000000"/>
                </a:solidFill>
                <a:latin typeface="Calibri"/>
                <a:ea typeface="DejaVu Sans"/>
              </a:rPr>
              <a:t>The Linux kernel and most other architecture-dependent components support a wide range of 32 and 64 bit architectures</a:t>
            </a:r>
            <a:endParaRPr b="0" lang="en-US" sz="2000" spc="-1" strike="noStrike">
              <a:solidFill>
                <a:srgbClr val="000000"/>
              </a:solidFill>
              <a:latin typeface="Arial"/>
            </a:endParaRPr>
          </a:p>
          <a:p>
            <a:pPr marL="343080" indent="-342720">
              <a:lnSpc>
                <a:spcPct val="100000"/>
              </a:lnSpc>
              <a:spcBef>
                <a:spcPts val="641"/>
              </a:spcBef>
              <a:buClr>
                <a:srgbClr val="000000"/>
              </a:buClr>
              <a:buFont typeface="Arial"/>
              <a:buChar char="•"/>
            </a:pPr>
            <a:r>
              <a:rPr b="0" lang="en-US" sz="2000" spc="-1" strike="noStrike">
                <a:solidFill>
                  <a:srgbClr val="000000"/>
                </a:solidFill>
                <a:latin typeface="Calibri"/>
                <a:ea typeface="DejaVu Sans"/>
              </a:rPr>
              <a:t>▶ </a:t>
            </a:r>
            <a:r>
              <a:rPr b="0" lang="en-US" sz="2000" spc="-1" strike="noStrike">
                <a:solidFill>
                  <a:srgbClr val="000000"/>
                </a:solidFill>
                <a:latin typeface="Calibri"/>
                <a:ea typeface="DejaVu Sans"/>
              </a:rPr>
              <a:t>x86 and x86-64, as found on PC platforms, but also embedded systems</a:t>
            </a:r>
            <a:endParaRPr b="0" lang="en-US" sz="2000" spc="-1" strike="noStrike">
              <a:solidFill>
                <a:srgbClr val="000000"/>
              </a:solidFill>
              <a:latin typeface="Arial"/>
            </a:endParaRPr>
          </a:p>
          <a:p>
            <a:pPr marL="343080" indent="-342720">
              <a:lnSpc>
                <a:spcPct val="100000"/>
              </a:lnSpc>
              <a:spcBef>
                <a:spcPts val="641"/>
              </a:spcBef>
              <a:buClr>
                <a:srgbClr val="000000"/>
              </a:buClr>
              <a:buFont typeface="Arial"/>
              <a:buChar char="•"/>
            </a:pPr>
            <a:r>
              <a:rPr b="0" lang="en-US" sz="2000" spc="-1" strike="noStrike">
                <a:solidFill>
                  <a:srgbClr val="000000"/>
                </a:solidFill>
                <a:latin typeface="Calibri"/>
                <a:ea typeface="DejaVu Sans"/>
              </a:rPr>
              <a:t>(multimedia, industrial)</a:t>
            </a:r>
            <a:endParaRPr b="0" lang="en-US" sz="2000" spc="-1" strike="noStrike">
              <a:solidFill>
                <a:srgbClr val="000000"/>
              </a:solidFill>
              <a:latin typeface="Arial"/>
            </a:endParaRPr>
          </a:p>
          <a:p>
            <a:pPr marL="343080" indent="-342720">
              <a:lnSpc>
                <a:spcPct val="100000"/>
              </a:lnSpc>
              <a:spcBef>
                <a:spcPts val="641"/>
              </a:spcBef>
              <a:buClr>
                <a:srgbClr val="000000"/>
              </a:buClr>
              <a:buFont typeface="Arial"/>
              <a:buChar char="•"/>
            </a:pPr>
            <a:r>
              <a:rPr b="0" lang="en-US" sz="2000" spc="-1" strike="noStrike">
                <a:solidFill>
                  <a:srgbClr val="000000"/>
                </a:solidFill>
                <a:latin typeface="Calibri"/>
                <a:ea typeface="DejaVu Sans"/>
              </a:rPr>
              <a:t>▶ </a:t>
            </a:r>
            <a:r>
              <a:rPr b="0" lang="en-US" sz="2000" spc="-1" strike="noStrike">
                <a:solidFill>
                  <a:srgbClr val="000000"/>
                </a:solidFill>
                <a:latin typeface="Calibri"/>
                <a:ea typeface="DejaVu Sans"/>
              </a:rPr>
              <a:t>ARM, with hundreds of different System on Chips</a:t>
            </a:r>
            <a:endParaRPr b="0" lang="en-US" sz="2000" spc="-1" strike="noStrike">
              <a:solidFill>
                <a:srgbClr val="000000"/>
              </a:solidFill>
              <a:latin typeface="Arial"/>
            </a:endParaRPr>
          </a:p>
          <a:p>
            <a:pPr marL="343080" indent="-342720">
              <a:lnSpc>
                <a:spcPct val="100000"/>
              </a:lnSpc>
              <a:spcBef>
                <a:spcPts val="641"/>
              </a:spcBef>
              <a:buClr>
                <a:srgbClr val="000000"/>
              </a:buClr>
              <a:buFont typeface="Arial"/>
              <a:buChar char="•"/>
            </a:pPr>
            <a:r>
              <a:rPr b="0" lang="en-US" sz="2000" spc="-1" strike="noStrike">
                <a:solidFill>
                  <a:srgbClr val="000000"/>
                </a:solidFill>
                <a:latin typeface="Calibri"/>
                <a:ea typeface="DejaVu Sans"/>
              </a:rPr>
              <a:t>(SoC: CPU + on-chip devices, for all sorts of products)</a:t>
            </a:r>
            <a:endParaRPr b="0" lang="en-US" sz="2000" spc="-1" strike="noStrike">
              <a:solidFill>
                <a:srgbClr val="000000"/>
              </a:solidFill>
              <a:latin typeface="Arial"/>
            </a:endParaRPr>
          </a:p>
          <a:p>
            <a:pPr marL="343080" indent="-342720">
              <a:lnSpc>
                <a:spcPct val="100000"/>
              </a:lnSpc>
              <a:spcBef>
                <a:spcPts val="641"/>
              </a:spcBef>
              <a:buClr>
                <a:srgbClr val="000000"/>
              </a:buClr>
              <a:buFont typeface="Arial"/>
              <a:buChar char="•"/>
            </a:pPr>
            <a:r>
              <a:rPr b="0" lang="en-US" sz="2000" spc="-1" strike="noStrike">
                <a:solidFill>
                  <a:srgbClr val="000000"/>
                </a:solidFill>
                <a:latin typeface="Calibri"/>
                <a:ea typeface="DejaVu Sans"/>
              </a:rPr>
              <a:t>▶ </a:t>
            </a:r>
            <a:r>
              <a:rPr b="0" lang="en-US" sz="2000" spc="-1" strike="noStrike">
                <a:solidFill>
                  <a:srgbClr val="000000"/>
                </a:solidFill>
                <a:latin typeface="Calibri"/>
                <a:ea typeface="DejaVu Sans"/>
              </a:rPr>
              <a:t>RISC-V, the rising architecture with a free instruction set</a:t>
            </a:r>
            <a:endParaRPr b="0" lang="en-US" sz="2000" spc="-1" strike="noStrike">
              <a:solidFill>
                <a:srgbClr val="000000"/>
              </a:solidFill>
              <a:latin typeface="Arial"/>
            </a:endParaRPr>
          </a:p>
          <a:p>
            <a:pPr marL="343080" indent="-342720">
              <a:lnSpc>
                <a:spcPct val="100000"/>
              </a:lnSpc>
              <a:spcBef>
                <a:spcPts val="641"/>
              </a:spcBef>
              <a:buClr>
                <a:srgbClr val="000000"/>
              </a:buClr>
              <a:buFont typeface="Arial"/>
              <a:buChar char="•"/>
            </a:pPr>
            <a:r>
              <a:rPr b="0" lang="en-US" sz="2000" spc="-1" strike="noStrike">
                <a:solidFill>
                  <a:srgbClr val="000000"/>
                </a:solidFill>
                <a:latin typeface="Calibri"/>
                <a:ea typeface="DejaVu Sans"/>
              </a:rPr>
              <a:t>(from high-end cloud computing to the smallest embedded systems)</a:t>
            </a:r>
            <a:endParaRPr b="0" lang="en-US" sz="2000" spc="-1" strike="noStrike">
              <a:solidFill>
                <a:srgbClr val="000000"/>
              </a:solidFill>
              <a:latin typeface="Arial"/>
            </a:endParaRPr>
          </a:p>
          <a:p>
            <a:pPr marL="343080" indent="-342720">
              <a:lnSpc>
                <a:spcPct val="100000"/>
              </a:lnSpc>
              <a:spcBef>
                <a:spcPts val="641"/>
              </a:spcBef>
              <a:buClr>
                <a:srgbClr val="000000"/>
              </a:buClr>
              <a:buFont typeface="Arial"/>
              <a:buChar char="•"/>
            </a:pPr>
            <a:r>
              <a:rPr b="0" lang="en-US" sz="2000" spc="-1" strike="noStrike">
                <a:solidFill>
                  <a:srgbClr val="000000"/>
                </a:solidFill>
                <a:latin typeface="Calibri"/>
                <a:ea typeface="DejaVu Sans"/>
              </a:rPr>
              <a:t>▶ </a:t>
            </a:r>
            <a:r>
              <a:rPr b="0" lang="en-US" sz="2000" spc="-1" strike="noStrike">
                <a:solidFill>
                  <a:srgbClr val="000000"/>
                </a:solidFill>
                <a:latin typeface="Calibri"/>
                <a:ea typeface="DejaVu Sans"/>
              </a:rPr>
              <a:t>PowerPC (mainly real-time, industrial applications)</a:t>
            </a:r>
            <a:endParaRPr b="0" lang="en-US" sz="2000" spc="-1" strike="noStrike">
              <a:solidFill>
                <a:srgbClr val="000000"/>
              </a:solidFill>
              <a:latin typeface="Arial"/>
            </a:endParaRPr>
          </a:p>
          <a:p>
            <a:pPr marL="343080" indent="-342720">
              <a:lnSpc>
                <a:spcPct val="100000"/>
              </a:lnSpc>
              <a:spcBef>
                <a:spcPts val="641"/>
              </a:spcBef>
              <a:buClr>
                <a:srgbClr val="000000"/>
              </a:buClr>
              <a:buFont typeface="Arial"/>
              <a:buChar char="•"/>
            </a:pPr>
            <a:r>
              <a:rPr b="0" lang="en-US" sz="2000" spc="-1" strike="noStrike">
                <a:solidFill>
                  <a:srgbClr val="000000"/>
                </a:solidFill>
                <a:latin typeface="Calibri"/>
                <a:ea typeface="DejaVu Sans"/>
              </a:rPr>
              <a:t>▶ </a:t>
            </a:r>
            <a:r>
              <a:rPr b="0" lang="en-US" sz="2000" spc="-1" strike="noStrike">
                <a:solidFill>
                  <a:srgbClr val="000000"/>
                </a:solidFill>
                <a:latin typeface="Calibri"/>
                <a:ea typeface="DejaVu Sans"/>
              </a:rPr>
              <a:t>MIPS (mainly networking applications)</a:t>
            </a:r>
            <a:endParaRPr b="0" lang="en-US" sz="2000" spc="-1" strike="noStrike">
              <a:solidFill>
                <a:srgbClr val="000000"/>
              </a:solidFill>
              <a:latin typeface="Arial"/>
            </a:endParaRPr>
          </a:p>
          <a:p>
            <a:pPr marL="343080" indent="-342720">
              <a:lnSpc>
                <a:spcPct val="100000"/>
              </a:lnSpc>
              <a:spcBef>
                <a:spcPts val="641"/>
              </a:spcBef>
              <a:buClr>
                <a:srgbClr val="000000"/>
              </a:buClr>
              <a:buFont typeface="Arial"/>
              <a:buChar char="•"/>
            </a:pPr>
            <a:r>
              <a:rPr b="0" lang="en-US" sz="2000" spc="-1" strike="noStrike">
                <a:solidFill>
                  <a:srgbClr val="000000"/>
                </a:solidFill>
                <a:latin typeface="Calibri"/>
                <a:ea typeface="DejaVu Sans"/>
              </a:rPr>
              <a:t>▶ </a:t>
            </a:r>
            <a:r>
              <a:rPr b="0" lang="en-US" sz="2000" spc="-1" strike="noStrike">
                <a:solidFill>
                  <a:srgbClr val="000000"/>
                </a:solidFill>
                <a:latin typeface="Calibri"/>
                <a:ea typeface="DejaVu Sans"/>
              </a:rPr>
              <a:t>Microblaze (Xilinx), Nios II (Altera): soft cores on FPGAs</a:t>
            </a:r>
            <a:endParaRPr b="0" lang="en-US" sz="2000" spc="-1" strike="noStrike">
              <a:solidFill>
                <a:srgbClr val="000000"/>
              </a:solidFill>
              <a:latin typeface="Arial"/>
            </a:endParaRPr>
          </a:p>
          <a:p>
            <a:pPr marL="343080" indent="-342720">
              <a:lnSpc>
                <a:spcPct val="100000"/>
              </a:lnSpc>
              <a:spcBef>
                <a:spcPts val="641"/>
              </a:spcBef>
              <a:buClr>
                <a:srgbClr val="000000"/>
              </a:buClr>
              <a:buFont typeface="Arial"/>
              <a:buChar char="•"/>
            </a:pPr>
            <a:r>
              <a:rPr b="0" lang="en-US" sz="2000" spc="-1" strike="noStrike">
                <a:solidFill>
                  <a:srgbClr val="000000"/>
                </a:solidFill>
                <a:latin typeface="Calibri"/>
                <a:ea typeface="DejaVu Sans"/>
              </a:rPr>
              <a:t>▶ </a:t>
            </a:r>
            <a:r>
              <a:rPr b="0" lang="en-US" sz="2000" spc="-1" strike="noStrike">
                <a:solidFill>
                  <a:srgbClr val="000000"/>
                </a:solidFill>
                <a:latin typeface="Calibri"/>
                <a:ea typeface="DejaVu Sans"/>
              </a:rPr>
              <a:t>Others: ARC, m68k, Xtensa, SuperH..</a:t>
            </a:r>
            <a:endParaRPr b="0" lang="en-US" sz="2000" spc="-1" strike="noStrike">
              <a:solidFill>
                <a:srgbClr val="000000"/>
              </a:solidFill>
              <a:latin typeface="Arial"/>
            </a:endParaRPr>
          </a:p>
          <a:p>
            <a:pPr marL="343080" indent="-342720">
              <a:lnSpc>
                <a:spcPct val="100000"/>
              </a:lnSpc>
              <a:spcBef>
                <a:spcPts val="641"/>
              </a:spcBef>
              <a:buClr>
                <a:srgbClr val="000000"/>
              </a:buClr>
              <a:buFont typeface="Arial"/>
              <a:buChar char="•"/>
            </a:pPr>
            <a:r>
              <a:rPr b="0" lang="en-US" sz="2000" spc="-1" strike="noStrike">
                <a:solidFill>
                  <a:srgbClr val="000000"/>
                </a:solidFill>
                <a:latin typeface="Calibri"/>
                <a:ea typeface="DejaVu Sans"/>
              </a:rPr>
              <a:t>▶ </a:t>
            </a:r>
            <a:r>
              <a:rPr b="0" lang="en-US" sz="2000" spc="-1" strike="noStrike">
                <a:solidFill>
                  <a:srgbClr val="000000"/>
                </a:solidFill>
                <a:latin typeface="Calibri"/>
                <a:ea typeface="DejaVu Sans"/>
              </a:rPr>
              <a:t>Both MMU and no-MMU architectures are supported, even though no-MMU architectures have a few limitations.</a:t>
            </a:r>
            <a:endParaRPr b="0" lang="en-US" sz="2000" spc="-1" strike="noStrike">
              <a:solidFill>
                <a:srgbClr val="000000"/>
              </a:solidFill>
              <a:latin typeface="Arial"/>
            </a:endParaRPr>
          </a:p>
          <a:p>
            <a:pPr marL="343080" indent="-342720">
              <a:lnSpc>
                <a:spcPct val="100000"/>
              </a:lnSpc>
              <a:spcBef>
                <a:spcPts val="641"/>
              </a:spcBef>
              <a:buClr>
                <a:srgbClr val="000000"/>
              </a:buClr>
              <a:buFont typeface="Arial"/>
              <a:buChar char="•"/>
            </a:pPr>
            <a:r>
              <a:rPr b="0" lang="en-US" sz="2000" spc="-1" strike="noStrike">
                <a:solidFill>
                  <a:srgbClr val="000000"/>
                </a:solidFill>
                <a:latin typeface="Calibri"/>
                <a:ea typeface="DejaVu Sans"/>
              </a:rPr>
              <a:t>▶ </a:t>
            </a:r>
            <a:r>
              <a:rPr b="0" lang="en-US" sz="2000" spc="-1" strike="noStrike">
                <a:solidFill>
                  <a:srgbClr val="000000"/>
                </a:solidFill>
                <a:latin typeface="Calibri"/>
                <a:ea typeface="DejaVu Sans"/>
              </a:rPr>
              <a:t>Linux does not support small microcontrollers (8 or 16 bit)</a:t>
            </a:r>
            <a:endParaRPr b="0" lang="en-US" sz="2000" spc="-1" strike="noStrike">
              <a:solidFill>
                <a:srgbClr val="000000"/>
              </a:solidFill>
              <a:latin typeface="Arial"/>
            </a:endParaRPr>
          </a:p>
          <a:p>
            <a:pPr marL="343080" indent="-342720">
              <a:lnSpc>
                <a:spcPct val="100000"/>
              </a:lnSpc>
              <a:spcBef>
                <a:spcPts val="641"/>
              </a:spcBef>
              <a:buClr>
                <a:srgbClr val="000000"/>
              </a:buClr>
              <a:buFont typeface="Arial"/>
              <a:buChar char="•"/>
            </a:pPr>
            <a:r>
              <a:rPr b="0" lang="en-US" sz="2000" spc="-1" strike="noStrike">
                <a:solidFill>
                  <a:srgbClr val="000000"/>
                </a:solidFill>
                <a:latin typeface="Calibri"/>
                <a:ea typeface="DejaVu Sans"/>
              </a:rPr>
              <a:t>▶ </a:t>
            </a:r>
            <a:r>
              <a:rPr b="0" lang="en-US" sz="2000" spc="-1" strike="noStrike">
                <a:solidFill>
                  <a:srgbClr val="000000"/>
                </a:solidFill>
                <a:latin typeface="Calibri"/>
                <a:ea typeface="DejaVu Sans"/>
              </a:rPr>
              <a:t>Besides the toolchain, the bootloader and the kernel, all other components are generally architecture-independent</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
          <p:cNvSpPr/>
          <p:nvPr/>
        </p:nvSpPr>
        <p:spPr>
          <a:xfrm>
            <a:off x="192600" y="90720"/>
            <a:ext cx="9599040" cy="67431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ea typeface="DejaVu Sans"/>
              </a:rPr>
              <a:t>RAM: a very basic Linux system can work within 8 MB of RAM, but a more realistic system will usually require at least 32 MB of RAM. Depends on the type and size of applications.</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Storage: a very basic Linux system can work within 4 MB of storage, but usually</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more is needed.</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Block storage: SD/MMC/eMMC, USB mass storage, SATA, etc,</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Raw flash storage is supported too, both NAND and NOR flash, with specific</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filesystems</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Not necessarily interesting to be too restrictive on the amount of RAM/storage: having flexibility at this level allows to increase performance and re-use as many existing components as possible.</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The Linux kernel has support for many common communication buses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I2C</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SPI</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1-wire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SDIO</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PCI</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USB</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CAN (mainly used in automotive)</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And also extensive networking support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Ethernet, Wifi, Bluetooth, CAN, etc.</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IPv4, IPv6, TCP, UDP, SCTP, DCCP, etc.</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Firewalling, advanced routing, multicast</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5" name="TextShape 1"/>
          <p:cNvSpPr/>
          <p:nvPr/>
        </p:nvSpPr>
        <p:spPr>
          <a:xfrm>
            <a:off x="504000" y="301320"/>
            <a:ext cx="9069120" cy="635040"/>
          </a:xfrm>
          <a:prstGeom prst="rect">
            <a:avLst/>
          </a:prstGeom>
          <a:noFill/>
          <a:ln w="0">
            <a:noFill/>
          </a:ln>
        </p:spPr>
        <p:style>
          <a:lnRef idx="0"/>
          <a:fillRef idx="0"/>
          <a:effectRef idx="0"/>
          <a:fontRef idx="minor"/>
        </p:style>
        <p:txBody>
          <a:bodyPr lIns="0" rIns="0" tIns="0" bIns="0" anchor="ctr">
            <a:noAutofit/>
          </a:bodyPr>
          <a:p>
            <a:pPr algn="ctr">
              <a:lnSpc>
                <a:spcPct val="100000"/>
              </a:lnSpc>
            </a:pPr>
            <a:r>
              <a:rPr b="0" lang="en-IN" sz="2600" spc="-1" strike="noStrike">
                <a:solidFill>
                  <a:srgbClr val="ffffff"/>
                </a:solidFill>
                <a:latin typeface="Arial"/>
                <a:ea typeface="DejaVu Sans"/>
              </a:rPr>
              <a:t>Embedded software development process</a:t>
            </a:r>
            <a:endParaRPr b="0" lang="en-US" sz="2600" spc="-1" strike="noStrike">
              <a:solidFill>
                <a:srgbClr val="000000"/>
              </a:solidFill>
              <a:latin typeface="Arial"/>
            </a:endParaRPr>
          </a:p>
        </p:txBody>
      </p:sp>
      <p:sp>
        <p:nvSpPr>
          <p:cNvPr id="246" name="CustomShape 2"/>
          <p:cNvSpPr/>
          <p:nvPr/>
        </p:nvSpPr>
        <p:spPr>
          <a:xfrm>
            <a:off x="143280" y="1053720"/>
            <a:ext cx="9935280" cy="18262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1800" spc="-1" strike="noStrike">
                <a:solidFill>
                  <a:srgbClr val="000000"/>
                </a:solidFill>
                <a:latin typeface="Arial"/>
                <a:ea typeface="DejaVu Sans"/>
              </a:rPr>
              <a:t>Embedded Linux System Architecture:</a:t>
            </a:r>
            <a:endParaRPr b="0" lang="en-US" sz="1800" spc="-1" strike="noStrike">
              <a:solidFill>
                <a:srgbClr val="000000"/>
              </a:solidFill>
              <a:latin typeface="Arial"/>
            </a:endParaRPr>
          </a:p>
          <a:p>
            <a:pPr>
              <a:lnSpc>
                <a:spcPct val="100000"/>
              </a:lnSpc>
            </a:pPr>
            <a:r>
              <a:rPr b="0" lang="en-US" sz="1600" spc="-1" strike="noStrike">
                <a:solidFill>
                  <a:srgbClr val="000000"/>
                </a:solidFill>
                <a:latin typeface="Arial"/>
                <a:ea typeface="DejaVu Sans"/>
              </a:rPr>
              <a:t>When doing embedded development, there is always a split  between </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Arial"/>
                <a:ea typeface="DejaVu Sans"/>
              </a:rPr>
              <a:t>The host, the development workstation, which is typically a powerful PC</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Arial"/>
                <a:ea typeface="DejaVu Sans"/>
              </a:rPr>
              <a:t>The target, which is the embedded system under development</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Arial"/>
                <a:ea typeface="DejaVu Sans"/>
              </a:rPr>
              <a:t>They are connected by various means: almost always a serial line for debugging purposes, frequently an Ethernet connection, sometimes a JTAG interface for low-level debugging</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p:txBody>
      </p:sp>
      <p:pic>
        <p:nvPicPr>
          <p:cNvPr id="247" name="" descr=""/>
          <p:cNvPicPr/>
          <p:nvPr/>
        </p:nvPicPr>
        <p:blipFill>
          <a:blip r:embed="rId1"/>
          <a:stretch/>
        </p:blipFill>
        <p:spPr>
          <a:xfrm>
            <a:off x="1371600" y="2716920"/>
            <a:ext cx="7313040" cy="391032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8" name=""/>
          <p:cNvSpPr/>
          <p:nvPr/>
        </p:nvSpPr>
        <p:spPr>
          <a:xfrm>
            <a:off x="0" y="1035000"/>
            <a:ext cx="10078560" cy="49514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Cross-compilation toolchain</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Compiler that runs on the development machine, but generates code for the target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Bootloader</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Started by the hardware, responsible for basic initialization, loading and executing the kernel</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Linux Kernel</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Contains the process and memory management, network stack, device drivers and provides services to user space applications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C library</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Of course, a library of C functions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Also the interface between the kernel and the user space applications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Libraries and applications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Third-party or in-house</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Two ways to switch to embedded Linux</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Use solutions provided and supported by vendors like MontaVista, Wind River or TimeSys. These solutions come with their own development tools and environment. They use a mix of open-source components and proprietary tools.</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Use community solutions. They are completely open, supported by the community</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9" name="TextShape 1"/>
          <p:cNvSpPr/>
          <p:nvPr/>
        </p:nvSpPr>
        <p:spPr>
          <a:xfrm>
            <a:off x="504000" y="302760"/>
            <a:ext cx="9069120" cy="12571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4400" spc="-1" strike="noStrike">
                <a:solidFill>
                  <a:srgbClr val="000000"/>
                </a:solidFill>
                <a:latin typeface="Calibri"/>
                <a:ea typeface="DejaVu Sans"/>
              </a:rPr>
              <a:t>Embedded Linux Hardware</a:t>
            </a:r>
            <a:endParaRPr b="0" lang="en-US" sz="4400" spc="-1" strike="noStrike">
              <a:solidFill>
                <a:srgbClr val="000000"/>
              </a:solidFill>
              <a:latin typeface="Arial"/>
            </a:endParaRPr>
          </a:p>
        </p:txBody>
      </p:sp>
      <p:sp>
        <p:nvSpPr>
          <p:cNvPr id="250" name="TextShape 2"/>
          <p:cNvSpPr/>
          <p:nvPr/>
        </p:nvSpPr>
        <p:spPr>
          <a:xfrm>
            <a:off x="504000" y="1764000"/>
            <a:ext cx="9069120" cy="498636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90000"/>
              </a:lnSpc>
              <a:spcBef>
                <a:spcPts val="641"/>
              </a:spcBef>
              <a:buClr>
                <a:srgbClr val="000000"/>
              </a:buClr>
              <a:buFont typeface="Arial"/>
              <a:buChar char="•"/>
            </a:pPr>
            <a:r>
              <a:rPr b="0" lang="en-US" sz="3200" spc="-1" strike="noStrike">
                <a:solidFill>
                  <a:srgbClr val="000000"/>
                </a:solidFill>
                <a:latin typeface="Calibri"/>
                <a:ea typeface="DejaVu Sans"/>
              </a:rPr>
              <a:t>x86</a:t>
            </a:r>
            <a:endParaRPr b="0" lang="en-US" sz="3200" spc="-1" strike="noStrike">
              <a:solidFill>
                <a:srgbClr val="000000"/>
              </a:solidFill>
              <a:latin typeface="Arial"/>
            </a:endParaRPr>
          </a:p>
          <a:p>
            <a:pPr lvl="1" marL="743040" indent="-285480">
              <a:lnSpc>
                <a:spcPct val="90000"/>
              </a:lnSpc>
              <a:spcBef>
                <a:spcPts val="561"/>
              </a:spcBef>
              <a:buClr>
                <a:srgbClr val="000000"/>
              </a:buClr>
              <a:buFont typeface="Arial"/>
              <a:buChar char="–"/>
            </a:pPr>
            <a:r>
              <a:rPr b="0" lang="en-US" sz="2800" spc="-1" strike="noStrike">
                <a:solidFill>
                  <a:srgbClr val="000000"/>
                </a:solidFill>
                <a:latin typeface="Calibri"/>
                <a:ea typeface="DejaVu Sans"/>
              </a:rPr>
              <a:t>Introduced by Intel in 1985</a:t>
            </a:r>
            <a:endParaRPr b="0" lang="en-US" sz="2800" spc="-1" strike="noStrike">
              <a:solidFill>
                <a:srgbClr val="000000"/>
              </a:solidFill>
              <a:latin typeface="Arial"/>
            </a:endParaRPr>
          </a:p>
          <a:p>
            <a:pPr lvl="1" marL="743040" indent="-285480">
              <a:lnSpc>
                <a:spcPct val="90000"/>
              </a:lnSpc>
              <a:spcBef>
                <a:spcPts val="561"/>
              </a:spcBef>
              <a:buClr>
                <a:srgbClr val="000000"/>
              </a:buClr>
              <a:buFont typeface="Arial"/>
              <a:buChar char="–"/>
            </a:pPr>
            <a:r>
              <a:rPr b="0" lang="en-US" sz="2800" spc="-1" strike="noStrike">
                <a:solidFill>
                  <a:srgbClr val="000000"/>
                </a:solidFill>
                <a:latin typeface="Calibri"/>
                <a:ea typeface="DejaVu Sans"/>
              </a:rPr>
              <a:t>Large amounts of documentation available</a:t>
            </a:r>
            <a:endParaRPr b="0" lang="en-US" sz="2800" spc="-1" strike="noStrike">
              <a:solidFill>
                <a:srgbClr val="000000"/>
              </a:solidFill>
              <a:latin typeface="Arial"/>
            </a:endParaRPr>
          </a:p>
          <a:p>
            <a:pPr lvl="1" marL="743040" indent="-285480">
              <a:lnSpc>
                <a:spcPct val="90000"/>
              </a:lnSpc>
              <a:spcBef>
                <a:spcPts val="561"/>
              </a:spcBef>
              <a:buClr>
                <a:srgbClr val="000000"/>
              </a:buClr>
              <a:buFont typeface="Arial"/>
              <a:buChar char="–"/>
            </a:pPr>
            <a:r>
              <a:rPr b="0" lang="en-US" sz="2800" spc="-1" strike="noStrike">
                <a:solidFill>
                  <a:srgbClr val="000000"/>
                </a:solidFill>
                <a:latin typeface="Calibri"/>
                <a:ea typeface="DejaVu Sans"/>
              </a:rPr>
              <a:t>Most widely used and tested on Linux platforms</a:t>
            </a:r>
            <a:endParaRPr b="0" lang="en-US" sz="2800" spc="-1" strike="noStrike">
              <a:solidFill>
                <a:srgbClr val="000000"/>
              </a:solidFill>
              <a:latin typeface="Arial"/>
            </a:endParaRPr>
          </a:p>
          <a:p>
            <a:pPr lvl="1" marL="743040" indent="-285480">
              <a:lnSpc>
                <a:spcPct val="90000"/>
              </a:lnSpc>
              <a:spcBef>
                <a:spcPts val="561"/>
              </a:spcBef>
              <a:buClr>
                <a:srgbClr val="000000"/>
              </a:buClr>
              <a:buFont typeface="Arial"/>
              <a:buChar char="–"/>
            </a:pPr>
            <a:r>
              <a:rPr b="0" lang="en-US" sz="2800" spc="-1" strike="noStrike">
                <a:solidFill>
                  <a:srgbClr val="000000"/>
                </a:solidFill>
                <a:latin typeface="Calibri"/>
                <a:ea typeface="DejaVu Sans"/>
              </a:rPr>
              <a:t>Many applications developed on the x86 for the purpose of porting to other hardware. </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TextShape 1"/>
          <p:cNvSpPr/>
          <p:nvPr/>
        </p:nvSpPr>
        <p:spPr>
          <a:xfrm>
            <a:off x="504000" y="302760"/>
            <a:ext cx="9069120" cy="12571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4400" spc="-1" strike="noStrike">
                <a:solidFill>
                  <a:srgbClr val="000000"/>
                </a:solidFill>
                <a:latin typeface="Calibri"/>
                <a:ea typeface="DejaVu Sans"/>
              </a:rPr>
              <a:t>Embedded Linux Hardware</a:t>
            </a:r>
            <a:endParaRPr b="0" lang="en-US" sz="4400" spc="-1" strike="noStrike">
              <a:solidFill>
                <a:srgbClr val="000000"/>
              </a:solidFill>
              <a:latin typeface="Arial"/>
            </a:endParaRPr>
          </a:p>
        </p:txBody>
      </p:sp>
      <p:sp>
        <p:nvSpPr>
          <p:cNvPr id="252" name="TextShape 2"/>
          <p:cNvSpPr/>
          <p:nvPr/>
        </p:nvSpPr>
        <p:spPr>
          <a:xfrm>
            <a:off x="504000" y="1764000"/>
            <a:ext cx="9069120" cy="498636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100000"/>
              </a:lnSpc>
              <a:spcBef>
                <a:spcPts val="519"/>
              </a:spcBef>
              <a:buClr>
                <a:srgbClr val="000000"/>
              </a:buClr>
              <a:buFont typeface="Arial"/>
              <a:buChar char="•"/>
            </a:pPr>
            <a:r>
              <a:rPr b="0" lang="en-US" sz="2600" spc="-1" strike="noStrike">
                <a:solidFill>
                  <a:srgbClr val="000000"/>
                </a:solidFill>
                <a:latin typeface="Calibri"/>
                <a:ea typeface="DejaVu Sans"/>
              </a:rPr>
              <a:t>ARM (Advanced RISC Machine)</a:t>
            </a:r>
            <a:endParaRPr b="0" lang="en-US" sz="2600" spc="-1" strike="noStrike">
              <a:solidFill>
                <a:srgbClr val="000000"/>
              </a:solidFill>
              <a:latin typeface="Arial"/>
            </a:endParaRPr>
          </a:p>
          <a:p>
            <a:pPr lvl="1" marL="743040" indent="-285480">
              <a:lnSpc>
                <a:spcPct val="100000"/>
              </a:lnSpc>
              <a:spcBef>
                <a:spcPts val="479"/>
              </a:spcBef>
              <a:buClr>
                <a:srgbClr val="000000"/>
              </a:buClr>
              <a:buFont typeface="Arial"/>
              <a:buChar char="–"/>
            </a:pPr>
            <a:r>
              <a:rPr b="0" lang="en-US" sz="2400" spc="-1" strike="noStrike">
                <a:solidFill>
                  <a:srgbClr val="000000"/>
                </a:solidFill>
                <a:latin typeface="Calibri"/>
                <a:ea typeface="DejaVu Sans"/>
              </a:rPr>
              <a:t>No particular manufacturer, maintained by  ARM Holdings Ltd.</a:t>
            </a:r>
            <a:endParaRPr b="0" lang="en-US" sz="2400" spc="-1" strike="noStrike">
              <a:solidFill>
                <a:srgbClr val="000000"/>
              </a:solidFill>
              <a:latin typeface="Arial"/>
            </a:endParaRPr>
          </a:p>
          <a:p>
            <a:pPr lvl="1" marL="743040" indent="-285480">
              <a:lnSpc>
                <a:spcPct val="100000"/>
              </a:lnSpc>
              <a:spcBef>
                <a:spcPts val="479"/>
              </a:spcBef>
              <a:buClr>
                <a:srgbClr val="000000"/>
              </a:buClr>
              <a:buFont typeface="Arial"/>
              <a:buChar char="–"/>
            </a:pPr>
            <a:r>
              <a:rPr b="0" lang="en-US" sz="2400" spc="-1" strike="noStrike">
                <a:solidFill>
                  <a:srgbClr val="000000"/>
                </a:solidFill>
                <a:latin typeface="Calibri"/>
                <a:ea typeface="DejaVu Sans"/>
              </a:rPr>
              <a:t>ARM Holdings designs CPU cores and the ARM instruction set</a:t>
            </a:r>
            <a:endParaRPr b="0" lang="en-US" sz="2400" spc="-1" strike="noStrike">
              <a:solidFill>
                <a:srgbClr val="000000"/>
              </a:solidFill>
              <a:latin typeface="Arial"/>
            </a:endParaRPr>
          </a:p>
          <a:p>
            <a:pPr lvl="1" marL="743040" indent="-285480">
              <a:lnSpc>
                <a:spcPct val="100000"/>
              </a:lnSpc>
              <a:spcBef>
                <a:spcPts val="479"/>
              </a:spcBef>
              <a:buClr>
                <a:srgbClr val="000000"/>
              </a:buClr>
              <a:buFont typeface="Arial"/>
              <a:buChar char="–"/>
            </a:pPr>
            <a:r>
              <a:rPr b="0" lang="en-US" sz="2400" spc="-1" strike="noStrike">
                <a:solidFill>
                  <a:srgbClr val="000000"/>
                </a:solidFill>
                <a:latin typeface="Calibri"/>
                <a:ea typeface="DejaVu Sans"/>
              </a:rPr>
              <a:t>Customers find their own manufacturer which allows for greater customization</a:t>
            </a:r>
            <a:endParaRPr b="0" lang="en-US" sz="2400" spc="-1" strike="noStrike">
              <a:solidFill>
                <a:srgbClr val="000000"/>
              </a:solidFill>
              <a:latin typeface="Arial"/>
            </a:endParaRPr>
          </a:p>
          <a:p>
            <a:pPr lvl="1" marL="743040" indent="-285480">
              <a:lnSpc>
                <a:spcPct val="100000"/>
              </a:lnSpc>
              <a:spcBef>
                <a:spcPts val="479"/>
              </a:spcBef>
              <a:buClr>
                <a:srgbClr val="000000"/>
              </a:buClr>
              <a:buFont typeface="Arial"/>
              <a:buChar char="–"/>
            </a:pPr>
            <a:r>
              <a:rPr b="0" lang="en-US" sz="2400" spc="-1" strike="noStrike">
                <a:solidFill>
                  <a:srgbClr val="000000"/>
                </a:solidFill>
                <a:latin typeface="Calibri"/>
                <a:ea typeface="DejaVu Sans"/>
              </a:rPr>
              <a:t>Linux supports ten different ARM CPUs on sixteen different platforms, along with two hundred related boards.</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 name="TextShape 1"/>
          <p:cNvSpPr/>
          <p:nvPr/>
        </p:nvSpPr>
        <p:spPr>
          <a:xfrm>
            <a:off x="504000" y="302760"/>
            <a:ext cx="9069120" cy="12571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4400" spc="-1" strike="noStrike">
                <a:solidFill>
                  <a:srgbClr val="000000"/>
                </a:solidFill>
                <a:latin typeface="Calibri"/>
                <a:ea typeface="DejaVu Sans"/>
              </a:rPr>
              <a:t>Embedded Linux Hardware</a:t>
            </a:r>
            <a:endParaRPr b="0" lang="en-US" sz="4400" spc="-1" strike="noStrike">
              <a:solidFill>
                <a:srgbClr val="000000"/>
              </a:solidFill>
              <a:latin typeface="Arial"/>
            </a:endParaRPr>
          </a:p>
        </p:txBody>
      </p:sp>
      <p:sp>
        <p:nvSpPr>
          <p:cNvPr id="254" name="TextShape 2"/>
          <p:cNvSpPr/>
          <p:nvPr/>
        </p:nvSpPr>
        <p:spPr>
          <a:xfrm>
            <a:off x="504000" y="1427760"/>
            <a:ext cx="4448880" cy="498636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100000"/>
              </a:lnSpc>
              <a:spcBef>
                <a:spcPts val="519"/>
              </a:spcBef>
              <a:buClr>
                <a:srgbClr val="000000"/>
              </a:buClr>
              <a:buFont typeface="Arial"/>
              <a:buChar char="•"/>
            </a:pPr>
            <a:r>
              <a:rPr b="0" lang="en-US" sz="2600" spc="-1" strike="noStrike">
                <a:solidFill>
                  <a:srgbClr val="000000"/>
                </a:solidFill>
                <a:latin typeface="Calibri"/>
                <a:ea typeface="DejaVu Sans"/>
              </a:rPr>
              <a:t>Busses and Interfaces</a:t>
            </a:r>
            <a:endParaRPr b="0" lang="en-US" sz="2600" spc="-1" strike="noStrike">
              <a:solidFill>
                <a:srgbClr val="000000"/>
              </a:solidFill>
              <a:latin typeface="Arial"/>
            </a:endParaRPr>
          </a:p>
          <a:p>
            <a:pPr lvl="1" marL="743040" indent="-285480">
              <a:lnSpc>
                <a:spcPct val="100000"/>
              </a:lnSpc>
              <a:spcBef>
                <a:spcPts val="561"/>
              </a:spcBef>
              <a:buClr>
                <a:srgbClr val="000000"/>
              </a:buClr>
              <a:buFont typeface="Arial"/>
              <a:buChar char="–"/>
            </a:pPr>
            <a:r>
              <a:rPr b="0" lang="en-US" sz="2800" spc="-1" strike="noStrike">
                <a:solidFill>
                  <a:srgbClr val="000000"/>
                </a:solidFill>
                <a:latin typeface="Calibri"/>
                <a:ea typeface="DejaVu Sans"/>
              </a:rPr>
              <a:t>PCI</a:t>
            </a:r>
            <a:endParaRPr b="0" lang="en-US" sz="2800" spc="-1" strike="noStrike">
              <a:solidFill>
                <a:srgbClr val="000000"/>
              </a:solidFill>
              <a:latin typeface="Arial"/>
            </a:endParaRPr>
          </a:p>
          <a:p>
            <a:pPr lvl="1" marL="743040" indent="-285480">
              <a:lnSpc>
                <a:spcPct val="100000"/>
              </a:lnSpc>
              <a:spcBef>
                <a:spcPts val="561"/>
              </a:spcBef>
              <a:buClr>
                <a:srgbClr val="000000"/>
              </a:buClr>
              <a:buFont typeface="Arial"/>
              <a:buChar char="–"/>
            </a:pPr>
            <a:r>
              <a:rPr b="0" lang="en-US" sz="2800" spc="-1" strike="noStrike">
                <a:solidFill>
                  <a:srgbClr val="000000"/>
                </a:solidFill>
                <a:latin typeface="Calibri"/>
                <a:ea typeface="DejaVu Sans"/>
              </a:rPr>
              <a:t>PCMCIA</a:t>
            </a:r>
            <a:endParaRPr b="0" lang="en-US" sz="2800" spc="-1" strike="noStrike">
              <a:solidFill>
                <a:srgbClr val="000000"/>
              </a:solidFill>
              <a:latin typeface="Arial"/>
            </a:endParaRPr>
          </a:p>
          <a:p>
            <a:pPr lvl="1" marL="743040" indent="-285480">
              <a:lnSpc>
                <a:spcPct val="100000"/>
              </a:lnSpc>
              <a:spcBef>
                <a:spcPts val="561"/>
              </a:spcBef>
              <a:buClr>
                <a:srgbClr val="000000"/>
              </a:buClr>
              <a:buFont typeface="Arial"/>
              <a:buChar char="–"/>
            </a:pPr>
            <a:r>
              <a:rPr b="0" lang="en-US" sz="2800" spc="-1" strike="noStrike">
                <a:solidFill>
                  <a:srgbClr val="000000"/>
                </a:solidFill>
                <a:latin typeface="Calibri"/>
                <a:ea typeface="DejaVu Sans"/>
              </a:rPr>
              <a:t>Parallel Port</a:t>
            </a:r>
            <a:endParaRPr b="0" lang="en-US" sz="2800" spc="-1" strike="noStrike">
              <a:solidFill>
                <a:srgbClr val="000000"/>
              </a:solidFill>
              <a:latin typeface="Arial"/>
            </a:endParaRPr>
          </a:p>
          <a:p>
            <a:pPr lvl="1" marL="743040" indent="-285480">
              <a:lnSpc>
                <a:spcPct val="100000"/>
              </a:lnSpc>
              <a:spcBef>
                <a:spcPts val="561"/>
              </a:spcBef>
              <a:buClr>
                <a:srgbClr val="000000"/>
              </a:buClr>
              <a:buFont typeface="Arial"/>
              <a:buChar char="–"/>
            </a:pPr>
            <a:r>
              <a:rPr b="0" lang="en-US" sz="2800" spc="-1" strike="noStrike">
                <a:solidFill>
                  <a:srgbClr val="000000"/>
                </a:solidFill>
                <a:latin typeface="Calibri"/>
                <a:ea typeface="DejaVu Sans"/>
              </a:rPr>
              <a:t>SCSI</a:t>
            </a:r>
            <a:endParaRPr b="0" lang="en-US" sz="2800" spc="-1" strike="noStrike">
              <a:solidFill>
                <a:srgbClr val="000000"/>
              </a:solidFill>
              <a:latin typeface="Arial"/>
            </a:endParaRPr>
          </a:p>
          <a:p>
            <a:pPr lvl="1" marL="743040" indent="-285480">
              <a:lnSpc>
                <a:spcPct val="100000"/>
              </a:lnSpc>
              <a:spcBef>
                <a:spcPts val="561"/>
              </a:spcBef>
              <a:buClr>
                <a:srgbClr val="000000"/>
              </a:buClr>
              <a:buFont typeface="Arial"/>
              <a:buChar char="–"/>
            </a:pPr>
            <a:r>
              <a:rPr b="0" lang="en-US" sz="2800" spc="-1" strike="noStrike">
                <a:solidFill>
                  <a:srgbClr val="000000"/>
                </a:solidFill>
                <a:latin typeface="Calibri"/>
                <a:ea typeface="DejaVu Sans"/>
              </a:rPr>
              <a:t>USB</a:t>
            </a:r>
            <a:endParaRPr b="0" lang="en-US" sz="2800" spc="-1" strike="noStrike">
              <a:solidFill>
                <a:srgbClr val="000000"/>
              </a:solidFill>
              <a:latin typeface="Arial"/>
            </a:endParaRPr>
          </a:p>
          <a:p>
            <a:pPr lvl="1" marL="743040" indent="-285480">
              <a:lnSpc>
                <a:spcPct val="100000"/>
              </a:lnSpc>
              <a:spcBef>
                <a:spcPts val="561"/>
              </a:spcBef>
              <a:buClr>
                <a:srgbClr val="000000"/>
              </a:buClr>
              <a:buFont typeface="Arial"/>
              <a:buChar char="–"/>
            </a:pPr>
            <a:r>
              <a:rPr b="0" lang="en-US" sz="2800" spc="-1" strike="noStrike">
                <a:solidFill>
                  <a:srgbClr val="000000"/>
                </a:solidFill>
                <a:latin typeface="Calibri"/>
                <a:ea typeface="DejaVu Sans"/>
              </a:rPr>
              <a:t>FireWire</a:t>
            </a:r>
            <a:endParaRPr b="0" lang="en-US" sz="2800" spc="-1" strike="noStrike">
              <a:solidFill>
                <a:srgbClr val="000000"/>
              </a:solidFill>
              <a:latin typeface="Arial"/>
            </a:endParaRPr>
          </a:p>
          <a:p>
            <a:pPr lvl="1" marL="743040" indent="-285480">
              <a:lnSpc>
                <a:spcPct val="100000"/>
              </a:lnSpc>
              <a:spcBef>
                <a:spcPts val="561"/>
              </a:spcBef>
              <a:buClr>
                <a:srgbClr val="000000"/>
              </a:buClr>
              <a:buFont typeface="Arial"/>
              <a:buChar char="–"/>
            </a:pPr>
            <a:r>
              <a:rPr b="0" lang="en-US" sz="2800" spc="-1" strike="noStrike">
                <a:solidFill>
                  <a:srgbClr val="000000"/>
                </a:solidFill>
                <a:latin typeface="Calibri"/>
                <a:ea typeface="DejaVu Sans"/>
              </a:rPr>
              <a:t>Serial Port</a:t>
            </a:r>
            <a:endParaRPr b="0" lang="en-US" sz="2800" spc="-1" strike="noStrike">
              <a:solidFill>
                <a:srgbClr val="000000"/>
              </a:solidFill>
              <a:latin typeface="Arial"/>
            </a:endParaRPr>
          </a:p>
          <a:p>
            <a:pPr marL="457200">
              <a:lnSpc>
                <a:spcPct val="100000"/>
              </a:lnSpc>
              <a:spcBef>
                <a:spcPts val="561"/>
              </a:spcBef>
              <a:tabLst>
                <a:tab algn="l" pos="0"/>
              </a:tabLst>
            </a:pPr>
            <a:endParaRPr b="0" lang="en-US" sz="2800" spc="-1" strike="noStrike">
              <a:solidFill>
                <a:srgbClr val="000000"/>
              </a:solidFill>
              <a:latin typeface="Arial"/>
            </a:endParaRPr>
          </a:p>
        </p:txBody>
      </p:sp>
      <p:sp>
        <p:nvSpPr>
          <p:cNvPr id="255" name="TextShape 3"/>
          <p:cNvSpPr/>
          <p:nvPr/>
        </p:nvSpPr>
        <p:spPr>
          <a:xfrm>
            <a:off x="5040000" y="1427760"/>
            <a:ext cx="4448880" cy="498636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90000"/>
              </a:lnSpc>
              <a:spcBef>
                <a:spcPts val="519"/>
              </a:spcBef>
              <a:buClr>
                <a:srgbClr val="000000"/>
              </a:buClr>
              <a:buFont typeface="Arial"/>
              <a:buChar char="•"/>
            </a:pPr>
            <a:r>
              <a:rPr b="0" lang="en-US" sz="2600" spc="-1" strike="noStrike">
                <a:solidFill>
                  <a:srgbClr val="000000"/>
                </a:solidFill>
                <a:latin typeface="Calibri"/>
                <a:ea typeface="DejaVu Sans"/>
              </a:rPr>
              <a:t>Linux also supports a wide variety IO devices</a:t>
            </a:r>
            <a:endParaRPr b="0" lang="en-US" sz="2600" spc="-1" strike="noStrike">
              <a:solidFill>
                <a:srgbClr val="000000"/>
              </a:solidFill>
              <a:latin typeface="Arial"/>
            </a:endParaRPr>
          </a:p>
          <a:p>
            <a:pPr lvl="1" marL="743040" indent="-285480">
              <a:lnSpc>
                <a:spcPct val="90000"/>
              </a:lnSpc>
              <a:spcBef>
                <a:spcPts val="561"/>
              </a:spcBef>
              <a:buClr>
                <a:srgbClr val="000000"/>
              </a:buClr>
              <a:buFont typeface="Arial"/>
              <a:buChar char="–"/>
            </a:pPr>
            <a:r>
              <a:rPr b="0" lang="en-US" sz="2800" spc="-1" strike="noStrike">
                <a:solidFill>
                  <a:srgbClr val="000000"/>
                </a:solidFill>
                <a:latin typeface="Calibri"/>
                <a:ea typeface="DejaVu Sans"/>
              </a:rPr>
              <a:t>Printers</a:t>
            </a:r>
            <a:endParaRPr b="0" lang="en-US" sz="2800" spc="-1" strike="noStrike">
              <a:solidFill>
                <a:srgbClr val="000000"/>
              </a:solidFill>
              <a:latin typeface="Arial"/>
            </a:endParaRPr>
          </a:p>
          <a:p>
            <a:pPr lvl="1" marL="743040" indent="-285480">
              <a:lnSpc>
                <a:spcPct val="90000"/>
              </a:lnSpc>
              <a:spcBef>
                <a:spcPts val="561"/>
              </a:spcBef>
              <a:buClr>
                <a:srgbClr val="000000"/>
              </a:buClr>
              <a:buFont typeface="Arial"/>
              <a:buChar char="–"/>
            </a:pPr>
            <a:r>
              <a:rPr b="0" lang="en-US" sz="2800" spc="-1" strike="noStrike">
                <a:solidFill>
                  <a:srgbClr val="000000"/>
                </a:solidFill>
                <a:latin typeface="Calibri"/>
                <a:ea typeface="DejaVu Sans"/>
              </a:rPr>
              <a:t>Mice</a:t>
            </a:r>
            <a:endParaRPr b="0" lang="en-US" sz="2800" spc="-1" strike="noStrike">
              <a:solidFill>
                <a:srgbClr val="000000"/>
              </a:solidFill>
              <a:latin typeface="Arial"/>
            </a:endParaRPr>
          </a:p>
          <a:p>
            <a:pPr lvl="1" marL="743040" indent="-285480">
              <a:lnSpc>
                <a:spcPct val="90000"/>
              </a:lnSpc>
              <a:spcBef>
                <a:spcPts val="561"/>
              </a:spcBef>
              <a:buClr>
                <a:srgbClr val="000000"/>
              </a:buClr>
              <a:buFont typeface="Arial"/>
              <a:buChar char="–"/>
            </a:pPr>
            <a:r>
              <a:rPr b="0" lang="en-US" sz="2800" spc="-1" strike="noStrike">
                <a:solidFill>
                  <a:srgbClr val="000000"/>
                </a:solidFill>
                <a:latin typeface="Calibri"/>
                <a:ea typeface="DejaVu Sans"/>
              </a:rPr>
              <a:t>Sound</a:t>
            </a:r>
            <a:endParaRPr b="0" lang="en-US" sz="2800" spc="-1" strike="noStrike">
              <a:solidFill>
                <a:srgbClr val="000000"/>
              </a:solidFill>
              <a:latin typeface="Arial"/>
            </a:endParaRPr>
          </a:p>
          <a:p>
            <a:pPr lvl="1" marL="743040" indent="-285480">
              <a:lnSpc>
                <a:spcPct val="90000"/>
              </a:lnSpc>
              <a:spcBef>
                <a:spcPts val="561"/>
              </a:spcBef>
              <a:buClr>
                <a:srgbClr val="000000"/>
              </a:buClr>
              <a:buFont typeface="Arial"/>
              <a:buChar char="–"/>
            </a:pPr>
            <a:r>
              <a:rPr b="0" lang="en-US" sz="2800" spc="-1" strike="noStrike">
                <a:solidFill>
                  <a:srgbClr val="000000"/>
                </a:solidFill>
                <a:latin typeface="Calibri"/>
                <a:ea typeface="DejaVu Sans"/>
              </a:rPr>
              <a:t>Storage</a:t>
            </a:r>
            <a:endParaRPr b="0" lang="en-US" sz="2800" spc="-1" strike="noStrike">
              <a:solidFill>
                <a:srgbClr val="000000"/>
              </a:solidFill>
              <a:latin typeface="Arial"/>
            </a:endParaRPr>
          </a:p>
          <a:p>
            <a:pPr lvl="1" marL="743040" indent="-285480">
              <a:lnSpc>
                <a:spcPct val="90000"/>
              </a:lnSpc>
              <a:spcBef>
                <a:spcPts val="561"/>
              </a:spcBef>
              <a:buClr>
                <a:srgbClr val="000000"/>
              </a:buClr>
              <a:buFont typeface="Arial"/>
              <a:buChar char="–"/>
            </a:pPr>
            <a:r>
              <a:rPr b="0" lang="en-US" sz="2800" spc="-1" strike="noStrike">
                <a:solidFill>
                  <a:srgbClr val="000000"/>
                </a:solidFill>
                <a:latin typeface="Calibri"/>
                <a:ea typeface="DejaVu Sans"/>
              </a:rPr>
              <a:t>Display Devices</a:t>
            </a:r>
            <a:endParaRPr b="0" lang="en-US" sz="2800" spc="-1" strike="noStrike">
              <a:solidFill>
                <a:srgbClr val="000000"/>
              </a:solidFill>
              <a:latin typeface="Arial"/>
            </a:endParaRPr>
          </a:p>
        </p:txBody>
      </p:sp>
      <p:sp>
        <p:nvSpPr>
          <p:cNvPr id="256" name="CustomShape 4"/>
          <p:cNvSpPr/>
          <p:nvPr/>
        </p:nvSpPr>
        <p:spPr>
          <a:xfrm>
            <a:off x="587880" y="5627880"/>
            <a:ext cx="9405360" cy="173952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519"/>
              </a:spcBef>
            </a:pPr>
            <a:r>
              <a:rPr b="0" lang="en-US" sz="2600" spc="-1" strike="noStrike">
                <a:solidFill>
                  <a:srgbClr val="000000"/>
                </a:solidFill>
                <a:latin typeface="Calibri"/>
                <a:ea typeface="DejaVu Sans"/>
              </a:rPr>
              <a:t>The Linux kernel has support for many common  communication buses</a:t>
            </a:r>
            <a:endParaRPr b="0" lang="en-US" sz="2600" spc="-1" strike="noStrike">
              <a:solidFill>
                <a:srgbClr val="000000"/>
              </a:solidFill>
              <a:latin typeface="Arial"/>
            </a:endParaRPr>
          </a:p>
          <a:p>
            <a:pPr>
              <a:lnSpc>
                <a:spcPct val="100000"/>
              </a:lnSpc>
              <a:spcBef>
                <a:spcPts val="519"/>
              </a:spcBef>
            </a:pPr>
            <a:r>
              <a:rPr b="0" lang="en-US" sz="2600" spc="-1" strike="noStrike">
                <a:solidFill>
                  <a:srgbClr val="000000"/>
                </a:solidFill>
                <a:latin typeface="Calibri"/>
                <a:ea typeface="DejaVu Sans"/>
              </a:rPr>
              <a:t> </a:t>
            </a:r>
            <a:r>
              <a:rPr b="0" lang="en-US" sz="2600" spc="-1" strike="noStrike">
                <a:solidFill>
                  <a:srgbClr val="000000"/>
                </a:solidFill>
                <a:latin typeface="Calibri"/>
                <a:ea typeface="DejaVu Sans"/>
              </a:rPr>
              <a:t>I2C,  SPI,  CAN,  1-wire,  SDIO,  USB and also extensive networking support Ethernet, Wi,  Bluetooth, CAN, etc</a:t>
            </a:r>
            <a:endParaRPr b="0" lang="en-US" sz="2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7" name="CustomShape 1"/>
          <p:cNvSpPr/>
          <p:nvPr/>
        </p:nvSpPr>
        <p:spPr>
          <a:xfrm>
            <a:off x="251640" y="83880"/>
            <a:ext cx="9573120" cy="68626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en-US" sz="2800" spc="-1" strike="noStrike" u="sng">
                <a:solidFill>
                  <a:srgbClr val="000000"/>
                </a:solidFill>
                <a:uFillTx/>
                <a:latin typeface="Calibri"/>
                <a:ea typeface="DejaVu Sans"/>
              </a:rPr>
              <a:t>ARM introduction</a:t>
            </a:r>
            <a:endParaRPr b="0" lang="en-US" sz="2800" spc="-1" strike="noStrike">
              <a:solidFill>
                <a:srgbClr val="000000"/>
              </a:solidFill>
              <a:latin typeface="Arial"/>
            </a:endParaRPr>
          </a:p>
          <a:p>
            <a:pPr marL="285840" indent="-285480">
              <a:lnSpc>
                <a:spcPct val="100000"/>
              </a:lnSpc>
              <a:buClr>
                <a:srgbClr val="000000"/>
              </a:buClr>
              <a:buFont typeface="Arial"/>
              <a:buChar char="•"/>
            </a:pPr>
            <a:r>
              <a:rPr b="0" lang="en-US" sz="1800" spc="-1" strike="noStrike">
                <a:solidFill>
                  <a:srgbClr val="000000"/>
                </a:solidFill>
                <a:latin typeface="Calibri"/>
                <a:ea typeface="DejaVu Sans"/>
              </a:rPr>
              <a:t>ARM is a family of instruction set architectures for computer processors based on a reduced instruction set computing (RISC) architectur</a:t>
            </a:r>
            <a:r>
              <a:rPr b="0" lang="en-US" sz="1800" spc="-1" strike="noStrike" u="sng">
                <a:solidFill>
                  <a:srgbClr val="0000ff"/>
                </a:solidFill>
                <a:uFillTx/>
                <a:latin typeface="Calibri"/>
                <a:ea typeface="DejaVu Sans"/>
                <a:hlinkClick r:id="rId1"/>
              </a:rPr>
              <a:t>e</a:t>
            </a:r>
            <a:r>
              <a:rPr b="0" lang="en-US" sz="1800" spc="-1" strike="noStrike">
                <a:solidFill>
                  <a:srgbClr val="000000"/>
                </a:solidFill>
                <a:latin typeface="Calibri"/>
                <a:ea typeface="DejaVu Sans"/>
              </a:rPr>
              <a:t> developed by British company ARM Holdings.</a:t>
            </a:r>
            <a:endParaRPr b="0" lang="en-US" sz="1800" spc="-1" strike="noStrike">
              <a:solidFill>
                <a:srgbClr val="000000"/>
              </a:solidFill>
              <a:latin typeface="Arial"/>
            </a:endParaRPr>
          </a:p>
          <a:p>
            <a:pPr marL="285840" indent="-285480">
              <a:lnSpc>
                <a:spcPct val="100000"/>
              </a:lnSpc>
              <a:buClr>
                <a:srgbClr val="000000"/>
              </a:buClr>
              <a:buFont typeface="Arial"/>
              <a:buChar char="•"/>
            </a:pPr>
            <a:r>
              <a:rPr b="0" lang="en-US" sz="1800" spc="-1" strike="noStrike">
                <a:solidFill>
                  <a:srgbClr val="000000"/>
                </a:solidFill>
                <a:latin typeface="Calibri"/>
                <a:ea typeface="DejaVu Sans"/>
              </a:rPr>
              <a:t>A RISC-based computer design approach means ARM processors require significantly fewer transistors than typical processors in average computers. This approach reduces costs, heat and power use. These are desirable traits for light, portable, battery-powered devices—including smartphones, laptops, tablet and notepad computers), and other embedded systems.</a:t>
            </a:r>
            <a:endParaRPr b="0" lang="en-US" sz="1800" spc="-1" strike="noStrike">
              <a:solidFill>
                <a:srgbClr val="000000"/>
              </a:solidFill>
              <a:latin typeface="Arial"/>
            </a:endParaRPr>
          </a:p>
          <a:p>
            <a:pPr marL="285840" indent="-285480">
              <a:lnSpc>
                <a:spcPct val="100000"/>
              </a:lnSpc>
              <a:buClr>
                <a:srgbClr val="000000"/>
              </a:buClr>
              <a:buFont typeface="Arial"/>
              <a:buChar char="•"/>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A simpler design facilitates more efficient multi-core CPUs and higher core counts at lower cost, providing higher processing power and improved energy efficiency for servers and supercomputers.</a:t>
            </a:r>
            <a:endParaRPr b="0" lang="en-US" sz="1800" spc="-1" strike="noStrike">
              <a:solidFill>
                <a:srgbClr val="000000"/>
              </a:solidFill>
              <a:latin typeface="Arial"/>
            </a:endParaRPr>
          </a:p>
          <a:p>
            <a:pPr marL="285840" indent="-285480">
              <a:lnSpc>
                <a:spcPct val="100000"/>
              </a:lnSpc>
              <a:buClr>
                <a:srgbClr val="000000"/>
              </a:buClr>
              <a:buFont typeface="Arial"/>
              <a:buChar char="•"/>
            </a:pPr>
            <a:r>
              <a:rPr b="0" lang="en-US" sz="1800" spc="-1" strike="noStrike">
                <a:solidFill>
                  <a:srgbClr val="000000"/>
                </a:solidFill>
                <a:latin typeface="Calibri"/>
                <a:ea typeface="DejaVu Sans"/>
              </a:rPr>
              <a:t>ARM Holdings develops the instruction set and architecture for ARM-based products, but does not </a:t>
            </a:r>
            <a:r>
              <a:rPr b="1" lang="en-US" sz="1800" spc="-1" strike="noStrike">
                <a:solidFill>
                  <a:srgbClr val="ff0000"/>
                </a:solidFill>
                <a:latin typeface="Calibri"/>
                <a:ea typeface="DejaVu Sans"/>
              </a:rPr>
              <a:t>manufacture products. </a:t>
            </a:r>
            <a:r>
              <a:rPr b="0" lang="en-US" sz="1800" spc="-1" strike="noStrike">
                <a:solidFill>
                  <a:srgbClr val="000000"/>
                </a:solidFill>
                <a:latin typeface="Calibri"/>
                <a:ea typeface="DejaVu Sans"/>
              </a:rPr>
              <a:t>The company periodically releases updates to its cores. Current cores from ARM Holdings support a 32-bit address space and 32-bit arithmetic; the recently introduced ARMv8-A architecture adds support for a 64-bit address space and 64-bit arithmetic</a:t>
            </a:r>
            <a:endParaRPr b="0" lang="en-US" sz="1800" spc="-1" strike="noStrike">
              <a:solidFill>
                <a:srgbClr val="000000"/>
              </a:solidFill>
              <a:latin typeface="Arial"/>
            </a:endParaRPr>
          </a:p>
          <a:p>
            <a:pPr marL="285840" indent="-285480">
              <a:lnSpc>
                <a:spcPct val="100000"/>
              </a:lnSpc>
              <a:buClr>
                <a:srgbClr val="000000"/>
              </a:buClr>
              <a:buFont typeface="Arial"/>
              <a:buChar char="•"/>
            </a:pPr>
            <a:r>
              <a:rPr b="0" lang="en-US" sz="1800" spc="-1" strike="noStrike">
                <a:solidFill>
                  <a:srgbClr val="000000"/>
                </a:solidFill>
                <a:latin typeface="Calibri"/>
                <a:ea typeface="DejaVu Sans"/>
              </a:rPr>
              <a:t>A architecture adds support for a 64-bit address space and 64-bit arithmetic. </a:t>
            </a:r>
            <a:endParaRPr b="0" lang="en-US" sz="1800" spc="-1" strike="noStrike">
              <a:solidFill>
                <a:srgbClr val="000000"/>
              </a:solidFill>
              <a:latin typeface="Arial"/>
            </a:endParaRPr>
          </a:p>
          <a:p>
            <a:pPr marL="285840" indent="-285480">
              <a:lnSpc>
                <a:spcPct val="100000"/>
              </a:lnSpc>
              <a:buClr>
                <a:srgbClr val="000000"/>
              </a:buClr>
              <a:buFont typeface="Arial"/>
              <a:buChar char="•"/>
            </a:pPr>
            <a:r>
              <a:rPr b="0" lang="en-US" sz="1800" spc="-1" strike="noStrike">
                <a:solidFill>
                  <a:srgbClr val="000000"/>
                </a:solidFill>
                <a:latin typeface="Calibri"/>
                <a:ea typeface="DejaVu Sans"/>
              </a:rPr>
              <a:t>ARM Holdings licenses the chip designs and the ARM instruction set architectures to third-parties, who design their own products that implement one of those architectures—including systems-on-chips (SoC) that incorporate memory, interfaces, radios, etc.</a:t>
            </a:r>
            <a:endParaRPr b="0" lang="en-US" sz="1800" spc="-1" strike="noStrike">
              <a:solidFill>
                <a:srgbClr val="000000"/>
              </a:solidFill>
              <a:latin typeface="Arial"/>
            </a:endParaRPr>
          </a:p>
          <a:p>
            <a:pPr marL="285840" indent="-285480">
              <a:lnSpc>
                <a:spcPct val="100000"/>
              </a:lnSpc>
              <a:buClr>
                <a:srgbClr val="000000"/>
              </a:buClr>
              <a:buFont typeface="Arial"/>
              <a:buChar char="•"/>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Apple first implemented the ARMv8-A architecture in the Apple A7 chip in the iPhone 5S.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58" name="Picture 2_0" descr=""/>
          <p:cNvPicPr/>
          <p:nvPr/>
        </p:nvPicPr>
        <p:blipFill>
          <a:blip r:embed="rId1"/>
          <a:stretch/>
        </p:blipFill>
        <p:spPr>
          <a:xfrm>
            <a:off x="252000" y="0"/>
            <a:ext cx="9620280" cy="6045120"/>
          </a:xfrm>
          <a:prstGeom prst="rect">
            <a:avLst/>
          </a:prstGeom>
          <a:ln w="0">
            <a:noFill/>
          </a:ln>
        </p:spPr>
      </p:pic>
      <p:sp>
        <p:nvSpPr>
          <p:cNvPr id="259" name="CustomShape 1"/>
          <p:cNvSpPr/>
          <p:nvPr/>
        </p:nvSpPr>
        <p:spPr>
          <a:xfrm>
            <a:off x="342360" y="6383880"/>
            <a:ext cx="3445560" cy="4006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i="1" lang="en-US" sz="1800" spc="-1" strike="noStrike" u="sng">
                <a:solidFill>
                  <a:srgbClr val="0000ff"/>
                </a:solidFill>
                <a:uFillTx/>
                <a:latin typeface="Calibri"/>
                <a:ea typeface="DejaVu Sans"/>
                <a:hlinkClick r:id="rId2"/>
              </a:rPr>
              <a:t>List of applications of ARM cores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0" name="CustomShape 1"/>
          <p:cNvSpPr/>
          <p:nvPr/>
        </p:nvSpPr>
        <p:spPr>
          <a:xfrm>
            <a:off x="756000" y="1679760"/>
            <a:ext cx="8732880" cy="8211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2400" spc="-1" strike="noStrike">
                <a:solidFill>
                  <a:srgbClr val="ffc000"/>
                </a:solidFill>
                <a:latin typeface="Constantia"/>
                <a:ea typeface="DejaVu Sans"/>
              </a:rPr>
              <a:t>ARM embedded boards</a:t>
            </a:r>
            <a:endParaRPr b="0" lang="en-US" sz="2400" spc="-1" strike="noStrike">
              <a:solidFill>
                <a:srgbClr val="000000"/>
              </a:solidFill>
              <a:latin typeface="Arial"/>
            </a:endParaRPr>
          </a:p>
          <a:p>
            <a:pPr>
              <a:lnSpc>
                <a:spcPct val="100000"/>
              </a:lnSpc>
            </a:pPr>
            <a:r>
              <a:rPr b="0" lang="en-US" sz="2400" spc="-1" strike="noStrike">
                <a:solidFill>
                  <a:srgbClr val="ffc000"/>
                </a:solidFill>
                <a:latin typeface="Constantia"/>
                <a:ea typeface="DejaVu Sans"/>
              </a:rPr>
              <a:t>  </a:t>
            </a:r>
            <a:r>
              <a:rPr b="0" lang="en-US" sz="2400" spc="-1" strike="noStrike">
                <a:solidFill>
                  <a:srgbClr val="ffc000"/>
                </a:solidFill>
                <a:latin typeface="Constantia"/>
                <a:ea typeface="DejaVu Sans"/>
              </a:rPr>
              <a:t>Beagle Board &amp; Raspberry PI  </a:t>
            </a:r>
            <a:endParaRPr b="0" lang="en-US" sz="2400" spc="-1" strike="noStrike">
              <a:solidFill>
                <a:srgbClr val="000000"/>
              </a:solidFill>
              <a:latin typeface="Arial"/>
            </a:endParaRPr>
          </a:p>
        </p:txBody>
      </p:sp>
    </p:spTree>
  </p:cSld>
  <p:transition>
    <p:wipe dir="d"/>
  </p:transition>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1" name="TextShape 1"/>
          <p:cNvSpPr/>
          <p:nvPr/>
        </p:nvSpPr>
        <p:spPr>
          <a:xfrm>
            <a:off x="0" y="252000"/>
            <a:ext cx="9825120" cy="702360"/>
          </a:xfrm>
          <a:prstGeom prst="rect">
            <a:avLst/>
          </a:prstGeom>
          <a:noFill/>
          <a:ln w="0">
            <a:noFill/>
          </a:ln>
        </p:spPr>
        <p:style>
          <a:lnRef idx="0"/>
          <a:fillRef idx="0"/>
          <a:effectRef idx="0"/>
          <a:fontRef idx="minor"/>
        </p:style>
        <p:txBody>
          <a:bodyPr lIns="90000" rIns="90000" tIns="45000" bIns="45000" anchor="ctr">
            <a:normAutofit fontScale="93333"/>
          </a:bodyPr>
          <a:p>
            <a:pPr algn="ctr">
              <a:lnSpc>
                <a:spcPct val="100000"/>
              </a:lnSpc>
            </a:pPr>
            <a:r>
              <a:rPr b="1" lang="en-US" sz="4400" spc="-1" strike="noStrike">
                <a:solidFill>
                  <a:srgbClr val="000000"/>
                </a:solidFill>
                <a:latin typeface="Gungsuh"/>
                <a:ea typeface="Gungsuh"/>
              </a:rPr>
              <a:t>Parts of Beagle Board</a:t>
            </a:r>
            <a:endParaRPr b="0" lang="en-US" sz="4400" spc="-1" strike="noStrike">
              <a:solidFill>
                <a:srgbClr val="000000"/>
              </a:solidFill>
              <a:latin typeface="Arial"/>
            </a:endParaRPr>
          </a:p>
        </p:txBody>
      </p:sp>
      <p:pic>
        <p:nvPicPr>
          <p:cNvPr id="262" name="Picture 2_1" descr=""/>
          <p:cNvPicPr/>
          <p:nvPr/>
        </p:nvPicPr>
        <p:blipFill>
          <a:blip r:embed="rId1"/>
          <a:stretch/>
        </p:blipFill>
        <p:spPr>
          <a:xfrm>
            <a:off x="0" y="923760"/>
            <a:ext cx="10077120" cy="6968880"/>
          </a:xfrm>
          <a:prstGeom prst="rect">
            <a:avLst/>
          </a:prstGeom>
          <a:ln w="9360">
            <a:noFill/>
          </a:ln>
        </p:spPr>
      </p:pic>
    </p:spTree>
  </p:cSld>
  <p:transition>
    <p:wipe dir="d"/>
  </p:transition>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3" name="TextShape 1"/>
          <p:cNvSpPr/>
          <p:nvPr/>
        </p:nvSpPr>
        <p:spPr>
          <a:xfrm>
            <a:off x="504000" y="302760"/>
            <a:ext cx="9069120" cy="618120"/>
          </a:xfrm>
          <a:prstGeom prst="rect">
            <a:avLst/>
          </a:prstGeom>
          <a:noFill/>
          <a:ln w="0">
            <a:noFill/>
          </a:ln>
        </p:spPr>
        <p:style>
          <a:lnRef idx="0"/>
          <a:fillRef idx="0"/>
          <a:effectRef idx="0"/>
          <a:fontRef idx="minor"/>
        </p:style>
        <p:txBody>
          <a:bodyPr lIns="90000" rIns="90000" tIns="45000" bIns="45000" anchor="ctr">
            <a:normAutofit fontScale="79444"/>
          </a:bodyPr>
          <a:p>
            <a:pPr algn="ctr">
              <a:lnSpc>
                <a:spcPct val="100000"/>
              </a:lnSpc>
            </a:pPr>
            <a:r>
              <a:rPr b="0" lang="en-US" sz="4400" spc="-1" strike="noStrike">
                <a:solidFill>
                  <a:srgbClr val="ffc000"/>
                </a:solidFill>
                <a:latin typeface="Calibri"/>
                <a:ea typeface="DejaVu Sans"/>
              </a:rPr>
              <a:t>Hardware Components</a:t>
            </a:r>
            <a:endParaRPr b="0" lang="en-US" sz="4400" spc="-1" strike="noStrike">
              <a:solidFill>
                <a:srgbClr val="000000"/>
              </a:solidFill>
              <a:latin typeface="Arial"/>
            </a:endParaRPr>
          </a:p>
        </p:txBody>
      </p:sp>
      <p:sp>
        <p:nvSpPr>
          <p:cNvPr id="264" name="CustomShape 2"/>
          <p:cNvSpPr/>
          <p:nvPr/>
        </p:nvSpPr>
        <p:spPr>
          <a:xfrm>
            <a:off x="419760" y="419760"/>
            <a:ext cx="9321120" cy="52678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990" spc="-1" strike="noStrike">
              <a:solidFill>
                <a:srgbClr val="000000"/>
              </a:solidFill>
              <a:latin typeface="Arial"/>
            </a:endParaRPr>
          </a:p>
          <a:p>
            <a:pPr>
              <a:lnSpc>
                <a:spcPct val="100000"/>
              </a:lnSpc>
            </a:pPr>
            <a:endParaRPr b="0" lang="en-US" sz="1990" spc="-1" strike="noStrike">
              <a:solidFill>
                <a:srgbClr val="000000"/>
              </a:solidFill>
              <a:latin typeface="Arial"/>
            </a:endParaRPr>
          </a:p>
          <a:p>
            <a:pPr>
              <a:lnSpc>
                <a:spcPct val="100000"/>
              </a:lnSpc>
            </a:pPr>
            <a:endParaRPr b="0" lang="en-US" sz="1990" spc="-1" strike="noStrike">
              <a:solidFill>
                <a:srgbClr val="000000"/>
              </a:solidFill>
              <a:latin typeface="Arial"/>
            </a:endParaRPr>
          </a:p>
          <a:p>
            <a:pPr marL="216000" indent="-216000">
              <a:lnSpc>
                <a:spcPct val="100000"/>
              </a:lnSpc>
              <a:buClr>
                <a:srgbClr val="000000"/>
              </a:buClr>
              <a:buSzPct val="150000"/>
              <a:buFont typeface="Arial"/>
              <a:buChar char="•"/>
            </a:pPr>
            <a:r>
              <a:rPr b="0" lang="en-US" sz="2000" spc="-1" strike="noStrike">
                <a:solidFill>
                  <a:srgbClr val="000000"/>
                </a:solidFill>
                <a:latin typeface="Arial"/>
                <a:ea typeface="DejaVu Sans"/>
              </a:rPr>
              <a:t> </a:t>
            </a:r>
            <a:r>
              <a:rPr b="1" lang="en-US" sz="2000" spc="-1" strike="noStrike">
                <a:solidFill>
                  <a:srgbClr val="000000"/>
                </a:solidFill>
                <a:latin typeface="Arial"/>
                <a:ea typeface="DejaVu Sans"/>
              </a:rPr>
              <a:t>DC Power is the main DC input that accepts 5V power. </a:t>
            </a:r>
            <a:endParaRPr b="0" lang="en-US" sz="2000" spc="-1" strike="noStrike">
              <a:solidFill>
                <a:srgbClr val="000000"/>
              </a:solidFill>
              <a:latin typeface="Arial"/>
            </a:endParaRPr>
          </a:p>
          <a:p>
            <a:pPr>
              <a:lnSpc>
                <a:spcPct val="100000"/>
              </a:lnSpc>
            </a:pPr>
            <a:endParaRPr b="0" lang="en-US" sz="2000" spc="-1" strike="noStrike">
              <a:solidFill>
                <a:srgbClr val="000000"/>
              </a:solidFill>
              <a:latin typeface="Arial"/>
            </a:endParaRPr>
          </a:p>
          <a:p>
            <a:pPr marL="216000" indent="-216000">
              <a:lnSpc>
                <a:spcPct val="100000"/>
              </a:lnSpc>
              <a:buClr>
                <a:srgbClr val="000000"/>
              </a:buClr>
              <a:buSzPct val="150000"/>
              <a:buFont typeface="Arial"/>
              <a:buChar char="•"/>
            </a:pPr>
            <a:r>
              <a:rPr b="1" lang="en-US" sz="2000" spc="-1" strike="noStrike">
                <a:solidFill>
                  <a:srgbClr val="000000"/>
                </a:solidFill>
                <a:latin typeface="Arial"/>
                <a:ea typeface="DejaVu Sans"/>
              </a:rPr>
              <a:t> </a:t>
            </a:r>
            <a:r>
              <a:rPr b="1" lang="en-US" sz="2000" spc="-1" strike="noStrike">
                <a:solidFill>
                  <a:srgbClr val="000000"/>
                </a:solidFill>
                <a:latin typeface="Arial"/>
                <a:ea typeface="DejaVu Sans"/>
              </a:rPr>
              <a:t>Power Button alerts the processor to initiate the power  down sequence. </a:t>
            </a:r>
            <a:endParaRPr b="0" lang="en-US" sz="2000" spc="-1" strike="noStrike">
              <a:solidFill>
                <a:srgbClr val="000000"/>
              </a:solidFill>
              <a:latin typeface="Arial"/>
            </a:endParaRPr>
          </a:p>
          <a:p>
            <a:pPr>
              <a:lnSpc>
                <a:spcPct val="100000"/>
              </a:lnSpc>
            </a:pPr>
            <a:endParaRPr b="0" lang="en-US" sz="2000" spc="-1" strike="noStrike">
              <a:solidFill>
                <a:srgbClr val="000000"/>
              </a:solidFill>
              <a:latin typeface="Arial"/>
            </a:endParaRPr>
          </a:p>
          <a:p>
            <a:pPr marL="216000" indent="-216000">
              <a:lnSpc>
                <a:spcPct val="100000"/>
              </a:lnSpc>
              <a:buClr>
                <a:srgbClr val="000000"/>
              </a:buClr>
              <a:buSzPct val="150000"/>
              <a:buFont typeface="Arial"/>
              <a:buChar char="•"/>
            </a:pPr>
            <a:r>
              <a:rPr b="0" lang="en-US" sz="2000" spc="-1" strike="noStrike">
                <a:solidFill>
                  <a:srgbClr val="000000"/>
                </a:solidFill>
                <a:latin typeface="Arial"/>
                <a:ea typeface="DejaVu Sans"/>
              </a:rPr>
              <a:t> </a:t>
            </a:r>
            <a:r>
              <a:rPr b="1" lang="en-US" sz="2000" spc="-1" strike="noStrike">
                <a:solidFill>
                  <a:srgbClr val="000000"/>
                </a:solidFill>
                <a:latin typeface="Arial"/>
                <a:ea typeface="DejaVu Sans"/>
              </a:rPr>
              <a:t>10/100 Ethernet is the connection to the LAN. </a:t>
            </a:r>
            <a:endParaRPr b="0" lang="en-US" sz="2000" spc="-1" strike="noStrike">
              <a:solidFill>
                <a:srgbClr val="000000"/>
              </a:solidFill>
              <a:latin typeface="Arial"/>
            </a:endParaRPr>
          </a:p>
          <a:p>
            <a:pPr>
              <a:lnSpc>
                <a:spcPct val="100000"/>
              </a:lnSpc>
            </a:pPr>
            <a:endParaRPr b="0" lang="en-US" sz="2000" spc="-1" strike="noStrike">
              <a:solidFill>
                <a:srgbClr val="000000"/>
              </a:solidFill>
              <a:latin typeface="Arial"/>
            </a:endParaRPr>
          </a:p>
          <a:p>
            <a:pPr marL="216000" indent="-216000">
              <a:lnSpc>
                <a:spcPct val="100000"/>
              </a:lnSpc>
              <a:buClr>
                <a:srgbClr val="000000"/>
              </a:buClr>
              <a:buSzPct val="150000"/>
              <a:buFont typeface="Arial"/>
              <a:buChar char="•"/>
            </a:pPr>
            <a:r>
              <a:rPr b="0" lang="en-US" sz="2000" spc="-1" strike="noStrike">
                <a:solidFill>
                  <a:srgbClr val="000000"/>
                </a:solidFill>
                <a:latin typeface="Arial"/>
                <a:ea typeface="DejaVu Sans"/>
              </a:rPr>
              <a:t> </a:t>
            </a:r>
            <a:r>
              <a:rPr b="1" lang="en-US" sz="2000" spc="-1" strike="noStrike">
                <a:solidFill>
                  <a:srgbClr val="000000"/>
                </a:solidFill>
                <a:latin typeface="Arial"/>
                <a:ea typeface="DejaVu Sans"/>
              </a:rPr>
              <a:t>Serial Debug is the serial debug port. </a:t>
            </a:r>
            <a:endParaRPr b="0" lang="en-US" sz="2000" spc="-1" strike="noStrike">
              <a:solidFill>
                <a:srgbClr val="000000"/>
              </a:solidFill>
              <a:latin typeface="Arial"/>
            </a:endParaRPr>
          </a:p>
          <a:p>
            <a:pPr>
              <a:lnSpc>
                <a:spcPct val="100000"/>
              </a:lnSpc>
            </a:pPr>
            <a:endParaRPr b="0" lang="en-US" sz="2000" spc="-1" strike="noStrike">
              <a:solidFill>
                <a:srgbClr val="000000"/>
              </a:solidFill>
              <a:latin typeface="Arial"/>
            </a:endParaRPr>
          </a:p>
          <a:p>
            <a:pPr marL="216000" indent="-216000">
              <a:lnSpc>
                <a:spcPct val="100000"/>
              </a:lnSpc>
              <a:buClr>
                <a:srgbClr val="000000"/>
              </a:buClr>
              <a:buSzPct val="150000"/>
              <a:buFont typeface="Arial"/>
              <a:buChar char="•"/>
            </a:pPr>
            <a:r>
              <a:rPr b="0" lang="en-US" sz="2000" spc="-1" strike="noStrike">
                <a:solidFill>
                  <a:srgbClr val="000000"/>
                </a:solidFill>
                <a:latin typeface="Arial"/>
                <a:ea typeface="DejaVu Sans"/>
              </a:rPr>
              <a:t> </a:t>
            </a:r>
            <a:r>
              <a:rPr b="1" lang="en-US" sz="2000" spc="-1" strike="noStrike">
                <a:solidFill>
                  <a:srgbClr val="000000"/>
                </a:solidFill>
                <a:latin typeface="Arial"/>
                <a:ea typeface="DejaVu Sans"/>
              </a:rPr>
              <a:t>USB Client is a miniUSB connection to a PC that can also power the board. </a:t>
            </a:r>
            <a:endParaRPr b="0" lang="en-US" sz="2000" spc="-1" strike="noStrike">
              <a:solidFill>
                <a:srgbClr val="000000"/>
              </a:solidFill>
              <a:latin typeface="Arial"/>
            </a:endParaRPr>
          </a:p>
          <a:p>
            <a:pPr>
              <a:lnSpc>
                <a:spcPct val="100000"/>
              </a:lnSpc>
            </a:pPr>
            <a:endParaRPr b="0" lang="en-US" sz="2000" spc="-1" strike="noStrike">
              <a:solidFill>
                <a:srgbClr val="000000"/>
              </a:solidFill>
              <a:latin typeface="Arial"/>
            </a:endParaRPr>
          </a:p>
          <a:p>
            <a:pPr marL="216000" indent="-216000">
              <a:lnSpc>
                <a:spcPct val="100000"/>
              </a:lnSpc>
              <a:buClr>
                <a:srgbClr val="000000"/>
              </a:buClr>
              <a:buSzPct val="150000"/>
              <a:buFont typeface="Arial"/>
              <a:buChar char="•"/>
            </a:pPr>
            <a:r>
              <a:rPr b="0" lang="en-US" sz="2000" spc="-1" strike="noStrike">
                <a:solidFill>
                  <a:srgbClr val="000000"/>
                </a:solidFill>
                <a:latin typeface="Arial"/>
                <a:ea typeface="DejaVu Sans"/>
              </a:rPr>
              <a:t> </a:t>
            </a:r>
            <a:r>
              <a:rPr b="1" lang="en-US" sz="2000" spc="-1" strike="noStrike">
                <a:solidFill>
                  <a:srgbClr val="000000"/>
                </a:solidFill>
                <a:latin typeface="Arial"/>
                <a:ea typeface="DejaVu Sans"/>
              </a:rPr>
              <a:t>BOOT switch can be used to force a boot from the microSD card if the power is cycled on the board, removing power and reapplying the power to the board.. </a:t>
            </a:r>
            <a:endParaRPr b="0" lang="en-US" sz="2000" spc="-1" strike="noStrike">
              <a:solidFill>
                <a:srgbClr val="000000"/>
              </a:solidFill>
              <a:latin typeface="Arial"/>
            </a:endParaRPr>
          </a:p>
        </p:txBody>
      </p:sp>
    </p:spTree>
  </p:cSld>
  <p:transition>
    <p:wipe dir="d"/>
  </p:transition>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5" name="TextShape 1"/>
          <p:cNvSpPr/>
          <p:nvPr/>
        </p:nvSpPr>
        <p:spPr>
          <a:xfrm>
            <a:off x="504000" y="587880"/>
            <a:ext cx="9069120" cy="753120"/>
          </a:xfrm>
          <a:prstGeom prst="rect">
            <a:avLst/>
          </a:prstGeom>
          <a:noFill/>
          <a:ln w="0">
            <a:noFill/>
          </a:ln>
        </p:spPr>
        <p:style>
          <a:lnRef idx="0"/>
          <a:fillRef idx="0"/>
          <a:effectRef idx="0"/>
          <a:fontRef idx="minor"/>
        </p:style>
        <p:txBody>
          <a:bodyPr lIns="90000" rIns="90000" tIns="45000" bIns="45000" anchor="ctr">
            <a:normAutofit fontScale="50000"/>
          </a:bodyPr>
          <a:p>
            <a:pPr algn="ctr">
              <a:lnSpc>
                <a:spcPct val="100000"/>
              </a:lnSpc>
            </a:pPr>
            <a:r>
              <a:rPr b="0" lang="en-US" sz="4400" spc="-1" strike="noStrike">
                <a:solidFill>
                  <a:srgbClr val="ffc000"/>
                </a:solidFill>
                <a:latin typeface="Calibri"/>
                <a:ea typeface="DejaVu Sans"/>
              </a:rPr>
              <a:t>Hardware Components</a:t>
            </a:r>
            <a:br>
              <a:rPr sz="4400"/>
            </a:br>
            <a:endParaRPr b="0" lang="en-US" sz="4400" spc="-1" strike="noStrike">
              <a:solidFill>
                <a:srgbClr val="000000"/>
              </a:solidFill>
              <a:latin typeface="Arial"/>
            </a:endParaRPr>
          </a:p>
        </p:txBody>
      </p:sp>
      <p:sp>
        <p:nvSpPr>
          <p:cNvPr id="266" name="CustomShape 2"/>
          <p:cNvSpPr/>
          <p:nvPr/>
        </p:nvSpPr>
        <p:spPr>
          <a:xfrm>
            <a:off x="419760" y="1260000"/>
            <a:ext cx="9657360" cy="46616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990" spc="-1" strike="noStrike">
              <a:solidFill>
                <a:srgbClr val="000000"/>
              </a:solidFill>
              <a:latin typeface="Arial"/>
            </a:endParaRPr>
          </a:p>
          <a:p>
            <a:pPr marL="216000" indent="-216000">
              <a:lnSpc>
                <a:spcPct val="100000"/>
              </a:lnSpc>
              <a:buClr>
                <a:srgbClr val="000000"/>
              </a:buClr>
              <a:buSzPct val="150000"/>
              <a:buFont typeface="Arial"/>
              <a:buChar char="•"/>
            </a:pPr>
            <a:r>
              <a:rPr b="0" lang="en-US" sz="2000" spc="-1" strike="noStrike">
                <a:solidFill>
                  <a:srgbClr val="000000"/>
                </a:solidFill>
                <a:latin typeface="Arial"/>
                <a:ea typeface="DejaVu Sans"/>
              </a:rPr>
              <a:t> </a:t>
            </a:r>
            <a:r>
              <a:rPr b="0" lang="en-US" sz="2000" spc="-1" strike="noStrike">
                <a:solidFill>
                  <a:srgbClr val="000000"/>
                </a:solidFill>
                <a:latin typeface="Arial"/>
                <a:ea typeface="DejaVu Sans"/>
              </a:rPr>
              <a:t>There are four blue </a:t>
            </a:r>
            <a:r>
              <a:rPr b="1" lang="en-US" sz="2000" spc="-1" strike="noStrike">
                <a:solidFill>
                  <a:srgbClr val="000000"/>
                </a:solidFill>
                <a:latin typeface="Arial"/>
                <a:ea typeface="DejaVu Sans"/>
              </a:rPr>
              <a:t>LEDS that can be used by the user. </a:t>
            </a:r>
            <a:endParaRPr b="0" lang="en-US" sz="2000" spc="-1" strike="noStrike">
              <a:solidFill>
                <a:srgbClr val="000000"/>
              </a:solidFill>
              <a:latin typeface="Arial"/>
            </a:endParaRPr>
          </a:p>
          <a:p>
            <a:pPr>
              <a:lnSpc>
                <a:spcPct val="100000"/>
              </a:lnSpc>
            </a:pPr>
            <a:endParaRPr b="0" lang="en-US" sz="2000" spc="-1" strike="noStrike">
              <a:solidFill>
                <a:srgbClr val="000000"/>
              </a:solidFill>
              <a:latin typeface="Arial"/>
            </a:endParaRPr>
          </a:p>
          <a:p>
            <a:pPr>
              <a:lnSpc>
                <a:spcPct val="100000"/>
              </a:lnSpc>
            </a:pPr>
            <a:endParaRPr b="0" lang="en-US" sz="2000" spc="-1" strike="noStrike">
              <a:solidFill>
                <a:srgbClr val="000000"/>
              </a:solidFill>
              <a:latin typeface="Arial"/>
            </a:endParaRPr>
          </a:p>
          <a:p>
            <a:pPr marL="216000" indent="-216000">
              <a:lnSpc>
                <a:spcPct val="100000"/>
              </a:lnSpc>
              <a:buClr>
                <a:srgbClr val="000000"/>
              </a:buClr>
              <a:buSzPct val="150000"/>
              <a:buFont typeface="Arial"/>
              <a:buChar char="•"/>
            </a:pPr>
            <a:r>
              <a:rPr b="0" lang="en-US" sz="2000" spc="-1" strike="noStrike">
                <a:solidFill>
                  <a:srgbClr val="000000"/>
                </a:solidFill>
                <a:latin typeface="Arial"/>
                <a:ea typeface="DejaVu Sans"/>
              </a:rPr>
              <a:t> </a:t>
            </a:r>
            <a:r>
              <a:rPr b="1" lang="en-US" sz="2000" spc="-1" strike="noStrike">
                <a:solidFill>
                  <a:srgbClr val="000000"/>
                </a:solidFill>
                <a:latin typeface="Arial"/>
                <a:ea typeface="DejaVu Sans"/>
              </a:rPr>
              <a:t>Reset Button allows the user to reset the processor. </a:t>
            </a:r>
            <a:endParaRPr b="0" lang="en-US" sz="2000" spc="-1" strike="noStrike">
              <a:solidFill>
                <a:srgbClr val="000000"/>
              </a:solidFill>
              <a:latin typeface="Arial"/>
            </a:endParaRPr>
          </a:p>
          <a:p>
            <a:pPr>
              <a:lnSpc>
                <a:spcPct val="100000"/>
              </a:lnSpc>
            </a:pPr>
            <a:endParaRPr b="0" lang="en-US" sz="2000" spc="-1" strike="noStrike">
              <a:solidFill>
                <a:srgbClr val="000000"/>
              </a:solidFill>
              <a:latin typeface="Arial"/>
            </a:endParaRPr>
          </a:p>
          <a:p>
            <a:pPr>
              <a:lnSpc>
                <a:spcPct val="100000"/>
              </a:lnSpc>
            </a:pPr>
            <a:endParaRPr b="0" lang="en-US" sz="2000" spc="-1" strike="noStrike">
              <a:solidFill>
                <a:srgbClr val="000000"/>
              </a:solidFill>
              <a:latin typeface="Arial"/>
            </a:endParaRPr>
          </a:p>
          <a:p>
            <a:pPr marL="216000" indent="-216000">
              <a:lnSpc>
                <a:spcPct val="100000"/>
              </a:lnSpc>
              <a:buClr>
                <a:srgbClr val="000000"/>
              </a:buClr>
              <a:buSzPct val="150000"/>
              <a:buFont typeface="Arial"/>
              <a:buChar char="•"/>
            </a:pPr>
            <a:r>
              <a:rPr b="0" lang="en-US" sz="2000" spc="-1" strike="noStrike">
                <a:solidFill>
                  <a:srgbClr val="000000"/>
                </a:solidFill>
                <a:latin typeface="Arial"/>
                <a:ea typeface="DejaVu Sans"/>
              </a:rPr>
              <a:t> </a:t>
            </a:r>
            <a:r>
              <a:rPr b="1" lang="en-US" sz="2000" spc="-1" strike="noStrike">
                <a:solidFill>
                  <a:srgbClr val="000000"/>
                </a:solidFill>
                <a:latin typeface="Arial"/>
                <a:ea typeface="DejaVu Sans"/>
              </a:rPr>
              <a:t>microSD slot is where a microSD card can be installed. </a:t>
            </a:r>
            <a:endParaRPr b="0" lang="en-US" sz="2000" spc="-1" strike="noStrike">
              <a:solidFill>
                <a:srgbClr val="000000"/>
              </a:solidFill>
              <a:latin typeface="Arial"/>
            </a:endParaRPr>
          </a:p>
          <a:p>
            <a:pPr>
              <a:lnSpc>
                <a:spcPct val="100000"/>
              </a:lnSpc>
            </a:pPr>
            <a:endParaRPr b="0" lang="en-US" sz="2000" spc="-1" strike="noStrike">
              <a:solidFill>
                <a:srgbClr val="000000"/>
              </a:solidFill>
              <a:latin typeface="Arial"/>
            </a:endParaRPr>
          </a:p>
          <a:p>
            <a:pPr>
              <a:lnSpc>
                <a:spcPct val="100000"/>
              </a:lnSpc>
            </a:pPr>
            <a:endParaRPr b="0" lang="en-US" sz="2000" spc="-1" strike="noStrike">
              <a:solidFill>
                <a:srgbClr val="000000"/>
              </a:solidFill>
              <a:latin typeface="Arial"/>
            </a:endParaRPr>
          </a:p>
          <a:p>
            <a:pPr marL="216000" indent="-216000">
              <a:lnSpc>
                <a:spcPct val="100000"/>
              </a:lnSpc>
              <a:buClr>
                <a:srgbClr val="000000"/>
              </a:buClr>
              <a:buSzPct val="150000"/>
              <a:buFont typeface="Arial"/>
              <a:buChar char="•"/>
            </a:pPr>
            <a:r>
              <a:rPr b="1" lang="en-US" sz="2000" spc="-1" strike="noStrike">
                <a:solidFill>
                  <a:srgbClr val="000000"/>
                </a:solidFill>
                <a:latin typeface="Arial"/>
                <a:ea typeface="DejaVu Sans"/>
              </a:rPr>
              <a:t> </a:t>
            </a:r>
            <a:r>
              <a:rPr b="1" lang="en-US" sz="2000" spc="-1" strike="noStrike">
                <a:solidFill>
                  <a:srgbClr val="000000"/>
                </a:solidFill>
                <a:latin typeface="Arial"/>
                <a:ea typeface="DejaVu Sans"/>
              </a:rPr>
              <a:t>microHDMI connector is where the display is connected to.</a:t>
            </a:r>
            <a:endParaRPr b="0" lang="en-US" sz="2000" spc="-1" strike="noStrike">
              <a:solidFill>
                <a:srgbClr val="000000"/>
              </a:solidFill>
              <a:latin typeface="Arial"/>
            </a:endParaRPr>
          </a:p>
          <a:p>
            <a:pPr>
              <a:lnSpc>
                <a:spcPct val="100000"/>
              </a:lnSpc>
            </a:pPr>
            <a:r>
              <a:rPr b="1" lang="en-US" sz="2000" spc="-1" strike="noStrike">
                <a:solidFill>
                  <a:srgbClr val="000000"/>
                </a:solidFill>
                <a:latin typeface="Arial"/>
                <a:ea typeface="DejaVu Sans"/>
              </a:rPr>
              <a:t> </a:t>
            </a:r>
            <a:endParaRPr b="0" lang="en-US" sz="2000" spc="-1" strike="noStrike">
              <a:solidFill>
                <a:srgbClr val="000000"/>
              </a:solidFill>
              <a:latin typeface="Arial"/>
            </a:endParaRPr>
          </a:p>
          <a:p>
            <a:pPr>
              <a:lnSpc>
                <a:spcPct val="100000"/>
              </a:lnSpc>
            </a:pPr>
            <a:endParaRPr b="0" lang="en-US" sz="2000" spc="-1" strike="noStrike">
              <a:solidFill>
                <a:srgbClr val="000000"/>
              </a:solidFill>
              <a:latin typeface="Arial"/>
            </a:endParaRPr>
          </a:p>
          <a:p>
            <a:pPr marL="216000" indent="-216000">
              <a:lnSpc>
                <a:spcPct val="100000"/>
              </a:lnSpc>
              <a:buClr>
                <a:srgbClr val="000000"/>
              </a:buClr>
              <a:buSzPct val="150000"/>
              <a:buFont typeface="Arial"/>
              <a:buChar char="•"/>
            </a:pPr>
            <a:r>
              <a:rPr b="0" lang="en-US" sz="2000" spc="-1" strike="noStrike">
                <a:solidFill>
                  <a:srgbClr val="000000"/>
                </a:solidFill>
                <a:latin typeface="Arial"/>
                <a:ea typeface="DejaVu Sans"/>
              </a:rPr>
              <a:t> </a:t>
            </a:r>
            <a:r>
              <a:rPr b="1" lang="en-US" sz="2000" spc="-1" strike="noStrike">
                <a:solidFill>
                  <a:srgbClr val="000000"/>
                </a:solidFill>
                <a:latin typeface="Arial"/>
                <a:ea typeface="DejaVu Sans"/>
              </a:rPr>
              <a:t>USB Host can be connected different USB interfaces such as Wi-Fi, BT, Keyboard, etc. </a:t>
            </a:r>
            <a:endParaRPr b="0" lang="en-US" sz="2000" spc="-1" strike="noStrike">
              <a:solidFill>
                <a:srgbClr val="000000"/>
              </a:solidFill>
              <a:latin typeface="Arial"/>
            </a:endParaRPr>
          </a:p>
        </p:txBody>
      </p:sp>
    </p:spTree>
  </p:cSld>
  <p:transition>
    <p:wipe dir="d"/>
  </p:transition>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67" name="Picture 2_2" descr=""/>
          <p:cNvPicPr/>
          <p:nvPr/>
        </p:nvPicPr>
        <p:blipFill>
          <a:blip r:embed="rId1"/>
          <a:stretch/>
        </p:blipFill>
        <p:spPr>
          <a:xfrm>
            <a:off x="0" y="1008000"/>
            <a:ext cx="10077120" cy="6549120"/>
          </a:xfrm>
          <a:prstGeom prst="rect">
            <a:avLst/>
          </a:prstGeom>
          <a:ln w="9360">
            <a:noFill/>
          </a:ln>
        </p:spPr>
      </p:pic>
      <p:sp>
        <p:nvSpPr>
          <p:cNvPr id="268" name="TextShape 1"/>
          <p:cNvSpPr/>
          <p:nvPr/>
        </p:nvSpPr>
        <p:spPr>
          <a:xfrm>
            <a:off x="0" y="0"/>
            <a:ext cx="10077120" cy="1005120"/>
          </a:xfrm>
          <a:prstGeom prst="rect">
            <a:avLst/>
          </a:prstGeom>
          <a:noFill/>
          <a:ln w="0">
            <a:noFill/>
          </a:ln>
        </p:spPr>
        <p:style>
          <a:lnRef idx="0"/>
          <a:fillRef idx="0"/>
          <a:effectRef idx="0"/>
          <a:fontRef idx="minor"/>
        </p:style>
        <p:txBody>
          <a:bodyPr lIns="90000" rIns="90000" tIns="45000" bIns="45000" anchor="ctr">
            <a:normAutofit fontScale="62222" lnSpcReduction="10000"/>
          </a:bodyPr>
          <a:p>
            <a:pPr algn="ctr">
              <a:lnSpc>
                <a:spcPct val="100000"/>
              </a:lnSpc>
            </a:pPr>
            <a:br>
              <a:rPr sz="1800"/>
            </a:br>
            <a:r>
              <a:rPr b="0" lang="en-US" sz="4400" spc="-1" strike="noStrike">
                <a:solidFill>
                  <a:srgbClr val="ffc000"/>
                </a:solidFill>
                <a:latin typeface="Calibri"/>
                <a:ea typeface="DejaVu Sans"/>
              </a:rPr>
              <a:t>Key Components </a:t>
            </a:r>
            <a:br>
              <a:rPr sz="4400"/>
            </a:br>
            <a:endParaRPr b="0" lang="en-US" sz="4400" spc="-1" strike="noStrike">
              <a:solidFill>
                <a:srgbClr val="000000"/>
              </a:solidFill>
              <a:latin typeface="Arial"/>
            </a:endParaRPr>
          </a:p>
        </p:txBody>
      </p:sp>
    </p:spTree>
  </p:cSld>
  <p:transition>
    <p:wipe dir="d"/>
  </p:transition>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9" name="TextShape 1"/>
          <p:cNvSpPr/>
          <p:nvPr/>
        </p:nvSpPr>
        <p:spPr>
          <a:xfrm>
            <a:off x="504000" y="0"/>
            <a:ext cx="9069120" cy="1089360"/>
          </a:xfrm>
          <a:prstGeom prst="rect">
            <a:avLst/>
          </a:prstGeom>
          <a:noFill/>
          <a:ln w="0">
            <a:noFill/>
          </a:ln>
        </p:spPr>
        <p:style>
          <a:lnRef idx="0"/>
          <a:fillRef idx="0"/>
          <a:effectRef idx="0"/>
          <a:fontRef idx="minor"/>
        </p:style>
        <p:txBody>
          <a:bodyPr lIns="90000" rIns="90000" tIns="45000" bIns="45000" anchor="ctr">
            <a:normAutofit fontScale="64999" lnSpcReduction="10000"/>
          </a:bodyPr>
          <a:p>
            <a:pPr algn="ctr">
              <a:lnSpc>
                <a:spcPct val="100000"/>
              </a:lnSpc>
            </a:pPr>
            <a:br>
              <a:rPr sz="1800"/>
            </a:br>
            <a:r>
              <a:rPr b="0" lang="en-US" sz="4400" spc="-1" strike="noStrike">
                <a:solidFill>
                  <a:srgbClr val="ffc000"/>
                </a:solidFill>
                <a:latin typeface="Calibri"/>
                <a:ea typeface="DejaVu Sans"/>
              </a:rPr>
              <a:t>Key Components </a:t>
            </a:r>
            <a:br>
              <a:rPr sz="4400"/>
            </a:br>
            <a:endParaRPr b="0" lang="en-US" sz="4400" spc="-1" strike="noStrike">
              <a:solidFill>
                <a:srgbClr val="000000"/>
              </a:solidFill>
              <a:latin typeface="Arial"/>
            </a:endParaRPr>
          </a:p>
        </p:txBody>
      </p:sp>
      <p:sp>
        <p:nvSpPr>
          <p:cNvPr id="270" name="CustomShape 2"/>
          <p:cNvSpPr/>
          <p:nvPr/>
        </p:nvSpPr>
        <p:spPr>
          <a:xfrm>
            <a:off x="0" y="923760"/>
            <a:ext cx="10077120" cy="40518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990" spc="-1" strike="noStrike">
              <a:solidFill>
                <a:srgbClr val="000000"/>
              </a:solidFill>
              <a:latin typeface="Arial"/>
            </a:endParaRPr>
          </a:p>
          <a:p>
            <a:pPr marL="216000" indent="-216000">
              <a:lnSpc>
                <a:spcPct val="100000"/>
              </a:lnSpc>
              <a:buClr>
                <a:srgbClr val="000000"/>
              </a:buClr>
              <a:buSzPct val="150000"/>
              <a:buFont typeface="Arial"/>
              <a:buChar char="•"/>
            </a:pPr>
            <a:r>
              <a:rPr b="0" lang="en-US" sz="2000" spc="-1" strike="noStrike">
                <a:solidFill>
                  <a:srgbClr val="000000"/>
                </a:solidFill>
                <a:latin typeface="Arial"/>
                <a:ea typeface="DejaVu Sans"/>
              </a:rPr>
              <a:t> </a:t>
            </a:r>
            <a:r>
              <a:rPr b="1" lang="en-US" sz="2000" spc="-1" strike="noStrike">
                <a:solidFill>
                  <a:srgbClr val="000000"/>
                </a:solidFill>
                <a:latin typeface="Arial"/>
                <a:ea typeface="DejaVu Sans"/>
              </a:rPr>
              <a:t>Sitara AM3359AZCZ100 is the processor for the board. </a:t>
            </a:r>
            <a:endParaRPr b="0" lang="en-US" sz="2000" spc="-1" strike="noStrike">
              <a:solidFill>
                <a:srgbClr val="000000"/>
              </a:solidFill>
              <a:latin typeface="Arial"/>
            </a:endParaRPr>
          </a:p>
          <a:p>
            <a:pPr algn="just">
              <a:lnSpc>
                <a:spcPct val="100000"/>
              </a:lnSpc>
            </a:pPr>
            <a:endParaRPr b="0" lang="en-US" sz="2000" spc="-1" strike="noStrike">
              <a:solidFill>
                <a:srgbClr val="000000"/>
              </a:solidFill>
              <a:latin typeface="Arial"/>
            </a:endParaRPr>
          </a:p>
          <a:p>
            <a:pPr marL="216000" indent="-216000">
              <a:lnSpc>
                <a:spcPct val="100000"/>
              </a:lnSpc>
              <a:buClr>
                <a:srgbClr val="000000"/>
              </a:buClr>
              <a:buSzPct val="150000"/>
              <a:buFont typeface="Arial"/>
              <a:buChar char="•"/>
            </a:pPr>
            <a:r>
              <a:rPr b="0" lang="en-US" sz="2000" spc="-1" strike="noStrike">
                <a:solidFill>
                  <a:srgbClr val="000000"/>
                </a:solidFill>
                <a:latin typeface="Arial"/>
                <a:ea typeface="DejaVu Sans"/>
              </a:rPr>
              <a:t> </a:t>
            </a:r>
            <a:r>
              <a:rPr b="1" lang="en-US" sz="2000" spc="-1" strike="noStrike">
                <a:solidFill>
                  <a:srgbClr val="000000"/>
                </a:solidFill>
                <a:latin typeface="Arial"/>
                <a:ea typeface="DejaVu Sans"/>
              </a:rPr>
              <a:t>Micron 512MB DDR3L is the Dual Data Rate RAM memory. </a:t>
            </a:r>
            <a:endParaRPr b="0" lang="en-US" sz="2000" spc="-1" strike="noStrike">
              <a:solidFill>
                <a:srgbClr val="000000"/>
              </a:solidFill>
              <a:latin typeface="Arial"/>
            </a:endParaRPr>
          </a:p>
          <a:p>
            <a:pPr>
              <a:lnSpc>
                <a:spcPct val="100000"/>
              </a:lnSpc>
            </a:pPr>
            <a:endParaRPr b="0" lang="en-US" sz="2000" spc="-1" strike="noStrike">
              <a:solidFill>
                <a:srgbClr val="000000"/>
              </a:solidFill>
              <a:latin typeface="Arial"/>
            </a:endParaRPr>
          </a:p>
          <a:p>
            <a:pPr marL="216000" indent="-216000">
              <a:lnSpc>
                <a:spcPct val="100000"/>
              </a:lnSpc>
              <a:buClr>
                <a:srgbClr val="000000"/>
              </a:buClr>
              <a:buSzPct val="150000"/>
              <a:buFont typeface="Arial"/>
              <a:buChar char="•"/>
            </a:pPr>
            <a:r>
              <a:rPr b="0" lang="en-US" sz="2000" spc="-1" strike="noStrike">
                <a:solidFill>
                  <a:srgbClr val="000000"/>
                </a:solidFill>
                <a:latin typeface="Arial"/>
                <a:ea typeface="DejaVu Sans"/>
              </a:rPr>
              <a:t> </a:t>
            </a:r>
            <a:r>
              <a:rPr b="1" lang="en-US" sz="2000" spc="-1" strike="noStrike">
                <a:solidFill>
                  <a:srgbClr val="000000"/>
                </a:solidFill>
                <a:latin typeface="Arial"/>
                <a:ea typeface="DejaVu Sans"/>
              </a:rPr>
              <a:t>TPS65217C PMIC provides the power rails to the various components on the board. </a:t>
            </a:r>
            <a:endParaRPr b="0" lang="en-US" sz="2000" spc="-1" strike="noStrike">
              <a:solidFill>
                <a:srgbClr val="000000"/>
              </a:solidFill>
              <a:latin typeface="Arial"/>
            </a:endParaRPr>
          </a:p>
          <a:p>
            <a:pPr>
              <a:lnSpc>
                <a:spcPct val="100000"/>
              </a:lnSpc>
            </a:pPr>
            <a:endParaRPr b="0" lang="en-US" sz="2000" spc="-1" strike="noStrike">
              <a:solidFill>
                <a:srgbClr val="000000"/>
              </a:solidFill>
              <a:latin typeface="Arial"/>
            </a:endParaRPr>
          </a:p>
          <a:p>
            <a:pPr marL="216000" indent="-216000">
              <a:lnSpc>
                <a:spcPct val="100000"/>
              </a:lnSpc>
              <a:buClr>
                <a:srgbClr val="000000"/>
              </a:buClr>
              <a:buSzPct val="150000"/>
              <a:buFont typeface="Arial"/>
              <a:buChar char="•"/>
            </a:pPr>
            <a:r>
              <a:rPr b="0" lang="en-US" sz="2000" spc="-1" strike="noStrike">
                <a:solidFill>
                  <a:srgbClr val="000000"/>
                </a:solidFill>
                <a:latin typeface="Arial"/>
                <a:ea typeface="DejaVu Sans"/>
              </a:rPr>
              <a:t> </a:t>
            </a:r>
            <a:r>
              <a:rPr b="1" lang="en-US" sz="2000" spc="-1" strike="noStrike">
                <a:solidFill>
                  <a:srgbClr val="000000"/>
                </a:solidFill>
                <a:latin typeface="Arial"/>
                <a:ea typeface="DejaVu Sans"/>
              </a:rPr>
              <a:t>SMSC Ethernet PHY is the physical interface to the network. </a:t>
            </a:r>
            <a:endParaRPr b="0" lang="en-US" sz="2000" spc="-1" strike="noStrike">
              <a:solidFill>
                <a:srgbClr val="000000"/>
              </a:solidFill>
              <a:latin typeface="Arial"/>
            </a:endParaRPr>
          </a:p>
          <a:p>
            <a:pPr>
              <a:lnSpc>
                <a:spcPct val="100000"/>
              </a:lnSpc>
            </a:pPr>
            <a:endParaRPr b="0" lang="en-US" sz="2000" spc="-1" strike="noStrike">
              <a:solidFill>
                <a:srgbClr val="000000"/>
              </a:solidFill>
              <a:latin typeface="Arial"/>
            </a:endParaRPr>
          </a:p>
          <a:p>
            <a:pPr marL="216000" indent="-216000">
              <a:lnSpc>
                <a:spcPct val="100000"/>
              </a:lnSpc>
              <a:buClr>
                <a:srgbClr val="000000"/>
              </a:buClr>
              <a:buSzPct val="150000"/>
              <a:buFont typeface="Arial"/>
              <a:buChar char="•"/>
            </a:pPr>
            <a:r>
              <a:rPr b="0" lang="en-US" sz="2000" spc="-1" strike="noStrike">
                <a:solidFill>
                  <a:srgbClr val="000000"/>
                </a:solidFill>
                <a:latin typeface="Arial"/>
                <a:ea typeface="DejaVu Sans"/>
              </a:rPr>
              <a:t> </a:t>
            </a:r>
            <a:r>
              <a:rPr b="1" lang="en-US" sz="2000" spc="-1" strike="noStrike">
                <a:solidFill>
                  <a:srgbClr val="000000"/>
                </a:solidFill>
                <a:latin typeface="Arial"/>
                <a:ea typeface="DejaVu Sans"/>
              </a:rPr>
              <a:t>Micron eMMC is an onboard MMC chip that holds up to 2GB of data. </a:t>
            </a:r>
            <a:endParaRPr b="0" lang="en-US" sz="2000" spc="-1" strike="noStrike">
              <a:solidFill>
                <a:srgbClr val="000000"/>
              </a:solidFill>
              <a:latin typeface="Arial"/>
            </a:endParaRPr>
          </a:p>
          <a:p>
            <a:pPr>
              <a:lnSpc>
                <a:spcPct val="100000"/>
              </a:lnSpc>
            </a:pPr>
            <a:endParaRPr b="0" lang="en-US" sz="2000" spc="-1" strike="noStrike">
              <a:solidFill>
                <a:srgbClr val="000000"/>
              </a:solidFill>
              <a:latin typeface="Arial"/>
            </a:endParaRPr>
          </a:p>
          <a:p>
            <a:pPr marL="216000" indent="-216000">
              <a:lnSpc>
                <a:spcPct val="100000"/>
              </a:lnSpc>
              <a:buClr>
                <a:srgbClr val="000000"/>
              </a:buClr>
              <a:buSzPct val="150000"/>
              <a:buFont typeface="Arial"/>
              <a:buChar char="•"/>
            </a:pPr>
            <a:r>
              <a:rPr b="0" lang="en-US" sz="2000" spc="-1" strike="noStrike">
                <a:solidFill>
                  <a:srgbClr val="000000"/>
                </a:solidFill>
                <a:latin typeface="Arial"/>
                <a:ea typeface="DejaVu Sans"/>
              </a:rPr>
              <a:t> </a:t>
            </a:r>
            <a:r>
              <a:rPr b="1" lang="en-US" sz="2000" spc="-1" strike="noStrike">
                <a:solidFill>
                  <a:srgbClr val="000000"/>
                </a:solidFill>
                <a:latin typeface="Arial"/>
                <a:ea typeface="DejaVu Sans"/>
              </a:rPr>
              <a:t>HDMI Framer provides control for an HDMI or DVI-D display with an adapter. </a:t>
            </a:r>
            <a:endParaRPr b="0" lang="en-US" sz="2000" spc="-1" strike="noStrike">
              <a:solidFill>
                <a:srgbClr val="000000"/>
              </a:solidFill>
              <a:latin typeface="Arial"/>
            </a:endParaRPr>
          </a:p>
        </p:txBody>
      </p:sp>
    </p:spTree>
  </p:cSld>
  <p:transition>
    <p:wipe dir="d"/>
  </p:transition>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1" name="TextShape 1"/>
          <p:cNvSpPr/>
          <p:nvPr/>
        </p:nvSpPr>
        <p:spPr>
          <a:xfrm>
            <a:off x="504000" y="0"/>
            <a:ext cx="9069120" cy="1005120"/>
          </a:xfrm>
          <a:prstGeom prst="rect">
            <a:avLst/>
          </a:prstGeom>
          <a:noFill/>
          <a:ln w="0">
            <a:noFill/>
          </a:ln>
        </p:spPr>
        <p:style>
          <a:lnRef idx="0"/>
          <a:fillRef idx="0"/>
          <a:effectRef idx="0"/>
          <a:fontRef idx="minor"/>
        </p:style>
        <p:txBody>
          <a:bodyPr lIns="90000" rIns="90000" tIns="45000" bIns="45000" anchor="ctr">
            <a:normAutofit/>
          </a:bodyPr>
          <a:p>
            <a:pPr algn="ctr">
              <a:lnSpc>
                <a:spcPct val="100000"/>
              </a:lnSpc>
            </a:pPr>
            <a:r>
              <a:rPr b="0" lang="en-US" sz="4400" spc="-1" strike="noStrike">
                <a:solidFill>
                  <a:srgbClr val="ffc000"/>
                </a:solidFill>
                <a:latin typeface="Calibri"/>
                <a:ea typeface="DejaVu Sans"/>
              </a:rPr>
              <a:t>BeagleBone Black block diagram</a:t>
            </a:r>
            <a:endParaRPr b="0" lang="en-US" sz="4400" spc="-1" strike="noStrike">
              <a:solidFill>
                <a:srgbClr val="000000"/>
              </a:solidFill>
              <a:latin typeface="Arial"/>
            </a:endParaRPr>
          </a:p>
        </p:txBody>
      </p:sp>
      <p:pic>
        <p:nvPicPr>
          <p:cNvPr id="272" name="Picture 6_1" descr="http://img2.tuicool.com/2MJnem.jpg"/>
          <p:cNvPicPr/>
          <p:nvPr/>
        </p:nvPicPr>
        <p:blipFill>
          <a:blip r:embed="rId1"/>
          <a:stretch/>
        </p:blipFill>
        <p:spPr>
          <a:xfrm>
            <a:off x="0" y="923760"/>
            <a:ext cx="10077120" cy="6633360"/>
          </a:xfrm>
          <a:prstGeom prst="rect">
            <a:avLst/>
          </a:prstGeom>
          <a:ln w="0">
            <a:noFill/>
          </a:ln>
        </p:spPr>
      </p:pic>
    </p:spTree>
  </p:cSld>
  <p:transition>
    <p:wipe dir="d"/>
  </p:transition>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3" name="CustomShape 1"/>
          <p:cNvSpPr/>
          <p:nvPr/>
        </p:nvSpPr>
        <p:spPr>
          <a:xfrm>
            <a:off x="419760" y="251640"/>
            <a:ext cx="9321120" cy="67942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990" spc="-1" strike="noStrike">
              <a:solidFill>
                <a:srgbClr val="000000"/>
              </a:solidFill>
              <a:latin typeface="Arial"/>
            </a:endParaRPr>
          </a:p>
          <a:p>
            <a:pPr>
              <a:lnSpc>
                <a:spcPct val="100000"/>
              </a:lnSpc>
            </a:pPr>
            <a:endParaRPr b="0" lang="en-US" sz="1990" spc="-1" strike="noStrike">
              <a:solidFill>
                <a:srgbClr val="000000"/>
              </a:solidFill>
              <a:latin typeface="Arial"/>
            </a:endParaRPr>
          </a:p>
          <a:p>
            <a:pPr>
              <a:lnSpc>
                <a:spcPct val="100000"/>
              </a:lnSpc>
            </a:pPr>
            <a:r>
              <a:rPr b="0" lang="en-US" sz="2000" spc="-1" strike="noStrike">
                <a:solidFill>
                  <a:srgbClr val="000000"/>
                </a:solidFill>
                <a:latin typeface="Arial"/>
                <a:ea typeface="DejaVu Sans"/>
              </a:rPr>
              <a:t>• </a:t>
            </a:r>
            <a:r>
              <a:rPr b="0" lang="en-US" sz="2000" spc="-1" strike="noStrike">
                <a:solidFill>
                  <a:srgbClr val="000000"/>
                </a:solidFill>
                <a:latin typeface="Arial"/>
                <a:ea typeface="DejaVu Sans"/>
              </a:rPr>
              <a:t>BeagleBoard.org designs have a common philosophy:</a:t>
            </a:r>
            <a:endParaRPr b="0" lang="en-US" sz="2000" spc="-1" strike="noStrike">
              <a:solidFill>
                <a:srgbClr val="000000"/>
              </a:solidFill>
              <a:latin typeface="Arial"/>
            </a:endParaRPr>
          </a:p>
          <a:p>
            <a:pPr>
              <a:lnSpc>
                <a:spcPct val="100000"/>
              </a:lnSpc>
            </a:pPr>
            <a:endParaRPr b="0" lang="en-US" sz="2000" spc="-1" strike="noStrike">
              <a:solidFill>
                <a:srgbClr val="000000"/>
              </a:solidFill>
              <a:latin typeface="Arial"/>
            </a:endParaRPr>
          </a:p>
          <a:p>
            <a:pPr>
              <a:lnSpc>
                <a:spcPct val="100000"/>
              </a:lnSpc>
            </a:pPr>
            <a:endParaRPr b="0" lang="en-US" sz="2000" spc="-1" strike="noStrike">
              <a:solidFill>
                <a:srgbClr val="000000"/>
              </a:solidFill>
              <a:latin typeface="Arial"/>
            </a:endParaRPr>
          </a:p>
          <a:p>
            <a:pPr>
              <a:lnSpc>
                <a:spcPct val="100000"/>
              </a:lnSpc>
            </a:pPr>
            <a:r>
              <a:rPr b="0" lang="en-US" sz="2000" spc="-1" strike="noStrike">
                <a:solidFill>
                  <a:srgbClr val="000000"/>
                </a:solidFill>
                <a:latin typeface="Arial"/>
                <a:ea typeface="DejaVu Sans"/>
              </a:rPr>
              <a:t>• </a:t>
            </a:r>
            <a:r>
              <a:rPr b="0" lang="en-US" sz="2000" spc="-1" strike="noStrike">
                <a:solidFill>
                  <a:srgbClr val="ffc000"/>
                </a:solidFill>
                <a:latin typeface="Arial"/>
                <a:ea typeface="DejaVu Sans"/>
              </a:rPr>
              <a:t>B</a:t>
            </a:r>
            <a:r>
              <a:rPr b="0" lang="en-US" sz="2000" spc="-1" strike="noStrike">
                <a:solidFill>
                  <a:srgbClr val="000000"/>
                </a:solidFill>
                <a:latin typeface="Arial"/>
                <a:ea typeface="DejaVu Sans"/>
              </a:rPr>
              <a:t>ring your own peripherals</a:t>
            </a:r>
            <a:endParaRPr b="0" lang="en-US" sz="2000" spc="-1" strike="noStrike">
              <a:solidFill>
                <a:srgbClr val="000000"/>
              </a:solidFill>
              <a:latin typeface="Arial"/>
            </a:endParaRPr>
          </a:p>
          <a:p>
            <a:pPr>
              <a:lnSpc>
                <a:spcPct val="100000"/>
              </a:lnSpc>
            </a:pPr>
            <a:endParaRPr b="0" lang="en-US" sz="2000" spc="-1" strike="noStrike">
              <a:solidFill>
                <a:srgbClr val="000000"/>
              </a:solidFill>
              <a:latin typeface="Arial"/>
            </a:endParaRPr>
          </a:p>
          <a:p>
            <a:pPr>
              <a:lnSpc>
                <a:spcPct val="100000"/>
              </a:lnSpc>
            </a:pPr>
            <a:r>
              <a:rPr b="0" lang="en-US" sz="2000" spc="-1" strike="noStrike">
                <a:solidFill>
                  <a:srgbClr val="000000"/>
                </a:solidFill>
                <a:latin typeface="Arial"/>
                <a:ea typeface="DejaVu Sans"/>
              </a:rPr>
              <a:t> </a:t>
            </a:r>
            <a:endParaRPr b="0" lang="en-US" sz="2000" spc="-1" strike="noStrike">
              <a:solidFill>
                <a:srgbClr val="000000"/>
              </a:solidFill>
              <a:latin typeface="Arial"/>
            </a:endParaRPr>
          </a:p>
          <a:p>
            <a:pPr>
              <a:lnSpc>
                <a:spcPct val="100000"/>
              </a:lnSpc>
            </a:pPr>
            <a:r>
              <a:rPr b="0" lang="en-US" sz="2000" spc="-1" strike="noStrike">
                <a:solidFill>
                  <a:srgbClr val="000000"/>
                </a:solidFill>
                <a:latin typeface="Arial"/>
                <a:ea typeface="DejaVu Sans"/>
              </a:rPr>
              <a:t>• </a:t>
            </a:r>
            <a:r>
              <a:rPr b="0" lang="en-US" sz="2000" spc="-1" strike="noStrike">
                <a:solidFill>
                  <a:srgbClr val="ffc000"/>
                </a:solidFill>
                <a:latin typeface="Arial"/>
                <a:ea typeface="DejaVu Sans"/>
              </a:rPr>
              <a:t>E</a:t>
            </a:r>
            <a:r>
              <a:rPr b="0" lang="en-US" sz="2000" spc="-1" strike="noStrike">
                <a:solidFill>
                  <a:srgbClr val="000000"/>
                </a:solidFill>
                <a:latin typeface="Arial"/>
                <a:ea typeface="DejaVu Sans"/>
              </a:rPr>
              <a:t>ntry level cost</a:t>
            </a:r>
            <a:endParaRPr b="0" lang="en-US" sz="2000" spc="-1" strike="noStrike">
              <a:solidFill>
                <a:srgbClr val="000000"/>
              </a:solidFill>
              <a:latin typeface="Arial"/>
            </a:endParaRPr>
          </a:p>
          <a:p>
            <a:pPr>
              <a:lnSpc>
                <a:spcPct val="100000"/>
              </a:lnSpc>
            </a:pPr>
            <a:endParaRPr b="0" lang="en-US" sz="2000" spc="-1" strike="noStrike">
              <a:solidFill>
                <a:srgbClr val="000000"/>
              </a:solidFill>
              <a:latin typeface="Arial"/>
            </a:endParaRPr>
          </a:p>
          <a:p>
            <a:pPr>
              <a:lnSpc>
                <a:spcPct val="100000"/>
              </a:lnSpc>
            </a:pPr>
            <a:endParaRPr b="0" lang="en-US" sz="2000" spc="-1" strike="noStrike">
              <a:solidFill>
                <a:srgbClr val="000000"/>
              </a:solidFill>
              <a:latin typeface="Arial"/>
            </a:endParaRPr>
          </a:p>
          <a:p>
            <a:pPr>
              <a:lnSpc>
                <a:spcPct val="100000"/>
              </a:lnSpc>
            </a:pPr>
            <a:r>
              <a:rPr b="0" lang="en-US" sz="2000" spc="-1" strike="noStrike">
                <a:solidFill>
                  <a:srgbClr val="000000"/>
                </a:solidFill>
                <a:latin typeface="Arial"/>
                <a:ea typeface="DejaVu Sans"/>
              </a:rPr>
              <a:t>• </a:t>
            </a:r>
            <a:r>
              <a:rPr b="0" lang="en-US" sz="2000" spc="-1" strike="noStrike">
                <a:solidFill>
                  <a:srgbClr val="ffc000"/>
                </a:solidFill>
                <a:latin typeface="Arial"/>
                <a:ea typeface="DejaVu Sans"/>
              </a:rPr>
              <a:t>A</a:t>
            </a:r>
            <a:r>
              <a:rPr b="0" lang="en-US" sz="2000" spc="-1" strike="noStrike">
                <a:solidFill>
                  <a:srgbClr val="000000"/>
                </a:solidFill>
                <a:latin typeface="Arial"/>
                <a:ea typeface="DejaVu Sans"/>
              </a:rPr>
              <a:t>RM Cortex-A8 (superscalar)</a:t>
            </a:r>
            <a:endParaRPr b="0" lang="en-US" sz="2000" spc="-1" strike="noStrike">
              <a:solidFill>
                <a:srgbClr val="000000"/>
              </a:solidFill>
              <a:latin typeface="Arial"/>
            </a:endParaRPr>
          </a:p>
          <a:p>
            <a:pPr>
              <a:lnSpc>
                <a:spcPct val="100000"/>
              </a:lnSpc>
            </a:pPr>
            <a:endParaRPr b="0" lang="en-US" sz="2000" spc="-1" strike="noStrike">
              <a:solidFill>
                <a:srgbClr val="000000"/>
              </a:solidFill>
              <a:latin typeface="Arial"/>
            </a:endParaRPr>
          </a:p>
          <a:p>
            <a:pPr>
              <a:lnSpc>
                <a:spcPct val="100000"/>
              </a:lnSpc>
            </a:pPr>
            <a:endParaRPr b="0" lang="en-US" sz="2000" spc="-1" strike="noStrike">
              <a:solidFill>
                <a:srgbClr val="000000"/>
              </a:solidFill>
              <a:latin typeface="Arial"/>
            </a:endParaRPr>
          </a:p>
          <a:p>
            <a:pPr>
              <a:lnSpc>
                <a:spcPct val="100000"/>
              </a:lnSpc>
            </a:pPr>
            <a:r>
              <a:rPr b="0" lang="en-US" sz="2000" spc="-1" strike="noStrike">
                <a:solidFill>
                  <a:srgbClr val="000000"/>
                </a:solidFill>
                <a:latin typeface="Arial"/>
                <a:ea typeface="DejaVu Sans"/>
              </a:rPr>
              <a:t>• </a:t>
            </a:r>
            <a:r>
              <a:rPr b="0" lang="en-US" sz="2000" spc="-1" strike="noStrike">
                <a:solidFill>
                  <a:srgbClr val="ffc000"/>
                </a:solidFill>
                <a:latin typeface="Arial"/>
                <a:ea typeface="DejaVu Sans"/>
              </a:rPr>
              <a:t>G</a:t>
            </a:r>
            <a:r>
              <a:rPr b="0" lang="en-US" sz="2000" spc="-1" strike="noStrike">
                <a:solidFill>
                  <a:srgbClr val="000000"/>
                </a:solidFill>
                <a:latin typeface="Arial"/>
                <a:ea typeface="DejaVu Sans"/>
              </a:rPr>
              <a:t>raphics (and possibly DSP) accelerated</a:t>
            </a:r>
            <a:endParaRPr b="0" lang="en-US" sz="2000" spc="-1" strike="noStrike">
              <a:solidFill>
                <a:srgbClr val="000000"/>
              </a:solidFill>
              <a:latin typeface="Arial"/>
            </a:endParaRPr>
          </a:p>
          <a:p>
            <a:pPr>
              <a:lnSpc>
                <a:spcPct val="100000"/>
              </a:lnSpc>
            </a:pPr>
            <a:endParaRPr b="0" lang="en-US" sz="2000" spc="-1" strike="noStrike">
              <a:solidFill>
                <a:srgbClr val="000000"/>
              </a:solidFill>
              <a:latin typeface="Arial"/>
            </a:endParaRPr>
          </a:p>
          <a:p>
            <a:pPr>
              <a:lnSpc>
                <a:spcPct val="100000"/>
              </a:lnSpc>
            </a:pPr>
            <a:endParaRPr b="0" lang="en-US" sz="2000" spc="-1" strike="noStrike">
              <a:solidFill>
                <a:srgbClr val="000000"/>
              </a:solidFill>
              <a:latin typeface="Arial"/>
            </a:endParaRPr>
          </a:p>
          <a:p>
            <a:pPr>
              <a:lnSpc>
                <a:spcPct val="100000"/>
              </a:lnSpc>
            </a:pPr>
            <a:r>
              <a:rPr b="0" lang="en-US" sz="2000" spc="-1" strike="noStrike">
                <a:solidFill>
                  <a:srgbClr val="000000"/>
                </a:solidFill>
                <a:latin typeface="Arial"/>
                <a:ea typeface="DejaVu Sans"/>
              </a:rPr>
              <a:t>• </a:t>
            </a:r>
            <a:r>
              <a:rPr b="0" lang="en-US" sz="2000" spc="-1" strike="noStrike">
                <a:solidFill>
                  <a:srgbClr val="ffc000"/>
                </a:solidFill>
                <a:latin typeface="Arial"/>
                <a:ea typeface="DejaVu Sans"/>
              </a:rPr>
              <a:t>L</a:t>
            </a:r>
            <a:r>
              <a:rPr b="0" lang="en-US" sz="2000" spc="-1" strike="noStrike">
                <a:solidFill>
                  <a:srgbClr val="000000"/>
                </a:solidFill>
                <a:latin typeface="Arial"/>
                <a:ea typeface="DejaVu Sans"/>
              </a:rPr>
              <a:t>inux and open source community</a:t>
            </a:r>
            <a:endParaRPr b="0" lang="en-US" sz="2000" spc="-1" strike="noStrike">
              <a:solidFill>
                <a:srgbClr val="000000"/>
              </a:solidFill>
              <a:latin typeface="Arial"/>
            </a:endParaRPr>
          </a:p>
          <a:p>
            <a:pPr>
              <a:lnSpc>
                <a:spcPct val="100000"/>
              </a:lnSpc>
            </a:pPr>
            <a:endParaRPr b="0" lang="en-US" sz="2000" spc="-1" strike="noStrike">
              <a:solidFill>
                <a:srgbClr val="000000"/>
              </a:solidFill>
              <a:latin typeface="Arial"/>
            </a:endParaRPr>
          </a:p>
          <a:p>
            <a:pPr>
              <a:lnSpc>
                <a:spcPct val="100000"/>
              </a:lnSpc>
            </a:pPr>
            <a:endParaRPr b="0" lang="en-US" sz="2000" spc="-1" strike="noStrike">
              <a:solidFill>
                <a:srgbClr val="000000"/>
              </a:solidFill>
              <a:latin typeface="Arial"/>
            </a:endParaRPr>
          </a:p>
          <a:p>
            <a:pPr>
              <a:lnSpc>
                <a:spcPct val="100000"/>
              </a:lnSpc>
            </a:pPr>
            <a:r>
              <a:rPr b="0" lang="en-US" sz="2000" spc="-1" strike="noStrike">
                <a:solidFill>
                  <a:srgbClr val="000000"/>
                </a:solidFill>
                <a:latin typeface="Arial"/>
                <a:ea typeface="DejaVu Sans"/>
              </a:rPr>
              <a:t>• </a:t>
            </a:r>
            <a:r>
              <a:rPr b="0" lang="en-US" sz="2000" spc="-1" strike="noStrike">
                <a:solidFill>
                  <a:srgbClr val="ffc000"/>
                </a:solidFill>
                <a:latin typeface="Arial"/>
                <a:ea typeface="DejaVu Sans"/>
              </a:rPr>
              <a:t>E</a:t>
            </a:r>
            <a:r>
              <a:rPr b="0" lang="en-US" sz="2000" spc="-1" strike="noStrike">
                <a:solidFill>
                  <a:srgbClr val="000000"/>
                </a:solidFill>
                <a:latin typeface="Arial"/>
                <a:ea typeface="DejaVu Sans"/>
              </a:rPr>
              <a:t>nvironment for innovators</a:t>
            </a:r>
            <a:endParaRPr b="0" lang="en-US" sz="2000" spc="-1" strike="noStrike">
              <a:solidFill>
                <a:srgbClr val="000000"/>
              </a:solidFill>
              <a:latin typeface="Arial"/>
            </a:endParaRPr>
          </a:p>
          <a:p>
            <a:pPr>
              <a:lnSpc>
                <a:spcPct val="100000"/>
              </a:lnSpc>
            </a:pPr>
            <a:endParaRPr b="0" lang="en-US" sz="2000" spc="-1" strike="noStrike">
              <a:solidFill>
                <a:srgbClr val="000000"/>
              </a:solidFill>
              <a:latin typeface="Arial"/>
            </a:endParaRPr>
          </a:p>
        </p:txBody>
      </p:sp>
    </p:spTree>
  </p:cSld>
  <p:transition>
    <p:wipe dir="d"/>
  </p:transition>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4" name="TextShape 1"/>
          <p:cNvSpPr/>
          <p:nvPr/>
        </p:nvSpPr>
        <p:spPr>
          <a:xfrm>
            <a:off x="0" y="0"/>
            <a:ext cx="10077120" cy="2097360"/>
          </a:xfrm>
          <a:prstGeom prst="rect">
            <a:avLst/>
          </a:prstGeom>
          <a:noFill/>
          <a:ln w="0">
            <a:noFill/>
          </a:ln>
        </p:spPr>
        <p:style>
          <a:lnRef idx="0"/>
          <a:fillRef idx="0"/>
          <a:effectRef idx="0"/>
          <a:fontRef idx="minor"/>
        </p:style>
        <p:txBody>
          <a:bodyPr lIns="90000" rIns="90000" tIns="45000" bIns="45000" anchor="ctr">
            <a:normAutofit/>
          </a:bodyPr>
          <a:p>
            <a:pPr algn="ctr">
              <a:lnSpc>
                <a:spcPct val="100000"/>
              </a:lnSpc>
            </a:pPr>
            <a:r>
              <a:rPr b="0" lang="en-US" sz="4400" spc="-1" strike="noStrike">
                <a:solidFill>
                  <a:srgbClr val="ffc000"/>
                </a:solidFill>
                <a:latin typeface="Calibri"/>
                <a:ea typeface="DejaVu Sans"/>
              </a:rPr>
              <a:t>Processor Features</a:t>
            </a:r>
            <a:br>
              <a:rPr sz="4400"/>
            </a:br>
            <a:endParaRPr b="0" lang="en-US" sz="4400" spc="-1" strike="noStrike">
              <a:solidFill>
                <a:srgbClr val="000000"/>
              </a:solidFill>
              <a:latin typeface="Arial"/>
            </a:endParaRPr>
          </a:p>
        </p:txBody>
      </p:sp>
      <p:sp>
        <p:nvSpPr>
          <p:cNvPr id="275" name="CustomShape 2"/>
          <p:cNvSpPr/>
          <p:nvPr/>
        </p:nvSpPr>
        <p:spPr>
          <a:xfrm>
            <a:off x="0" y="1512000"/>
            <a:ext cx="9740880" cy="466344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buClr>
                <a:srgbClr val="000000"/>
              </a:buClr>
              <a:buFont typeface="Arial"/>
              <a:buChar char="•"/>
            </a:pPr>
            <a:r>
              <a:rPr b="0" lang="en-US" sz="2000" spc="-1" strike="noStrike">
                <a:solidFill>
                  <a:srgbClr val="000000"/>
                </a:solidFill>
                <a:latin typeface="Arial"/>
                <a:ea typeface="DejaVu Sans"/>
              </a:rPr>
              <a:t>   </a:t>
            </a:r>
            <a:r>
              <a:rPr b="0" lang="en-US" sz="2000" spc="-1" strike="noStrike">
                <a:solidFill>
                  <a:srgbClr val="000000"/>
                </a:solidFill>
                <a:latin typeface="Arial"/>
                <a:ea typeface="DejaVu Sans"/>
              </a:rPr>
              <a:t>Operating Systems :  Linux, Android, Windows Embedded CE</a:t>
            </a:r>
            <a:endParaRPr b="0" lang="en-US" sz="2000" spc="-1" strike="noStrike">
              <a:solidFill>
                <a:srgbClr val="000000"/>
              </a:solidFill>
              <a:latin typeface="Arial"/>
            </a:endParaRPr>
          </a:p>
          <a:p>
            <a:pPr marL="216000" indent="-216000">
              <a:lnSpc>
                <a:spcPct val="100000"/>
              </a:lnSpc>
              <a:buClr>
                <a:srgbClr val="000000"/>
              </a:buClr>
              <a:buFont typeface="Arial"/>
              <a:buChar char="•"/>
            </a:pPr>
            <a:r>
              <a:rPr b="0" lang="en-US" sz="2000" spc="-1" strike="noStrike">
                <a:solidFill>
                  <a:srgbClr val="000000"/>
                </a:solidFill>
                <a:latin typeface="Arial"/>
                <a:ea typeface="DejaVu Sans"/>
              </a:rPr>
              <a:t>   </a:t>
            </a:r>
            <a:r>
              <a:rPr b="0" lang="en-US" sz="2000" spc="-1" strike="noStrike">
                <a:solidFill>
                  <a:srgbClr val="000000"/>
                </a:solidFill>
                <a:latin typeface="Arial"/>
                <a:ea typeface="DejaVu Sans"/>
              </a:rPr>
              <a:t>Standby Power       :  7mW</a:t>
            </a:r>
            <a:endParaRPr b="0" lang="en-US" sz="2000" spc="-1" strike="noStrike">
              <a:solidFill>
                <a:srgbClr val="000000"/>
              </a:solidFill>
              <a:latin typeface="Arial"/>
            </a:endParaRPr>
          </a:p>
          <a:p>
            <a:pPr marL="216000" indent="-216000">
              <a:lnSpc>
                <a:spcPct val="100000"/>
              </a:lnSpc>
              <a:buClr>
                <a:srgbClr val="000000"/>
              </a:buClr>
              <a:buFont typeface="Arial"/>
              <a:buChar char="•"/>
            </a:pPr>
            <a:r>
              <a:rPr b="0" lang="en-US" sz="2000" spc="-1" strike="noStrike">
                <a:solidFill>
                  <a:srgbClr val="000000"/>
                </a:solidFill>
                <a:latin typeface="Arial"/>
                <a:ea typeface="DejaVu Sans"/>
              </a:rPr>
              <a:t>   </a:t>
            </a:r>
            <a:r>
              <a:rPr b="0" lang="en-US" sz="2000" spc="-1" strike="noStrike">
                <a:solidFill>
                  <a:srgbClr val="000000"/>
                </a:solidFill>
                <a:latin typeface="Arial"/>
                <a:ea typeface="DejaVu Sans"/>
              </a:rPr>
              <a:t>ARM CPU                :   1 ARM Cortex-A8</a:t>
            </a:r>
            <a:endParaRPr b="0" lang="en-US" sz="2000" spc="-1" strike="noStrike">
              <a:solidFill>
                <a:srgbClr val="000000"/>
              </a:solidFill>
              <a:latin typeface="Arial"/>
            </a:endParaRPr>
          </a:p>
          <a:p>
            <a:pPr marL="216000" indent="-216000">
              <a:lnSpc>
                <a:spcPct val="100000"/>
              </a:lnSpc>
              <a:buClr>
                <a:srgbClr val="000000"/>
              </a:buClr>
              <a:buFont typeface="Arial"/>
              <a:buChar char="•"/>
            </a:pPr>
            <a:r>
              <a:rPr b="0" lang="en-US" sz="2000" spc="-1" strike="noStrike">
                <a:solidFill>
                  <a:srgbClr val="000000"/>
                </a:solidFill>
                <a:latin typeface="Arial"/>
                <a:ea typeface="DejaVu Sans"/>
              </a:rPr>
              <a:t>   </a:t>
            </a:r>
            <a:r>
              <a:rPr b="0" lang="en-US" sz="2000" spc="-1" strike="noStrike">
                <a:solidFill>
                  <a:srgbClr val="000000"/>
                </a:solidFill>
                <a:latin typeface="Arial"/>
                <a:ea typeface="DejaVu Sans"/>
              </a:rPr>
              <a:t>ARM MHz(Max)       :    275,500,600,800</a:t>
            </a:r>
            <a:endParaRPr b="0" lang="en-US" sz="2000" spc="-1" strike="noStrike">
              <a:solidFill>
                <a:srgbClr val="000000"/>
              </a:solidFill>
              <a:latin typeface="Arial"/>
            </a:endParaRPr>
          </a:p>
          <a:p>
            <a:pPr marL="216000" indent="-216000">
              <a:lnSpc>
                <a:spcPct val="100000"/>
              </a:lnSpc>
              <a:buClr>
                <a:srgbClr val="000000"/>
              </a:buClr>
              <a:buFont typeface="Arial"/>
              <a:buChar char="•"/>
            </a:pPr>
            <a:r>
              <a:rPr b="0" lang="en-US" sz="2000" spc="-1" strike="noStrike">
                <a:solidFill>
                  <a:srgbClr val="000000"/>
                </a:solidFill>
                <a:latin typeface="Arial"/>
                <a:ea typeface="DejaVu Sans"/>
              </a:rPr>
              <a:t>   </a:t>
            </a:r>
            <a:r>
              <a:rPr b="0" lang="en-US" sz="2000" spc="-1" strike="noStrike">
                <a:solidFill>
                  <a:srgbClr val="000000"/>
                </a:solidFill>
                <a:latin typeface="Arial"/>
                <a:ea typeface="DejaVu Sans"/>
              </a:rPr>
              <a:t>ARM MIPS               :    1000,1200,2000</a:t>
            </a:r>
            <a:endParaRPr b="0" lang="en-US" sz="2000" spc="-1" strike="noStrike">
              <a:solidFill>
                <a:srgbClr val="000000"/>
              </a:solidFill>
              <a:latin typeface="Arial"/>
            </a:endParaRPr>
          </a:p>
          <a:p>
            <a:pPr marL="216000" indent="-216000">
              <a:lnSpc>
                <a:spcPct val="100000"/>
              </a:lnSpc>
              <a:buClr>
                <a:srgbClr val="000000"/>
              </a:buClr>
              <a:buFont typeface="Arial"/>
              <a:buChar char="•"/>
            </a:pPr>
            <a:r>
              <a:rPr b="0" lang="en-US" sz="2000" spc="-1" strike="noStrike">
                <a:solidFill>
                  <a:srgbClr val="000000"/>
                </a:solidFill>
                <a:latin typeface="Arial"/>
                <a:ea typeface="DejaVu Sans"/>
              </a:rPr>
              <a:t>   </a:t>
            </a:r>
            <a:r>
              <a:rPr b="0" lang="en-US" sz="2000" spc="-1" strike="noStrike">
                <a:solidFill>
                  <a:srgbClr val="000000"/>
                </a:solidFill>
                <a:latin typeface="Arial"/>
                <a:ea typeface="DejaVu Sans"/>
              </a:rPr>
              <a:t>On-Chip L1 Cache   :    64KB</a:t>
            </a:r>
            <a:endParaRPr b="0" lang="en-US" sz="2000" spc="-1" strike="noStrike">
              <a:solidFill>
                <a:srgbClr val="000000"/>
              </a:solidFill>
              <a:latin typeface="Arial"/>
            </a:endParaRPr>
          </a:p>
          <a:p>
            <a:pPr marL="216000" indent="-216000">
              <a:lnSpc>
                <a:spcPct val="100000"/>
              </a:lnSpc>
              <a:buClr>
                <a:srgbClr val="000000"/>
              </a:buClr>
              <a:buFont typeface="Arial"/>
              <a:buChar char="•"/>
            </a:pPr>
            <a:r>
              <a:rPr b="0" lang="en-US" sz="2000" spc="-1" strike="noStrike">
                <a:solidFill>
                  <a:srgbClr val="000000"/>
                </a:solidFill>
                <a:latin typeface="Arial"/>
                <a:ea typeface="DejaVu Sans"/>
              </a:rPr>
              <a:t>   </a:t>
            </a:r>
            <a:r>
              <a:rPr b="0" lang="en-US" sz="2000" spc="-1" strike="noStrike">
                <a:solidFill>
                  <a:srgbClr val="000000"/>
                </a:solidFill>
                <a:latin typeface="Arial"/>
                <a:ea typeface="DejaVu Sans"/>
              </a:rPr>
              <a:t>On-Chip L2 Cache   :    256KB</a:t>
            </a:r>
            <a:endParaRPr b="0" lang="en-US" sz="2000" spc="-1" strike="noStrike">
              <a:solidFill>
                <a:srgbClr val="000000"/>
              </a:solidFill>
              <a:latin typeface="Arial"/>
            </a:endParaRPr>
          </a:p>
          <a:p>
            <a:pPr marL="216000" indent="-216000">
              <a:lnSpc>
                <a:spcPct val="100000"/>
              </a:lnSpc>
              <a:buClr>
                <a:srgbClr val="000000"/>
              </a:buClr>
              <a:buFont typeface="Arial"/>
              <a:buChar char="•"/>
            </a:pPr>
            <a:r>
              <a:rPr b="0" lang="en-US" sz="2000" spc="-1" strike="noStrike">
                <a:solidFill>
                  <a:srgbClr val="000000"/>
                </a:solidFill>
                <a:latin typeface="Arial"/>
                <a:ea typeface="DejaVu Sans"/>
              </a:rPr>
              <a:t>   </a:t>
            </a:r>
            <a:r>
              <a:rPr b="0" lang="en-US" sz="2000" spc="-1" strike="noStrike">
                <a:solidFill>
                  <a:srgbClr val="000000"/>
                </a:solidFill>
                <a:latin typeface="Arial"/>
                <a:ea typeface="DejaVu Sans"/>
              </a:rPr>
              <a:t>General Purpose Memory :  1 16-bit (GPMC,NAND flash, NOR flash)</a:t>
            </a:r>
            <a:endParaRPr b="0" lang="en-US" sz="2000" spc="-1" strike="noStrike">
              <a:solidFill>
                <a:srgbClr val="000000"/>
              </a:solidFill>
              <a:latin typeface="Arial"/>
            </a:endParaRPr>
          </a:p>
          <a:p>
            <a:pPr marL="216000" indent="-216000">
              <a:lnSpc>
                <a:spcPct val="100000"/>
              </a:lnSpc>
              <a:buClr>
                <a:srgbClr val="000000"/>
              </a:buClr>
              <a:buFont typeface="Arial"/>
              <a:buChar char="•"/>
            </a:pPr>
            <a:r>
              <a:rPr b="0" lang="en-US" sz="2000" spc="-1" strike="noStrike">
                <a:solidFill>
                  <a:srgbClr val="000000"/>
                </a:solidFill>
                <a:latin typeface="Arial"/>
                <a:ea typeface="DejaVu Sans"/>
              </a:rPr>
              <a:t>   </a:t>
            </a:r>
            <a:r>
              <a:rPr b="0" lang="en-US" sz="2000" spc="-1" strike="noStrike">
                <a:solidFill>
                  <a:srgbClr val="000000"/>
                </a:solidFill>
                <a:latin typeface="Arial"/>
                <a:ea typeface="DejaVu Sans"/>
              </a:rPr>
              <a:t>USB                         :     2</a:t>
            </a:r>
            <a:endParaRPr b="0" lang="en-US" sz="2000" spc="-1" strike="noStrike">
              <a:solidFill>
                <a:srgbClr val="000000"/>
              </a:solidFill>
              <a:latin typeface="Arial"/>
            </a:endParaRPr>
          </a:p>
          <a:p>
            <a:pPr marL="216000" indent="-216000">
              <a:lnSpc>
                <a:spcPct val="100000"/>
              </a:lnSpc>
              <a:buClr>
                <a:srgbClr val="000000"/>
              </a:buClr>
              <a:buFont typeface="Arial"/>
              <a:buChar char="•"/>
            </a:pPr>
            <a:r>
              <a:rPr b="0" lang="en-US" sz="2000" spc="-1" strike="noStrike">
                <a:solidFill>
                  <a:srgbClr val="000000"/>
                </a:solidFill>
                <a:latin typeface="Arial"/>
                <a:ea typeface="DejaVu Sans"/>
              </a:rPr>
              <a:t>   </a:t>
            </a:r>
            <a:r>
              <a:rPr b="0" lang="en-US" sz="2000" spc="-1" strike="noStrike">
                <a:solidFill>
                  <a:srgbClr val="000000"/>
                </a:solidFill>
                <a:latin typeface="Arial"/>
                <a:ea typeface="DejaVu Sans"/>
              </a:rPr>
              <a:t>MMC/SD                   :     3</a:t>
            </a:r>
            <a:endParaRPr b="0" lang="en-US" sz="2000" spc="-1" strike="noStrike">
              <a:solidFill>
                <a:srgbClr val="000000"/>
              </a:solidFill>
              <a:latin typeface="Arial"/>
            </a:endParaRPr>
          </a:p>
          <a:p>
            <a:pPr marL="216000" indent="-216000">
              <a:lnSpc>
                <a:spcPct val="100000"/>
              </a:lnSpc>
              <a:buClr>
                <a:srgbClr val="000000"/>
              </a:buClr>
              <a:buFont typeface="Arial"/>
              <a:buChar char="•"/>
            </a:pPr>
            <a:r>
              <a:rPr b="0" lang="en-US" sz="2000" spc="-1" strike="noStrike">
                <a:solidFill>
                  <a:srgbClr val="000000"/>
                </a:solidFill>
                <a:latin typeface="Arial"/>
                <a:ea typeface="DejaVu Sans"/>
              </a:rPr>
              <a:t>   </a:t>
            </a:r>
            <a:r>
              <a:rPr b="0" lang="en-US" sz="2000" spc="-1" strike="noStrike">
                <a:solidFill>
                  <a:srgbClr val="000000"/>
                </a:solidFill>
                <a:latin typeface="Arial"/>
                <a:ea typeface="DejaVu Sans"/>
              </a:rPr>
              <a:t>CAN                         :     2</a:t>
            </a:r>
            <a:endParaRPr b="0" lang="en-US" sz="2000" spc="-1" strike="noStrike">
              <a:solidFill>
                <a:srgbClr val="000000"/>
              </a:solidFill>
              <a:latin typeface="Arial"/>
            </a:endParaRPr>
          </a:p>
          <a:p>
            <a:pPr marL="216000" indent="-216000">
              <a:lnSpc>
                <a:spcPct val="100000"/>
              </a:lnSpc>
              <a:buClr>
                <a:srgbClr val="000000"/>
              </a:buClr>
              <a:buFont typeface="Arial"/>
              <a:buChar char="•"/>
            </a:pPr>
            <a:r>
              <a:rPr b="0" lang="en-US" sz="2000" spc="-1" strike="noStrike">
                <a:solidFill>
                  <a:srgbClr val="000000"/>
                </a:solidFill>
                <a:latin typeface="Arial"/>
                <a:ea typeface="DejaVu Sans"/>
              </a:rPr>
              <a:t>   </a:t>
            </a:r>
            <a:r>
              <a:rPr b="0" lang="en-US" sz="2000" spc="-1" strike="noStrike">
                <a:solidFill>
                  <a:srgbClr val="000000"/>
                </a:solidFill>
                <a:latin typeface="Arial"/>
                <a:ea typeface="DejaVu Sans"/>
              </a:rPr>
              <a:t>UART (SCI)              :     6</a:t>
            </a:r>
            <a:endParaRPr b="0" lang="en-US" sz="2000" spc="-1" strike="noStrike">
              <a:solidFill>
                <a:srgbClr val="000000"/>
              </a:solidFill>
              <a:latin typeface="Arial"/>
            </a:endParaRPr>
          </a:p>
          <a:p>
            <a:pPr marL="216000" indent="-216000">
              <a:lnSpc>
                <a:spcPct val="100000"/>
              </a:lnSpc>
              <a:buClr>
                <a:srgbClr val="000000"/>
              </a:buClr>
              <a:buFont typeface="Arial"/>
              <a:buChar char="•"/>
            </a:pPr>
            <a:r>
              <a:rPr b="0" lang="en-US" sz="2000" spc="-1" strike="noStrike">
                <a:solidFill>
                  <a:srgbClr val="000000"/>
                </a:solidFill>
                <a:latin typeface="Arial"/>
                <a:ea typeface="DejaVu Sans"/>
              </a:rPr>
              <a:t>   </a:t>
            </a:r>
            <a:r>
              <a:rPr b="0" lang="en-US" sz="2000" spc="-1" strike="noStrike">
                <a:solidFill>
                  <a:srgbClr val="000000"/>
                </a:solidFill>
                <a:latin typeface="Arial"/>
                <a:ea typeface="DejaVu Sans"/>
              </a:rPr>
              <a:t>ADC                         :     8-ch 12-bit</a:t>
            </a:r>
            <a:endParaRPr b="0" lang="en-US" sz="2000" spc="-1" strike="noStrike">
              <a:solidFill>
                <a:srgbClr val="000000"/>
              </a:solidFill>
              <a:latin typeface="Arial"/>
            </a:endParaRPr>
          </a:p>
          <a:p>
            <a:pPr marL="216000" indent="-216000">
              <a:lnSpc>
                <a:spcPct val="100000"/>
              </a:lnSpc>
              <a:buClr>
                <a:srgbClr val="000000"/>
              </a:buClr>
              <a:buFont typeface="Arial"/>
              <a:buChar char="•"/>
            </a:pPr>
            <a:r>
              <a:rPr b="0" lang="en-US" sz="2000" spc="-1" strike="noStrike">
                <a:solidFill>
                  <a:srgbClr val="000000"/>
                </a:solidFill>
                <a:latin typeface="Arial"/>
                <a:ea typeface="DejaVu Sans"/>
              </a:rPr>
              <a:t>    </a:t>
            </a:r>
            <a:r>
              <a:rPr b="0" lang="en-US" sz="2000" spc="-1" strike="noStrike">
                <a:solidFill>
                  <a:srgbClr val="000000"/>
                </a:solidFill>
                <a:latin typeface="Arial"/>
                <a:ea typeface="DejaVu Sans"/>
              </a:rPr>
              <a:t>PWM(ch)                 :     3</a:t>
            </a:r>
            <a:endParaRPr b="0" lang="en-US" sz="2000" spc="-1" strike="noStrike">
              <a:solidFill>
                <a:srgbClr val="000000"/>
              </a:solidFill>
              <a:latin typeface="Arial"/>
            </a:endParaRPr>
          </a:p>
          <a:p>
            <a:pPr marL="216000" indent="-216000">
              <a:lnSpc>
                <a:spcPct val="100000"/>
              </a:lnSpc>
              <a:buClr>
                <a:srgbClr val="000000"/>
              </a:buClr>
              <a:buFont typeface="Arial"/>
              <a:buChar char="•"/>
            </a:pPr>
            <a:r>
              <a:rPr b="0" lang="en-US" sz="2000" spc="-1" strike="noStrike">
                <a:solidFill>
                  <a:srgbClr val="000000"/>
                </a:solidFill>
                <a:latin typeface="Arial"/>
                <a:ea typeface="DejaVu Sans"/>
              </a:rPr>
              <a:t>    </a:t>
            </a:r>
            <a:r>
              <a:rPr b="0" lang="en-US" sz="2000" spc="-1" strike="noStrike">
                <a:solidFill>
                  <a:srgbClr val="000000"/>
                </a:solidFill>
                <a:latin typeface="Arial"/>
                <a:ea typeface="DejaVu Sans"/>
              </a:rPr>
              <a:t>DMA(ch)                  :   64- Ch EDMA</a:t>
            </a:r>
            <a:endParaRPr b="0" lang="en-US" sz="2000" spc="-1" strike="noStrike">
              <a:solidFill>
                <a:srgbClr val="000000"/>
              </a:solidFill>
              <a:latin typeface="Arial"/>
            </a:endParaRPr>
          </a:p>
        </p:txBody>
      </p:sp>
    </p:spTree>
  </p:cSld>
  <p:transition>
    <p:wipe dir="d"/>
  </p:transition>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6" name="TextShape 1"/>
          <p:cNvSpPr/>
          <p:nvPr/>
        </p:nvSpPr>
        <p:spPr>
          <a:xfrm>
            <a:off x="504000" y="302760"/>
            <a:ext cx="9069120" cy="1257120"/>
          </a:xfrm>
          <a:prstGeom prst="rect">
            <a:avLst/>
          </a:prstGeom>
          <a:noFill/>
          <a:ln w="0">
            <a:noFill/>
          </a:ln>
        </p:spPr>
        <p:style>
          <a:lnRef idx="0"/>
          <a:fillRef idx="0"/>
          <a:effectRef idx="0"/>
          <a:fontRef idx="minor"/>
        </p:style>
        <p:txBody>
          <a:bodyPr lIns="90000" rIns="90000" tIns="45000" bIns="45000" anchor="ctr">
            <a:normAutofit fontScale="87222"/>
          </a:bodyPr>
          <a:p>
            <a:pPr algn="ctr">
              <a:lnSpc>
                <a:spcPct val="100000"/>
              </a:lnSpc>
            </a:pPr>
            <a:r>
              <a:rPr b="0" lang="en-US" sz="4400" spc="-1" strike="noStrike">
                <a:solidFill>
                  <a:srgbClr val="ffc000"/>
                </a:solidFill>
                <a:latin typeface="Calibri"/>
                <a:ea typeface="DejaVu Sans"/>
              </a:rPr>
              <a:t>Boot Modes</a:t>
            </a:r>
            <a:br>
              <a:rPr sz="4400"/>
            </a:br>
            <a:endParaRPr b="0" lang="en-US" sz="4400" spc="-1" strike="noStrike">
              <a:solidFill>
                <a:srgbClr val="000000"/>
              </a:solidFill>
              <a:latin typeface="Arial"/>
            </a:endParaRPr>
          </a:p>
        </p:txBody>
      </p:sp>
      <p:sp>
        <p:nvSpPr>
          <p:cNvPr id="277" name="CustomShape 2"/>
          <p:cNvSpPr/>
          <p:nvPr/>
        </p:nvSpPr>
        <p:spPr>
          <a:xfrm>
            <a:off x="671760" y="1175760"/>
            <a:ext cx="8901360" cy="40536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2000" spc="-1" strike="noStrike">
                <a:solidFill>
                  <a:srgbClr val="000000"/>
                </a:solidFill>
                <a:latin typeface="Arial"/>
                <a:ea typeface="DejaVu Sans"/>
              </a:rPr>
              <a:t>• </a:t>
            </a:r>
            <a:r>
              <a:rPr b="1" lang="en-US" sz="2000" spc="-1" strike="noStrike">
                <a:solidFill>
                  <a:srgbClr val="ffc000"/>
                </a:solidFill>
                <a:latin typeface="Arial"/>
                <a:ea typeface="DejaVu Sans"/>
              </a:rPr>
              <a:t>eMMC Boot</a:t>
            </a:r>
            <a:r>
              <a:rPr b="1" lang="en-US" sz="2000" spc="-1" strike="noStrike">
                <a:solidFill>
                  <a:srgbClr val="000000"/>
                </a:solidFill>
                <a:latin typeface="Arial"/>
                <a:ea typeface="DejaVu Sans"/>
              </a:rPr>
              <a:t>…This is the default boot mode and will allow for the fastest boot</a:t>
            </a:r>
            <a:endParaRPr b="0" lang="en-US" sz="2000" spc="-1" strike="noStrike">
              <a:solidFill>
                <a:srgbClr val="000000"/>
              </a:solidFill>
              <a:latin typeface="Arial"/>
            </a:endParaRPr>
          </a:p>
          <a:p>
            <a:pPr>
              <a:lnSpc>
                <a:spcPct val="100000"/>
              </a:lnSpc>
            </a:pPr>
            <a:r>
              <a:rPr b="0" lang="en-US" sz="2000" spc="-1" strike="noStrike">
                <a:solidFill>
                  <a:srgbClr val="000000"/>
                </a:solidFill>
                <a:latin typeface="Arial"/>
                <a:ea typeface="DejaVu Sans"/>
              </a:rPr>
              <a:t>time and will enable the board to boot out of the box without having to purchase</a:t>
            </a:r>
            <a:endParaRPr b="0" lang="en-US" sz="2000" spc="-1" strike="noStrike">
              <a:solidFill>
                <a:srgbClr val="000000"/>
              </a:solidFill>
              <a:latin typeface="Arial"/>
            </a:endParaRPr>
          </a:p>
          <a:p>
            <a:pPr>
              <a:lnSpc>
                <a:spcPct val="100000"/>
              </a:lnSpc>
            </a:pPr>
            <a:r>
              <a:rPr b="0" lang="en-US" sz="2000" spc="-1" strike="noStrike">
                <a:solidFill>
                  <a:srgbClr val="000000"/>
                </a:solidFill>
                <a:latin typeface="Arial"/>
                <a:ea typeface="DejaVu Sans"/>
              </a:rPr>
              <a:t>an SD card or an SD card writer.</a:t>
            </a:r>
            <a:endParaRPr b="0" lang="en-US" sz="2000" spc="-1" strike="noStrike">
              <a:solidFill>
                <a:srgbClr val="000000"/>
              </a:solidFill>
              <a:latin typeface="Arial"/>
            </a:endParaRPr>
          </a:p>
          <a:p>
            <a:pPr>
              <a:lnSpc>
                <a:spcPct val="100000"/>
              </a:lnSpc>
            </a:pPr>
            <a:r>
              <a:rPr b="0" lang="en-US" sz="2000" spc="-1" strike="noStrike">
                <a:solidFill>
                  <a:srgbClr val="000000"/>
                </a:solidFill>
                <a:latin typeface="Arial"/>
                <a:ea typeface="DejaVu Sans"/>
              </a:rPr>
              <a:t>• </a:t>
            </a:r>
            <a:r>
              <a:rPr b="1" lang="en-US" sz="2000" spc="-1" strike="noStrike">
                <a:solidFill>
                  <a:srgbClr val="ffc000"/>
                </a:solidFill>
                <a:latin typeface="Arial"/>
                <a:ea typeface="DejaVu Sans"/>
              </a:rPr>
              <a:t>SD</a:t>
            </a:r>
            <a:r>
              <a:rPr b="1" lang="en-US" sz="2000" spc="-1" strike="noStrike">
                <a:solidFill>
                  <a:srgbClr val="000000"/>
                </a:solidFill>
                <a:latin typeface="Arial"/>
                <a:ea typeface="DejaVu Sans"/>
              </a:rPr>
              <a:t> </a:t>
            </a:r>
            <a:r>
              <a:rPr b="1" lang="en-US" sz="2000" spc="-1" strike="noStrike">
                <a:solidFill>
                  <a:srgbClr val="ffc000"/>
                </a:solidFill>
                <a:latin typeface="Arial"/>
                <a:ea typeface="DejaVu Sans"/>
              </a:rPr>
              <a:t>Boot</a:t>
            </a:r>
            <a:r>
              <a:rPr b="1" lang="en-US" sz="2000" spc="-1" strike="noStrike">
                <a:solidFill>
                  <a:srgbClr val="000000"/>
                </a:solidFill>
                <a:latin typeface="Arial"/>
                <a:ea typeface="DejaVu Sans"/>
              </a:rPr>
              <a:t>…This mode will boot from the uSD slot. This mode can be used to</a:t>
            </a:r>
            <a:endParaRPr b="0" lang="en-US" sz="2000" spc="-1" strike="noStrike">
              <a:solidFill>
                <a:srgbClr val="000000"/>
              </a:solidFill>
              <a:latin typeface="Arial"/>
            </a:endParaRPr>
          </a:p>
          <a:p>
            <a:pPr>
              <a:lnSpc>
                <a:spcPct val="100000"/>
              </a:lnSpc>
            </a:pPr>
            <a:r>
              <a:rPr b="0" lang="en-US" sz="2000" spc="-1" strike="noStrike">
                <a:solidFill>
                  <a:srgbClr val="000000"/>
                </a:solidFill>
                <a:latin typeface="Arial"/>
                <a:ea typeface="DejaVu Sans"/>
              </a:rPr>
              <a:t>override what is on the eMMC device and can be used to program the eMMC</a:t>
            </a:r>
            <a:endParaRPr b="0" lang="en-US" sz="2000" spc="-1" strike="noStrike">
              <a:solidFill>
                <a:srgbClr val="000000"/>
              </a:solidFill>
              <a:latin typeface="Arial"/>
            </a:endParaRPr>
          </a:p>
          <a:p>
            <a:pPr>
              <a:lnSpc>
                <a:spcPct val="100000"/>
              </a:lnSpc>
            </a:pPr>
            <a:r>
              <a:rPr b="0" lang="en-US" sz="2000" spc="-1" strike="noStrike">
                <a:solidFill>
                  <a:srgbClr val="000000"/>
                </a:solidFill>
                <a:latin typeface="Arial"/>
                <a:ea typeface="DejaVu Sans"/>
              </a:rPr>
              <a:t>when used in the manufacturing process or for filed updates.</a:t>
            </a:r>
            <a:endParaRPr b="0" lang="en-US" sz="2000" spc="-1" strike="noStrike">
              <a:solidFill>
                <a:srgbClr val="000000"/>
              </a:solidFill>
              <a:latin typeface="Arial"/>
            </a:endParaRPr>
          </a:p>
          <a:p>
            <a:pPr>
              <a:lnSpc>
                <a:spcPct val="100000"/>
              </a:lnSpc>
            </a:pPr>
            <a:r>
              <a:rPr b="0" lang="en-US" sz="2000" spc="-1" strike="noStrike">
                <a:solidFill>
                  <a:srgbClr val="000000"/>
                </a:solidFill>
                <a:latin typeface="Arial"/>
                <a:ea typeface="DejaVu Sans"/>
              </a:rPr>
              <a:t>• </a:t>
            </a:r>
            <a:r>
              <a:rPr b="1" lang="en-US" sz="2000" spc="-1" strike="noStrike">
                <a:solidFill>
                  <a:srgbClr val="ffc000"/>
                </a:solidFill>
                <a:latin typeface="Arial"/>
                <a:ea typeface="DejaVu Sans"/>
              </a:rPr>
              <a:t>Serial</a:t>
            </a:r>
            <a:r>
              <a:rPr b="1" lang="en-US" sz="2000" spc="-1" strike="noStrike">
                <a:solidFill>
                  <a:srgbClr val="000000"/>
                </a:solidFill>
                <a:latin typeface="Arial"/>
                <a:ea typeface="DejaVu Sans"/>
              </a:rPr>
              <a:t> </a:t>
            </a:r>
            <a:r>
              <a:rPr b="1" lang="en-US" sz="2000" spc="-1" strike="noStrike">
                <a:solidFill>
                  <a:srgbClr val="ffc000"/>
                </a:solidFill>
                <a:latin typeface="Arial"/>
                <a:ea typeface="DejaVu Sans"/>
              </a:rPr>
              <a:t>Boot</a:t>
            </a:r>
            <a:r>
              <a:rPr b="1" lang="en-US" sz="2000" spc="-1" strike="noStrike">
                <a:solidFill>
                  <a:srgbClr val="000000"/>
                </a:solidFill>
                <a:latin typeface="Arial"/>
                <a:ea typeface="DejaVu Sans"/>
              </a:rPr>
              <a:t>…This mode will use the serial port to allow downloading of the</a:t>
            </a:r>
            <a:endParaRPr b="0" lang="en-US" sz="2000" spc="-1" strike="noStrike">
              <a:solidFill>
                <a:srgbClr val="000000"/>
              </a:solidFill>
              <a:latin typeface="Arial"/>
            </a:endParaRPr>
          </a:p>
          <a:p>
            <a:pPr>
              <a:lnSpc>
                <a:spcPct val="100000"/>
              </a:lnSpc>
            </a:pPr>
            <a:r>
              <a:rPr b="0" lang="en-US" sz="2000" spc="-1" strike="noStrike">
                <a:solidFill>
                  <a:srgbClr val="000000"/>
                </a:solidFill>
                <a:latin typeface="Arial"/>
                <a:ea typeface="DejaVu Sans"/>
              </a:rPr>
              <a:t>software direct. A separate serial cable is required to use this port.</a:t>
            </a:r>
            <a:endParaRPr b="0" lang="en-US" sz="2000" spc="-1" strike="noStrike">
              <a:solidFill>
                <a:srgbClr val="000000"/>
              </a:solidFill>
              <a:latin typeface="Arial"/>
            </a:endParaRPr>
          </a:p>
          <a:p>
            <a:pPr>
              <a:lnSpc>
                <a:spcPct val="100000"/>
              </a:lnSpc>
            </a:pPr>
            <a:r>
              <a:rPr b="0" lang="en-US" sz="2000" spc="-1" strike="noStrike">
                <a:solidFill>
                  <a:srgbClr val="000000"/>
                </a:solidFill>
                <a:latin typeface="Arial"/>
                <a:ea typeface="DejaVu Sans"/>
              </a:rPr>
              <a:t>• </a:t>
            </a:r>
            <a:r>
              <a:rPr b="1" lang="en-US" sz="2000" spc="-1" strike="noStrike">
                <a:solidFill>
                  <a:srgbClr val="ffc000"/>
                </a:solidFill>
                <a:latin typeface="Arial"/>
                <a:ea typeface="DejaVu Sans"/>
              </a:rPr>
              <a:t>USB</a:t>
            </a:r>
            <a:r>
              <a:rPr b="1" lang="en-US" sz="2000" spc="-1" strike="noStrike">
                <a:solidFill>
                  <a:srgbClr val="000000"/>
                </a:solidFill>
                <a:latin typeface="Arial"/>
                <a:ea typeface="DejaVu Sans"/>
              </a:rPr>
              <a:t> </a:t>
            </a:r>
            <a:r>
              <a:rPr b="1" lang="en-US" sz="2000" spc="-1" strike="noStrike">
                <a:solidFill>
                  <a:srgbClr val="ffc000"/>
                </a:solidFill>
                <a:latin typeface="Arial"/>
                <a:ea typeface="DejaVu Sans"/>
              </a:rPr>
              <a:t>Boot</a:t>
            </a:r>
            <a:r>
              <a:rPr b="1" lang="en-US" sz="2000" spc="-1" strike="noStrike">
                <a:solidFill>
                  <a:srgbClr val="000000"/>
                </a:solidFill>
                <a:latin typeface="Arial"/>
                <a:ea typeface="DejaVu Sans"/>
              </a:rPr>
              <a:t>…This mode supports booting over the USB port.</a:t>
            </a:r>
            <a:endParaRPr b="0" lang="en-US" sz="2000" spc="-1" strike="noStrike">
              <a:solidFill>
                <a:srgbClr val="000000"/>
              </a:solidFill>
              <a:latin typeface="Arial"/>
            </a:endParaRPr>
          </a:p>
        </p:txBody>
      </p:sp>
    </p:spTree>
  </p:cSld>
  <p:transition>
    <p:wipe dir="d"/>
  </p:transition>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 name="TextShape 1"/>
          <p:cNvSpPr/>
          <p:nvPr/>
        </p:nvSpPr>
        <p:spPr>
          <a:xfrm>
            <a:off x="504000" y="302760"/>
            <a:ext cx="9069120" cy="1122120"/>
          </a:xfrm>
          <a:prstGeom prst="rect">
            <a:avLst/>
          </a:prstGeom>
          <a:noFill/>
          <a:ln w="0">
            <a:noFill/>
          </a:ln>
        </p:spPr>
        <p:style>
          <a:lnRef idx="0"/>
          <a:fillRef idx="0"/>
          <a:effectRef idx="0"/>
          <a:fontRef idx="minor"/>
        </p:style>
        <p:txBody>
          <a:bodyPr lIns="90000" rIns="90000" tIns="45000" bIns="45000" anchor="ctr">
            <a:normAutofit/>
          </a:bodyPr>
          <a:p>
            <a:pPr algn="ctr">
              <a:lnSpc>
                <a:spcPct val="100000"/>
              </a:lnSpc>
            </a:pPr>
            <a:r>
              <a:rPr b="0" lang="en-US" sz="4400" spc="-1" strike="noStrike">
                <a:solidFill>
                  <a:srgbClr val="ffc000"/>
                </a:solidFill>
                <a:latin typeface="Calibri"/>
                <a:ea typeface="DejaVu Sans"/>
              </a:rPr>
              <a:t>Connecting Up Your BeagleBone </a:t>
            </a:r>
            <a:endParaRPr b="0" lang="en-US" sz="4400" spc="-1" strike="noStrike">
              <a:solidFill>
                <a:srgbClr val="000000"/>
              </a:solidFill>
              <a:latin typeface="Arial"/>
            </a:endParaRPr>
          </a:p>
        </p:txBody>
      </p:sp>
      <p:pic>
        <p:nvPicPr>
          <p:cNvPr id="279" name="Picture 2_3" descr=""/>
          <p:cNvPicPr/>
          <p:nvPr/>
        </p:nvPicPr>
        <p:blipFill>
          <a:blip r:embed="rId1"/>
          <a:stretch/>
        </p:blipFill>
        <p:spPr>
          <a:xfrm>
            <a:off x="671760" y="2687760"/>
            <a:ext cx="9069120" cy="3944880"/>
          </a:xfrm>
          <a:prstGeom prst="rect">
            <a:avLst/>
          </a:prstGeom>
          <a:ln w="9360">
            <a:noFill/>
          </a:ln>
        </p:spPr>
      </p:pic>
      <p:sp>
        <p:nvSpPr>
          <p:cNvPr id="280" name="CustomShape 2"/>
          <p:cNvSpPr/>
          <p:nvPr/>
        </p:nvSpPr>
        <p:spPr>
          <a:xfrm>
            <a:off x="839880" y="1764000"/>
            <a:ext cx="5373360" cy="5166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2800" spc="-1" strike="noStrike">
                <a:solidFill>
                  <a:srgbClr val="000000"/>
                </a:solidFill>
                <a:latin typeface="Calibri"/>
                <a:ea typeface="DejaVu Sans"/>
              </a:rPr>
              <a:t>Tethered to a PC and</a:t>
            </a:r>
            <a:endParaRPr b="0" lang="en-US" sz="2800" spc="-1" strike="noStrike">
              <a:solidFill>
                <a:srgbClr val="000000"/>
              </a:solidFill>
              <a:latin typeface="Arial"/>
            </a:endParaRPr>
          </a:p>
        </p:txBody>
      </p:sp>
    </p:spTree>
  </p:cSld>
  <p:transition>
    <p:wipe dir="d"/>
  </p:transition>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 name="TextShape 1"/>
          <p:cNvSpPr/>
          <p:nvPr/>
        </p:nvSpPr>
        <p:spPr>
          <a:xfrm>
            <a:off x="504000" y="302760"/>
            <a:ext cx="9069120" cy="1257120"/>
          </a:xfrm>
          <a:prstGeom prst="rect">
            <a:avLst/>
          </a:prstGeom>
          <a:noFill/>
          <a:ln w="0">
            <a:noFill/>
          </a:ln>
        </p:spPr>
        <p:style>
          <a:lnRef idx="0"/>
          <a:fillRef idx="0"/>
          <a:effectRef idx="0"/>
          <a:fontRef idx="minor"/>
        </p:style>
        <p:txBody>
          <a:bodyPr lIns="90000" rIns="90000" tIns="45000" bIns="45000" anchor="ctr">
            <a:normAutofit/>
          </a:bodyPr>
          <a:p>
            <a:pPr algn="ctr">
              <a:lnSpc>
                <a:spcPct val="100000"/>
              </a:lnSpc>
            </a:pPr>
            <a:r>
              <a:rPr b="0" lang="en-US" sz="4400" spc="-1" strike="noStrike">
                <a:solidFill>
                  <a:srgbClr val="ffc000"/>
                </a:solidFill>
                <a:latin typeface="Calibri"/>
                <a:ea typeface="DejaVu Sans"/>
              </a:rPr>
              <a:t>Connect the Cable to the Board</a:t>
            </a:r>
            <a:endParaRPr b="0" lang="en-US" sz="4400" spc="-1" strike="noStrike">
              <a:solidFill>
                <a:srgbClr val="000000"/>
              </a:solidFill>
              <a:latin typeface="Arial"/>
            </a:endParaRPr>
          </a:p>
        </p:txBody>
      </p:sp>
      <p:pic>
        <p:nvPicPr>
          <p:cNvPr id="282" name="Picture 2_4" descr=""/>
          <p:cNvPicPr/>
          <p:nvPr/>
        </p:nvPicPr>
        <p:blipFill>
          <a:blip r:embed="rId1"/>
          <a:stretch/>
        </p:blipFill>
        <p:spPr>
          <a:xfrm>
            <a:off x="923760" y="2855880"/>
            <a:ext cx="8061120" cy="4029120"/>
          </a:xfrm>
          <a:prstGeom prst="rect">
            <a:avLst/>
          </a:prstGeom>
          <a:ln w="9360">
            <a:noFill/>
          </a:ln>
        </p:spPr>
      </p:pic>
      <p:sp>
        <p:nvSpPr>
          <p:cNvPr id="283" name="CustomShape 2"/>
          <p:cNvSpPr/>
          <p:nvPr/>
        </p:nvSpPr>
        <p:spPr>
          <a:xfrm>
            <a:off x="839880" y="1512000"/>
            <a:ext cx="9236880" cy="10044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2000" spc="-1" strike="noStrike">
                <a:solidFill>
                  <a:srgbClr val="000000"/>
                </a:solidFill>
                <a:latin typeface="Arial"/>
                <a:ea typeface="DejaVu Sans"/>
              </a:rPr>
              <a:t>1. Connect the small connector on the USB cable to the board as shown in </a:t>
            </a:r>
            <a:r>
              <a:rPr b="1" lang="en-US" sz="2000" spc="-1" strike="noStrike">
                <a:solidFill>
                  <a:srgbClr val="000000"/>
                </a:solidFill>
                <a:latin typeface="Arial"/>
                <a:ea typeface="DejaVu Sans"/>
              </a:rPr>
              <a:t>Figure </a:t>
            </a:r>
            <a:endParaRPr b="0" lang="en-US" sz="2000" spc="-1" strike="noStrike">
              <a:solidFill>
                <a:srgbClr val="000000"/>
              </a:solidFill>
              <a:latin typeface="Arial"/>
            </a:endParaRPr>
          </a:p>
          <a:p>
            <a:pPr>
              <a:lnSpc>
                <a:spcPct val="100000"/>
              </a:lnSpc>
            </a:pPr>
            <a:r>
              <a:rPr b="0" lang="en-US" sz="2000" spc="-1" strike="noStrike">
                <a:solidFill>
                  <a:srgbClr val="000000"/>
                </a:solidFill>
                <a:latin typeface="Arial"/>
                <a:ea typeface="DejaVu Sans"/>
              </a:rPr>
              <a:t>The connector is on the bottom side of the board.</a:t>
            </a:r>
            <a:endParaRPr b="0" lang="en-US" sz="2000" spc="-1" strike="noStrike">
              <a:solidFill>
                <a:srgbClr val="000000"/>
              </a:solidFill>
              <a:latin typeface="Arial"/>
            </a:endParaRPr>
          </a:p>
        </p:txBody>
      </p:sp>
    </p:spTree>
  </p:cSld>
  <p:transition>
    <p:wipe dir="d"/>
  </p:transition>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 name="CustomShape 1"/>
          <p:cNvSpPr/>
          <p:nvPr/>
        </p:nvSpPr>
        <p:spPr>
          <a:xfrm>
            <a:off x="1512000" y="839880"/>
            <a:ext cx="6716880" cy="16142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2000" spc="-1" strike="noStrike">
                <a:solidFill>
                  <a:srgbClr val="000000"/>
                </a:solidFill>
                <a:latin typeface="Arial"/>
                <a:ea typeface="DejaVu Sans"/>
              </a:rPr>
              <a:t>2. Connect the large connector of the USB</a:t>
            </a:r>
            <a:endParaRPr b="0" lang="en-US" sz="2000" spc="-1" strike="noStrike">
              <a:solidFill>
                <a:srgbClr val="000000"/>
              </a:solidFill>
              <a:latin typeface="Arial"/>
            </a:endParaRPr>
          </a:p>
          <a:p>
            <a:pPr>
              <a:lnSpc>
                <a:spcPct val="100000"/>
              </a:lnSpc>
            </a:pPr>
            <a:r>
              <a:rPr b="0" lang="en-US" sz="2000" spc="-1" strike="noStrike">
                <a:solidFill>
                  <a:srgbClr val="000000"/>
                </a:solidFill>
                <a:latin typeface="Arial"/>
                <a:ea typeface="DejaVu Sans"/>
              </a:rPr>
              <a:t> </a:t>
            </a:r>
            <a:r>
              <a:rPr b="0" lang="en-US" sz="2000" spc="-1" strike="noStrike">
                <a:solidFill>
                  <a:srgbClr val="000000"/>
                </a:solidFill>
                <a:latin typeface="Arial"/>
                <a:ea typeface="DejaVu Sans"/>
              </a:rPr>
              <a:t>	</a:t>
            </a:r>
            <a:r>
              <a:rPr b="0" lang="en-US" sz="2000" spc="-1" strike="noStrike">
                <a:solidFill>
                  <a:srgbClr val="000000"/>
                </a:solidFill>
                <a:latin typeface="Arial"/>
                <a:ea typeface="DejaVu Sans"/>
              </a:rPr>
              <a:t>cable to your PC or laptop USB port.</a:t>
            </a:r>
            <a:endParaRPr b="0" lang="en-US" sz="2000" spc="-1" strike="noStrike">
              <a:solidFill>
                <a:srgbClr val="000000"/>
              </a:solidFill>
              <a:latin typeface="Arial"/>
            </a:endParaRPr>
          </a:p>
          <a:p>
            <a:pPr>
              <a:lnSpc>
                <a:spcPct val="100000"/>
              </a:lnSpc>
            </a:pPr>
            <a:endParaRPr b="0" lang="en-US" sz="2000" spc="-1" strike="noStrike">
              <a:solidFill>
                <a:srgbClr val="000000"/>
              </a:solidFill>
              <a:latin typeface="Arial"/>
            </a:endParaRPr>
          </a:p>
          <a:p>
            <a:pPr>
              <a:lnSpc>
                <a:spcPct val="100000"/>
              </a:lnSpc>
            </a:pPr>
            <a:r>
              <a:rPr b="0" lang="en-US" sz="2000" spc="-1" strike="noStrike">
                <a:solidFill>
                  <a:srgbClr val="000000"/>
                </a:solidFill>
                <a:latin typeface="Arial"/>
                <a:ea typeface="DejaVu Sans"/>
              </a:rPr>
              <a:t>3. The board will power on and the power LED</a:t>
            </a:r>
            <a:endParaRPr b="0" lang="en-US" sz="2000" spc="-1" strike="noStrike">
              <a:solidFill>
                <a:srgbClr val="000000"/>
              </a:solidFill>
              <a:latin typeface="Arial"/>
            </a:endParaRPr>
          </a:p>
          <a:p>
            <a:pPr>
              <a:lnSpc>
                <a:spcPct val="100000"/>
              </a:lnSpc>
            </a:pPr>
            <a:r>
              <a:rPr b="0" lang="en-US" sz="2000" spc="-1" strike="noStrike">
                <a:solidFill>
                  <a:srgbClr val="000000"/>
                </a:solidFill>
                <a:latin typeface="Arial"/>
                <a:ea typeface="DejaVu Sans"/>
              </a:rPr>
              <a:t> </a:t>
            </a:r>
            <a:r>
              <a:rPr b="0" lang="en-US" sz="2000" spc="-1" strike="noStrike">
                <a:solidFill>
                  <a:srgbClr val="000000"/>
                </a:solidFill>
                <a:latin typeface="Arial"/>
                <a:ea typeface="DejaVu Sans"/>
              </a:rPr>
              <a:t>	</a:t>
            </a:r>
            <a:r>
              <a:rPr b="0" lang="en-US" sz="2000" spc="-1" strike="noStrike">
                <a:solidFill>
                  <a:srgbClr val="000000"/>
                </a:solidFill>
                <a:latin typeface="Arial"/>
                <a:ea typeface="DejaVu Sans"/>
              </a:rPr>
              <a:t>will be on as shown in </a:t>
            </a:r>
            <a:r>
              <a:rPr b="1" lang="en-US" sz="2000" spc="-1" strike="noStrike">
                <a:solidFill>
                  <a:srgbClr val="000000"/>
                </a:solidFill>
                <a:latin typeface="Arial"/>
                <a:ea typeface="DejaVu Sans"/>
              </a:rPr>
              <a:t>Figure </a:t>
            </a:r>
            <a:r>
              <a:rPr b="0" lang="en-US" sz="2000" spc="-1" strike="noStrike">
                <a:solidFill>
                  <a:srgbClr val="000000"/>
                </a:solidFill>
                <a:latin typeface="Arial"/>
                <a:ea typeface="DejaVu Sans"/>
              </a:rPr>
              <a:t> below.</a:t>
            </a:r>
            <a:endParaRPr b="0" lang="en-US" sz="2000" spc="-1" strike="noStrike">
              <a:solidFill>
                <a:srgbClr val="000000"/>
              </a:solidFill>
              <a:latin typeface="Arial"/>
            </a:endParaRPr>
          </a:p>
        </p:txBody>
      </p:sp>
      <p:pic>
        <p:nvPicPr>
          <p:cNvPr id="285" name="Picture 2_5" descr=""/>
          <p:cNvPicPr/>
          <p:nvPr/>
        </p:nvPicPr>
        <p:blipFill>
          <a:blip r:embed="rId1"/>
          <a:stretch/>
        </p:blipFill>
        <p:spPr>
          <a:xfrm>
            <a:off x="2934360" y="3024000"/>
            <a:ext cx="4207680" cy="3861360"/>
          </a:xfrm>
          <a:prstGeom prst="rect">
            <a:avLst/>
          </a:prstGeom>
          <a:ln w="9360">
            <a:noFill/>
          </a:ln>
        </p:spPr>
      </p:pic>
    </p:spTree>
  </p:cSld>
  <p:transition>
    <p:wipe dir="d"/>
  </p:transition>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6" name="TextShape 1"/>
          <p:cNvSpPr/>
          <p:nvPr/>
        </p:nvSpPr>
        <p:spPr>
          <a:xfrm>
            <a:off x="1301760" y="311760"/>
            <a:ext cx="3375720" cy="693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2200" spc="-1" strike="noStrike">
                <a:solidFill>
                  <a:srgbClr val="000000"/>
                </a:solidFill>
                <a:latin typeface="Arial"/>
                <a:ea typeface="DejaVu Sans"/>
              </a:rPr>
              <a:t>What is a Raspberry Pi?</a:t>
            </a:r>
            <a:endParaRPr b="0" lang="en-US" sz="2200" spc="-1" strike="noStrike">
              <a:solidFill>
                <a:srgbClr val="000000"/>
              </a:solidFill>
              <a:latin typeface="Arial"/>
            </a:endParaRPr>
          </a:p>
          <a:p>
            <a:pPr>
              <a:lnSpc>
                <a:spcPct val="100000"/>
              </a:lnSpc>
            </a:pPr>
            <a:endParaRPr b="0" lang="en-US" sz="2200" spc="-1" strike="noStrike">
              <a:solidFill>
                <a:srgbClr val="000000"/>
              </a:solidFill>
              <a:latin typeface="Arial"/>
            </a:endParaRPr>
          </a:p>
        </p:txBody>
      </p:sp>
      <p:pic>
        <p:nvPicPr>
          <p:cNvPr id="287" name="" descr=""/>
          <p:cNvPicPr/>
          <p:nvPr/>
        </p:nvPicPr>
        <p:blipFill>
          <a:blip r:embed="rId1"/>
          <a:stretch/>
        </p:blipFill>
        <p:spPr>
          <a:xfrm>
            <a:off x="0" y="2664000"/>
            <a:ext cx="5225040" cy="3550680"/>
          </a:xfrm>
          <a:prstGeom prst="rect">
            <a:avLst/>
          </a:prstGeom>
          <a:ln w="0">
            <a:noFill/>
          </a:ln>
        </p:spPr>
      </p:pic>
      <p:sp>
        <p:nvSpPr>
          <p:cNvPr id="288" name="TextShape 2"/>
          <p:cNvSpPr/>
          <p:nvPr/>
        </p:nvSpPr>
        <p:spPr>
          <a:xfrm>
            <a:off x="72000" y="792000"/>
            <a:ext cx="10064520" cy="522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000" spc="-1" strike="noStrike">
                <a:solidFill>
                  <a:srgbClr val="000000"/>
                </a:solidFill>
                <a:latin typeface="Arial"/>
                <a:ea typeface="DejaVu Sans"/>
              </a:rPr>
              <a:t>Raspberry Pi is the name of a series of single-board computers made by theÂ </a:t>
            </a:r>
            <a:r>
              <a:rPr b="0" lang="en-IN" sz="1000" spc="-1" strike="noStrike" u="sng">
                <a:solidFill>
                  <a:srgbClr val="0000ff"/>
                </a:solidFill>
                <a:uFillTx/>
                <a:latin typeface="Arial"/>
                <a:ea typeface="DejaVu Sans"/>
                <a:hlinkClick r:id="rId2"/>
              </a:rPr>
              <a:t>Raspberry Pi Foundation</a:t>
            </a:r>
            <a:r>
              <a:rPr b="0" lang="en-IN" sz="1000" spc="-1" strike="noStrike">
                <a:solidFill>
                  <a:srgbClr val="000000"/>
                </a:solidFill>
                <a:latin typeface="Arial"/>
                <a:ea typeface="DejaVu Sans"/>
              </a:rPr>
              <a:t>, a UK charity that aims to educate people in computing and </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create easier access to computing education.</a:t>
            </a:r>
            <a:endParaRPr b="0" lang="en-US" sz="1000" spc="-1" strike="noStrike">
              <a:solidFill>
                <a:srgbClr val="000000"/>
              </a:solidFill>
              <a:latin typeface="Arial"/>
            </a:endParaRPr>
          </a:p>
        </p:txBody>
      </p:sp>
      <p:sp>
        <p:nvSpPr>
          <p:cNvPr id="289" name="TextShape 3"/>
          <p:cNvSpPr/>
          <p:nvPr/>
        </p:nvSpPr>
        <p:spPr>
          <a:xfrm>
            <a:off x="46080" y="1812240"/>
            <a:ext cx="9959400" cy="513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000" spc="-1" strike="noStrike">
                <a:solidFill>
                  <a:srgbClr val="000000"/>
                </a:solidFill>
                <a:latin typeface="Arial"/>
                <a:ea typeface="DejaVu Sans"/>
              </a:rPr>
              <a:t>The Raspberry Pi launched in 2012, and there have been several iterations and variations released since then. The original Pi had a single-core 700MHz CPU and just 256MB RAM, and the latest model has a quad-core CPU clocking in at over 1.5GHz, and 4GB RAM. The price point for Raspberry Pi has always been under $100 (usually around $35 USD), most notably the Pi Zero, which costs just $5.</a:t>
            </a:r>
            <a:endParaRPr b="0" lang="en-US" sz="1000" spc="-1" strike="noStrike">
              <a:solidFill>
                <a:srgbClr val="000000"/>
              </a:solidFill>
              <a:latin typeface="Arial"/>
            </a:endParaRPr>
          </a:p>
        </p:txBody>
      </p:sp>
      <p:sp>
        <p:nvSpPr>
          <p:cNvPr id="290" name="TextShape 4"/>
          <p:cNvSpPr/>
          <p:nvPr/>
        </p:nvSpPr>
        <p:spPr>
          <a:xfrm>
            <a:off x="6408000" y="2664000"/>
            <a:ext cx="2229480" cy="40395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000" spc="-1" strike="noStrike">
                <a:solidFill>
                  <a:srgbClr val="000000"/>
                </a:solidFill>
                <a:latin typeface="Arial"/>
                <a:ea typeface="DejaVu Sans"/>
              </a:rPr>
              <a:t>Pi 1 Model B (2012)</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Pi 1 Model A (2013)</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Pi 1 Model B+ (2014)</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Pi 1 Model A+ (2014)</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Pi 2 Model B (2015)</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Pi Zero (2015)</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Pi 3 Model B (2016)</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Pi Zero W (2017)</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Pi 3 Model B+ (2018)</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Pi 3 Model A+ (2019)</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Pi 4 Model A (2019)</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Pi 4 Model B (2020)</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Pi 400 (2021)</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Pi Model B(2023)</a:t>
            </a:r>
            <a:endParaRPr b="0" lang="en-US" sz="1000" spc="-1" strike="noStrike">
              <a:solidFill>
                <a:srgbClr val="000000"/>
              </a:solidFill>
              <a:latin typeface="Arial"/>
            </a:endParaRPr>
          </a:p>
          <a:p>
            <a:pPr>
              <a:lnSpc>
                <a:spcPct val="100000"/>
              </a:lnSpc>
            </a:pPr>
            <a:endParaRPr b="0" lang="en-US" sz="1000" spc="-1" strike="noStrike">
              <a:solidFill>
                <a:srgbClr val="000000"/>
              </a:solidFill>
              <a:latin typeface="Arial"/>
            </a:endParaRPr>
          </a:p>
        </p:txBody>
      </p:sp>
      <p:sp>
        <p:nvSpPr>
          <p:cNvPr id="291" name="TextShape 5"/>
          <p:cNvSpPr/>
          <p:nvPr/>
        </p:nvSpPr>
        <p:spPr>
          <a:xfrm>
            <a:off x="379440" y="6840000"/>
            <a:ext cx="5954040" cy="3441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https://www.youtube.com/watch?v=LSJys4vCfJE&amp;t=305s</a:t>
            </a:r>
            <a:endParaRPr b="0" lang="en-US" sz="1800" spc="-1" strike="noStrike">
              <a:solidFill>
                <a:srgbClr val="000000"/>
              </a:solidFill>
              <a:latin typeface="Arial"/>
            </a:endParaRPr>
          </a:p>
        </p:txBody>
      </p:sp>
    </p:spTree>
  </p:cSld>
  <p:transition>
    <p:wipe dir="d"/>
  </p:transition>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92" name="" descr=""/>
          <p:cNvPicPr/>
          <p:nvPr/>
        </p:nvPicPr>
        <p:blipFill>
          <a:blip r:embed="rId1"/>
          <a:stretch/>
        </p:blipFill>
        <p:spPr>
          <a:xfrm>
            <a:off x="468360" y="792000"/>
            <a:ext cx="8313120" cy="5973480"/>
          </a:xfrm>
          <a:prstGeom prst="rect">
            <a:avLst/>
          </a:prstGeom>
          <a:ln w="0">
            <a:noFill/>
          </a:ln>
        </p:spPr>
      </p:pic>
    </p:spTree>
  </p:cSld>
  <p:transition>
    <p:wipe dir="d"/>
  </p:transition>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93" name="" descr=""/>
          <p:cNvPicPr/>
          <p:nvPr/>
        </p:nvPicPr>
        <p:blipFill>
          <a:blip r:embed="rId1"/>
          <a:stretch/>
        </p:blipFill>
        <p:spPr>
          <a:xfrm>
            <a:off x="1731600" y="744120"/>
            <a:ext cx="6664680" cy="5416920"/>
          </a:xfrm>
          <a:prstGeom prst="rect">
            <a:avLst/>
          </a:prstGeom>
          <a:ln w="0">
            <a:noFill/>
          </a:ln>
        </p:spPr>
      </p:pic>
    </p:spTree>
  </p:cSld>
  <p:transition>
    <p:wipe dir="d"/>
  </p:transition>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94" name="" descr=""/>
          <p:cNvPicPr/>
          <p:nvPr/>
        </p:nvPicPr>
        <p:blipFill>
          <a:blip r:embed="rId1"/>
          <a:stretch/>
        </p:blipFill>
        <p:spPr>
          <a:xfrm>
            <a:off x="4200120" y="1224000"/>
            <a:ext cx="5445360" cy="5331240"/>
          </a:xfrm>
          <a:prstGeom prst="rect">
            <a:avLst/>
          </a:prstGeom>
          <a:ln w="0">
            <a:noFill/>
          </a:ln>
        </p:spPr>
      </p:pic>
    </p:spTree>
  </p:cSld>
  <p:transition>
    <p:wipe dir="d"/>
  </p:transition>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5" name="CustomShape 1"/>
          <p:cNvSpPr/>
          <p:nvPr/>
        </p:nvSpPr>
        <p:spPr>
          <a:xfrm>
            <a:off x="0" y="113040"/>
            <a:ext cx="9828000" cy="1256760"/>
          </a:xfrm>
          <a:prstGeom prst="rect">
            <a:avLst/>
          </a:prstGeom>
          <a:noFill/>
          <a:ln w="0">
            <a:noFill/>
          </a:ln>
        </p:spPr>
        <p:style>
          <a:lnRef idx="0"/>
          <a:fillRef idx="0"/>
          <a:effectRef idx="0"/>
          <a:fontRef idx="minor"/>
        </p:style>
        <p:txBody>
          <a:bodyPr lIns="90000" rIns="90000" tIns="45000" bIns="45000" anchor="ctr">
            <a:normAutofit fontScale="96666" lnSpcReduction="10000"/>
          </a:bodyPr>
          <a:p>
            <a:pPr algn="ctr">
              <a:lnSpc>
                <a:spcPct val="100000"/>
              </a:lnSpc>
            </a:pPr>
            <a:r>
              <a:rPr b="0" lang="en-US" sz="4400" spc="-1" strike="noStrike">
                <a:solidFill>
                  <a:srgbClr val="000000"/>
                </a:solidFill>
                <a:latin typeface="Calibri"/>
                <a:ea typeface="DejaVu Sans"/>
              </a:rPr>
              <a:t>Development Tools and Environments</a:t>
            </a:r>
            <a:endParaRPr b="0" lang="en-US" sz="4400" spc="-1" strike="noStrike">
              <a:solidFill>
                <a:srgbClr val="000000"/>
              </a:solidFill>
              <a:latin typeface="Arial"/>
            </a:endParaRPr>
          </a:p>
        </p:txBody>
      </p:sp>
      <p:sp>
        <p:nvSpPr>
          <p:cNvPr id="296" name="CustomShape 2"/>
          <p:cNvSpPr/>
          <p:nvPr/>
        </p:nvSpPr>
        <p:spPr>
          <a:xfrm>
            <a:off x="228600" y="1641600"/>
            <a:ext cx="9572760" cy="4986000"/>
          </a:xfrm>
          <a:prstGeom prst="rect">
            <a:avLst/>
          </a:prstGeom>
          <a:noFill/>
          <a:ln w="0">
            <a:noFill/>
          </a:ln>
        </p:spPr>
        <p:style>
          <a:lnRef idx="0"/>
          <a:fillRef idx="0"/>
          <a:effectRef idx="0"/>
          <a:fontRef idx="minor"/>
        </p:style>
        <p:txBody>
          <a:bodyPr lIns="90000" rIns="90000" tIns="45000" bIns="45000" anchor="t">
            <a:normAutofit fontScale="62222"/>
          </a:bodyPr>
          <a:p>
            <a:pPr marL="343080" indent="-342360">
              <a:lnSpc>
                <a:spcPct val="100000"/>
              </a:lnSpc>
              <a:spcBef>
                <a:spcPts val="641"/>
              </a:spcBef>
              <a:buClr>
                <a:srgbClr val="000000"/>
              </a:buClr>
              <a:buFont typeface="Arial"/>
              <a:buChar char="•"/>
            </a:pPr>
            <a:r>
              <a:rPr b="0" lang="en-US" sz="3200" spc="-1" strike="noStrike">
                <a:solidFill>
                  <a:srgbClr val="000000"/>
                </a:solidFill>
                <a:latin typeface="Calibri"/>
                <a:ea typeface="DejaVu Sans"/>
              </a:rPr>
              <a:t>Cross-compilation tool chain</a:t>
            </a:r>
            <a:endParaRPr b="0" lang="en-US" sz="3200" spc="-1" strike="noStrike">
              <a:solidFill>
                <a:srgbClr val="000000"/>
              </a:solidFill>
              <a:latin typeface="Arial"/>
            </a:endParaRPr>
          </a:p>
          <a:p>
            <a:pPr>
              <a:lnSpc>
                <a:spcPct val="100000"/>
              </a:lnSpc>
              <a:spcBef>
                <a:spcPts val="641"/>
              </a:spcBef>
              <a:tabLst>
                <a:tab algn="l" pos="0"/>
              </a:tabLst>
            </a:pPr>
            <a:r>
              <a:rPr b="0" lang="en-US" sz="3200" spc="-1" strike="noStrike">
                <a:solidFill>
                  <a:srgbClr val="000000"/>
                </a:solidFill>
                <a:latin typeface="Calibri"/>
                <a:ea typeface="DejaVu Sans"/>
              </a:rPr>
              <a:t>     </a:t>
            </a:r>
            <a:r>
              <a:rPr b="0" lang="en-US" sz="3200" spc="-1" strike="noStrike">
                <a:solidFill>
                  <a:srgbClr val="000000"/>
                </a:solidFill>
                <a:latin typeface="Calibri"/>
                <a:ea typeface="DejaVu Sans"/>
              </a:rPr>
              <a:t>Compiler that runs on the development machine, but generates code  </a:t>
            </a:r>
            <a:endParaRPr b="0" lang="en-US" sz="3200" spc="-1" strike="noStrike">
              <a:solidFill>
                <a:srgbClr val="000000"/>
              </a:solidFill>
              <a:latin typeface="Arial"/>
            </a:endParaRPr>
          </a:p>
          <a:p>
            <a:pPr>
              <a:lnSpc>
                <a:spcPct val="100000"/>
              </a:lnSpc>
              <a:spcBef>
                <a:spcPts val="641"/>
              </a:spcBef>
              <a:tabLst>
                <a:tab algn="l" pos="0"/>
              </a:tabLst>
            </a:pPr>
            <a:r>
              <a:rPr b="0" lang="en-US" sz="3200" spc="-1" strike="noStrike">
                <a:solidFill>
                  <a:srgbClr val="000000"/>
                </a:solidFill>
                <a:latin typeface="Calibri"/>
                <a:ea typeface="DejaVu Sans"/>
              </a:rPr>
              <a:t>      </a:t>
            </a:r>
            <a:r>
              <a:rPr b="0" lang="en-US" sz="3200" spc="-1" strike="noStrike">
                <a:solidFill>
                  <a:srgbClr val="000000"/>
                </a:solidFill>
                <a:latin typeface="Calibri"/>
                <a:ea typeface="DejaVu Sans"/>
              </a:rPr>
              <a:t>for the target</a:t>
            </a:r>
            <a:endParaRPr b="0" lang="en-US" sz="3200" spc="-1" strike="noStrike">
              <a:solidFill>
                <a:srgbClr val="000000"/>
              </a:solidFill>
              <a:latin typeface="Arial"/>
            </a:endParaRPr>
          </a:p>
          <a:p>
            <a:pPr marL="343080" indent="-342360">
              <a:lnSpc>
                <a:spcPct val="100000"/>
              </a:lnSpc>
              <a:spcBef>
                <a:spcPts val="641"/>
              </a:spcBef>
              <a:buClr>
                <a:srgbClr val="000000"/>
              </a:buClr>
              <a:buFont typeface="Arial"/>
              <a:buChar char="•"/>
              <a:tabLst>
                <a:tab algn="l" pos="0"/>
              </a:tabLst>
            </a:pPr>
            <a:r>
              <a:rPr b="0" lang="en-US" sz="3200" spc="-1" strike="noStrike">
                <a:solidFill>
                  <a:srgbClr val="000000"/>
                </a:solidFill>
                <a:latin typeface="Calibri"/>
                <a:ea typeface="DejaVu Sans"/>
              </a:rPr>
              <a:t>Boot loader</a:t>
            </a:r>
            <a:endParaRPr b="0" lang="en-US" sz="3200" spc="-1" strike="noStrike">
              <a:solidFill>
                <a:srgbClr val="000000"/>
              </a:solidFill>
              <a:latin typeface="Arial"/>
            </a:endParaRPr>
          </a:p>
          <a:p>
            <a:pPr>
              <a:lnSpc>
                <a:spcPct val="100000"/>
              </a:lnSpc>
              <a:spcBef>
                <a:spcPts val="641"/>
              </a:spcBef>
              <a:tabLst>
                <a:tab algn="l" pos="0"/>
              </a:tabLst>
            </a:pPr>
            <a:r>
              <a:rPr b="0" lang="en-US" sz="3200" spc="-1" strike="noStrike">
                <a:solidFill>
                  <a:srgbClr val="000000"/>
                </a:solidFill>
                <a:latin typeface="Calibri"/>
                <a:ea typeface="DejaVu Sans"/>
              </a:rPr>
              <a:t>      </a:t>
            </a:r>
            <a:r>
              <a:rPr b="0" lang="en-US" sz="3200" spc="-1" strike="noStrike">
                <a:solidFill>
                  <a:srgbClr val="000000"/>
                </a:solidFill>
                <a:latin typeface="Calibri"/>
                <a:ea typeface="DejaVu Sans"/>
              </a:rPr>
              <a:t>Started by the hardware, responsible for basic initialization, loading   </a:t>
            </a:r>
            <a:r>
              <a:rPr b="0" lang="en-US" sz="3200" spc="-1" strike="noStrike">
                <a:solidFill>
                  <a:srgbClr val="000000"/>
                </a:solidFill>
                <a:latin typeface="Calibri"/>
                <a:ea typeface="DejaVu Sans"/>
              </a:rPr>
              <a:t>	</a:t>
            </a:r>
            <a:r>
              <a:rPr b="0" lang="en-US" sz="3200" spc="-1" strike="noStrike">
                <a:solidFill>
                  <a:srgbClr val="000000"/>
                </a:solidFill>
                <a:latin typeface="Calibri"/>
                <a:ea typeface="DejaVu Sans"/>
              </a:rPr>
              <a:t>  and executing the kernel</a:t>
            </a:r>
            <a:endParaRPr b="0" lang="en-US" sz="3200" spc="-1" strike="noStrike">
              <a:solidFill>
                <a:srgbClr val="000000"/>
              </a:solidFill>
              <a:latin typeface="Arial"/>
            </a:endParaRPr>
          </a:p>
          <a:p>
            <a:pPr marL="343080" indent="-342360">
              <a:lnSpc>
                <a:spcPct val="100000"/>
              </a:lnSpc>
              <a:spcBef>
                <a:spcPts val="641"/>
              </a:spcBef>
              <a:buClr>
                <a:srgbClr val="000000"/>
              </a:buClr>
              <a:buFont typeface="Arial"/>
              <a:buChar char="•"/>
              <a:tabLst>
                <a:tab algn="l" pos="0"/>
              </a:tabLst>
            </a:pPr>
            <a:r>
              <a:rPr b="0" lang="en-US" sz="3200" spc="-1" strike="noStrike">
                <a:solidFill>
                  <a:srgbClr val="000000"/>
                </a:solidFill>
                <a:latin typeface="Calibri"/>
                <a:ea typeface="DejaVu Sans"/>
              </a:rPr>
              <a:t> </a:t>
            </a:r>
            <a:r>
              <a:rPr b="0" lang="en-US" sz="3200" spc="-1" strike="noStrike">
                <a:solidFill>
                  <a:srgbClr val="000000"/>
                </a:solidFill>
                <a:latin typeface="Calibri"/>
                <a:ea typeface="DejaVu Sans"/>
              </a:rPr>
              <a:t>Linux Kernel</a:t>
            </a:r>
            <a:endParaRPr b="0" lang="en-US" sz="3200" spc="-1" strike="noStrike">
              <a:solidFill>
                <a:srgbClr val="000000"/>
              </a:solidFill>
              <a:latin typeface="Arial"/>
            </a:endParaRPr>
          </a:p>
          <a:p>
            <a:pPr>
              <a:lnSpc>
                <a:spcPct val="100000"/>
              </a:lnSpc>
              <a:spcBef>
                <a:spcPts val="641"/>
              </a:spcBef>
              <a:tabLst>
                <a:tab algn="l" pos="0"/>
              </a:tabLst>
            </a:pPr>
            <a:r>
              <a:rPr b="0" lang="en-US" sz="3200" spc="-1" strike="noStrike">
                <a:solidFill>
                  <a:srgbClr val="000000"/>
                </a:solidFill>
                <a:latin typeface="Calibri"/>
                <a:ea typeface="DejaVu Sans"/>
              </a:rPr>
              <a:t>       </a:t>
            </a:r>
            <a:r>
              <a:rPr b="0" lang="en-US" sz="3200" spc="-1" strike="noStrike">
                <a:solidFill>
                  <a:srgbClr val="000000"/>
                </a:solidFill>
                <a:latin typeface="Calibri"/>
                <a:ea typeface="DejaVu Sans"/>
              </a:rPr>
              <a:t>Contains the process and memory management, network stack,</a:t>
            </a:r>
            <a:endParaRPr b="0" lang="en-US" sz="3200" spc="-1" strike="noStrike">
              <a:solidFill>
                <a:srgbClr val="000000"/>
              </a:solidFill>
              <a:latin typeface="Arial"/>
            </a:endParaRPr>
          </a:p>
          <a:p>
            <a:pPr>
              <a:lnSpc>
                <a:spcPct val="100000"/>
              </a:lnSpc>
              <a:spcBef>
                <a:spcPts val="641"/>
              </a:spcBef>
              <a:tabLst>
                <a:tab algn="l" pos="0"/>
              </a:tabLst>
            </a:pPr>
            <a:r>
              <a:rPr b="0" lang="en-US" sz="3200" spc="-1" strike="noStrike">
                <a:solidFill>
                  <a:srgbClr val="000000"/>
                </a:solidFill>
                <a:latin typeface="Calibri"/>
                <a:ea typeface="DejaVu Sans"/>
              </a:rPr>
              <a:t>       </a:t>
            </a:r>
            <a:r>
              <a:rPr b="0" lang="en-US" sz="3200" spc="-1" strike="noStrike">
                <a:solidFill>
                  <a:srgbClr val="000000"/>
                </a:solidFill>
                <a:latin typeface="Calibri"/>
                <a:ea typeface="DejaVu Sans"/>
              </a:rPr>
              <a:t>device drivers and provides services to user space applications</a:t>
            </a:r>
            <a:endParaRPr b="0" lang="en-US" sz="3200" spc="-1" strike="noStrike">
              <a:solidFill>
                <a:srgbClr val="000000"/>
              </a:solidFill>
              <a:latin typeface="Arial"/>
            </a:endParaRPr>
          </a:p>
          <a:p>
            <a:pPr marL="343080" indent="-342360">
              <a:lnSpc>
                <a:spcPct val="100000"/>
              </a:lnSpc>
              <a:spcBef>
                <a:spcPts val="641"/>
              </a:spcBef>
              <a:buClr>
                <a:srgbClr val="000000"/>
              </a:buClr>
              <a:buFont typeface="Arial"/>
              <a:buChar char="•"/>
              <a:tabLst>
                <a:tab algn="l" pos="0"/>
              </a:tabLst>
            </a:pPr>
            <a:r>
              <a:rPr b="0" lang="en-US" sz="3200" spc="-1" strike="noStrike">
                <a:solidFill>
                  <a:srgbClr val="000000"/>
                </a:solidFill>
                <a:latin typeface="Calibri"/>
                <a:ea typeface="DejaVu Sans"/>
              </a:rPr>
              <a:t> </a:t>
            </a:r>
            <a:r>
              <a:rPr b="0" lang="en-US" sz="3200" spc="-1" strike="noStrike">
                <a:solidFill>
                  <a:srgbClr val="000000"/>
                </a:solidFill>
                <a:latin typeface="Calibri"/>
                <a:ea typeface="DejaVu Sans"/>
              </a:rPr>
              <a:t>C library</a:t>
            </a:r>
            <a:endParaRPr b="0" lang="en-US" sz="3200" spc="-1" strike="noStrike">
              <a:solidFill>
                <a:srgbClr val="000000"/>
              </a:solidFill>
              <a:latin typeface="Arial"/>
            </a:endParaRPr>
          </a:p>
          <a:p>
            <a:pPr>
              <a:lnSpc>
                <a:spcPct val="100000"/>
              </a:lnSpc>
              <a:spcBef>
                <a:spcPts val="641"/>
              </a:spcBef>
              <a:tabLst>
                <a:tab algn="l" pos="0"/>
              </a:tabLst>
            </a:pPr>
            <a:r>
              <a:rPr b="0" lang="en-US" sz="3200" spc="-1" strike="noStrike">
                <a:solidFill>
                  <a:srgbClr val="000000"/>
                </a:solidFill>
                <a:latin typeface="Calibri"/>
                <a:ea typeface="DejaVu Sans"/>
              </a:rPr>
              <a:t>       </a:t>
            </a:r>
            <a:r>
              <a:rPr b="0" lang="en-US" sz="3200" spc="-1" strike="noStrike">
                <a:solidFill>
                  <a:srgbClr val="000000"/>
                </a:solidFill>
                <a:latin typeface="Calibri"/>
                <a:ea typeface="DejaVu Sans"/>
              </a:rPr>
              <a:t>The interface between the kernel and the user space applications</a:t>
            </a:r>
            <a:endParaRPr b="0" lang="en-US" sz="3200" spc="-1" strike="noStrike">
              <a:solidFill>
                <a:srgbClr val="000000"/>
              </a:solidFill>
              <a:latin typeface="Arial"/>
            </a:endParaRPr>
          </a:p>
          <a:p>
            <a:pPr marL="343080" indent="-342360">
              <a:lnSpc>
                <a:spcPct val="100000"/>
              </a:lnSpc>
              <a:spcBef>
                <a:spcPts val="641"/>
              </a:spcBef>
              <a:buClr>
                <a:srgbClr val="000000"/>
              </a:buClr>
              <a:buFont typeface="Arial"/>
              <a:buChar char="•"/>
              <a:tabLst>
                <a:tab algn="l" pos="0"/>
              </a:tabLst>
            </a:pPr>
            <a:r>
              <a:rPr b="0" lang="en-US" sz="3200" spc="-1" strike="noStrike">
                <a:solidFill>
                  <a:srgbClr val="000000"/>
                </a:solidFill>
                <a:latin typeface="Calibri"/>
                <a:ea typeface="DejaVu Sans"/>
              </a:rPr>
              <a:t> </a:t>
            </a:r>
            <a:r>
              <a:rPr b="0" lang="en-US" sz="3200" spc="-1" strike="noStrike">
                <a:solidFill>
                  <a:srgbClr val="000000"/>
                </a:solidFill>
                <a:latin typeface="Calibri"/>
                <a:ea typeface="DejaVu Sans"/>
              </a:rPr>
              <a:t>Libraries and applications</a:t>
            </a:r>
            <a:endParaRPr b="0" lang="en-US" sz="3200" spc="-1" strike="noStrike">
              <a:solidFill>
                <a:srgbClr val="000000"/>
              </a:solidFill>
              <a:latin typeface="Arial"/>
            </a:endParaRPr>
          </a:p>
          <a:p>
            <a:pPr>
              <a:lnSpc>
                <a:spcPct val="100000"/>
              </a:lnSpc>
              <a:spcBef>
                <a:spcPts val="641"/>
              </a:spcBef>
              <a:tabLst>
                <a:tab algn="l" pos="0"/>
              </a:tabLst>
            </a:pPr>
            <a:r>
              <a:rPr b="0" lang="en-US" sz="3200" spc="-1" strike="noStrike">
                <a:solidFill>
                  <a:srgbClr val="000000"/>
                </a:solidFill>
                <a:latin typeface="Calibri"/>
                <a:ea typeface="DejaVu Sans"/>
              </a:rPr>
              <a:t>       </a:t>
            </a:r>
            <a:r>
              <a:rPr b="0" lang="en-US" sz="3200" spc="-1" strike="noStrike">
                <a:solidFill>
                  <a:srgbClr val="000000"/>
                </a:solidFill>
                <a:latin typeface="Calibri"/>
                <a:ea typeface="DejaVu Sans"/>
              </a:rPr>
              <a:t>Third-party or in-house</a:t>
            </a: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7" name="CustomShape 1"/>
          <p:cNvSpPr/>
          <p:nvPr/>
        </p:nvSpPr>
        <p:spPr>
          <a:xfrm>
            <a:off x="167760" y="83880"/>
            <a:ext cx="9621720" cy="7954200"/>
          </a:xfrm>
          <a:prstGeom prst="rect">
            <a:avLst/>
          </a:prstGeom>
          <a:noFill/>
          <a:ln w="0">
            <a:noFill/>
          </a:ln>
        </p:spPr>
        <p:style>
          <a:lnRef idx="0"/>
          <a:fillRef idx="0"/>
          <a:effectRef idx="0"/>
          <a:fontRef idx="minor"/>
        </p:style>
        <p:txBody>
          <a:bodyPr lIns="90000" rIns="90000" tIns="45000" bIns="45000" anchor="t">
            <a:spAutoFit/>
          </a:bodyPr>
          <a:p>
            <a:pPr marL="343080" indent="-342360">
              <a:lnSpc>
                <a:spcPct val="100000"/>
              </a:lnSpc>
              <a:buClr>
                <a:srgbClr val="000000"/>
              </a:buClr>
              <a:buFont typeface="Arial"/>
              <a:buChar char="•"/>
            </a:pPr>
            <a:r>
              <a:rPr b="1" lang="en-US" sz="2800" spc="-1" strike="noStrike" u="sng">
                <a:solidFill>
                  <a:srgbClr val="000000"/>
                </a:solidFill>
                <a:uFillTx/>
                <a:latin typeface="Calibri"/>
                <a:ea typeface="DejaVu Sans"/>
              </a:rPr>
              <a:t>Cross compilation Tool chain:</a:t>
            </a:r>
            <a:endParaRPr b="0" lang="en-US" sz="2800" spc="-1" strike="noStrike">
              <a:solidFill>
                <a:srgbClr val="000000"/>
              </a:solidFill>
              <a:latin typeface="Arial"/>
            </a:endParaRPr>
          </a:p>
          <a:p>
            <a:pPr>
              <a:lnSpc>
                <a:spcPct val="100000"/>
              </a:lnSpc>
            </a:pPr>
            <a:endParaRPr b="0" lang="en-US" sz="2800" spc="-1" strike="noStrike">
              <a:solidFill>
                <a:srgbClr val="000000"/>
              </a:solidFill>
              <a:latin typeface="Arial"/>
            </a:endParaRPr>
          </a:p>
          <a:p>
            <a:pPr>
              <a:lnSpc>
                <a:spcPct val="100000"/>
              </a:lnSpc>
            </a:pPr>
            <a:r>
              <a:rPr b="1" lang="en-US" sz="1600" spc="-1" strike="noStrike">
                <a:solidFill>
                  <a:srgbClr val="000000"/>
                </a:solidFill>
                <a:latin typeface="Calibri"/>
                <a:ea typeface="DejaVu Sans"/>
              </a:rPr>
              <a:t>	</a:t>
            </a:r>
            <a:r>
              <a:rPr b="1" lang="en-US" sz="1600" spc="-1" strike="noStrike">
                <a:solidFill>
                  <a:srgbClr val="000000"/>
                </a:solidFill>
                <a:latin typeface="Calibri"/>
                <a:ea typeface="DejaVu Sans"/>
              </a:rPr>
              <a:t>To build tool chain from scratch</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r>
              <a:rPr b="1" lang="en-US" sz="1990" spc="-1" strike="noStrike">
                <a:solidFill>
                  <a:srgbClr val="000000"/>
                </a:solidFill>
                <a:latin typeface="Calibri"/>
                <a:ea typeface="DejaVu Sans"/>
              </a:rPr>
              <a:t>	</a:t>
            </a:r>
            <a:r>
              <a:rPr b="1" lang="en-US" sz="1990" spc="-1" strike="noStrike">
                <a:solidFill>
                  <a:srgbClr val="000000"/>
                </a:solidFill>
                <a:latin typeface="Calibri"/>
                <a:ea typeface="DejaVu Sans"/>
              </a:rPr>
              <a:t>http://www.ifp.illinois.edu/~nakazato/tips/xgcc.html</a:t>
            </a:r>
            <a:endParaRPr b="0" lang="en-US" sz="1990" spc="-1" strike="noStrike">
              <a:solidFill>
                <a:srgbClr val="000000"/>
              </a:solidFill>
              <a:latin typeface="Arial"/>
            </a:endParaRPr>
          </a:p>
          <a:p>
            <a:pPr>
              <a:lnSpc>
                <a:spcPct val="100000"/>
              </a:lnSpc>
            </a:pPr>
            <a:r>
              <a:rPr b="1" lang="en-US" sz="2400" spc="-1" strike="noStrike">
                <a:solidFill>
                  <a:srgbClr val="000000"/>
                </a:solidFill>
                <a:latin typeface="Calibri"/>
                <a:ea typeface="DejaVu Sans"/>
              </a:rPr>
              <a:t>    </a:t>
            </a:r>
            <a:r>
              <a:rPr b="1" lang="en-US" sz="2000" spc="-1" strike="noStrike">
                <a:solidFill>
                  <a:srgbClr val="000000"/>
                </a:solidFill>
                <a:latin typeface="Kinnari"/>
                <a:ea typeface="DejaVu Sans"/>
              </a:rPr>
              <a:t>On Ubuntu: </a:t>
            </a:r>
            <a:endParaRPr b="0" lang="en-US" sz="2000" spc="-1" strike="noStrike">
              <a:solidFill>
                <a:srgbClr val="000000"/>
              </a:solidFill>
              <a:latin typeface="Arial"/>
            </a:endParaRPr>
          </a:p>
          <a:p>
            <a:pPr>
              <a:lnSpc>
                <a:spcPct val="100000"/>
              </a:lnSpc>
            </a:pPr>
            <a:r>
              <a:rPr b="0" lang="en-US" sz="2000" spc="-1" strike="noStrike">
                <a:solidFill>
                  <a:srgbClr val="000000"/>
                </a:solidFill>
                <a:latin typeface="Kinnari"/>
                <a:ea typeface="DejaVu Sans"/>
              </a:rPr>
              <a:t>	</a:t>
            </a:r>
            <a:r>
              <a:rPr b="0" lang="en-US" sz="2000" spc="-1" strike="noStrike">
                <a:solidFill>
                  <a:srgbClr val="000000"/>
                </a:solidFill>
                <a:latin typeface="Kinnari"/>
                <a:ea typeface="DejaVu Sans"/>
              </a:rPr>
              <a:t>sudo apt-get update</a:t>
            </a:r>
            <a:br>
              <a:rPr sz="1800"/>
            </a:br>
            <a:r>
              <a:rPr b="0" lang="en-US" sz="2000" spc="-1" strike="noStrike">
                <a:solidFill>
                  <a:srgbClr val="000000"/>
                </a:solidFill>
                <a:latin typeface="Kinnari"/>
                <a:ea typeface="DejaVu Sans"/>
              </a:rPr>
              <a:t>	</a:t>
            </a:r>
            <a:r>
              <a:rPr b="0" lang="en-US" sz="2000" spc="-1" strike="noStrike">
                <a:solidFill>
                  <a:srgbClr val="000000"/>
                </a:solidFill>
                <a:latin typeface="Kinnari"/>
                <a:ea typeface="DejaVu Sans"/>
              </a:rPr>
              <a:t>sudo apt-get install crossbuild-essential-armhf </a:t>
            </a:r>
            <a:endParaRPr b="0" lang="en-US" sz="2000" spc="-1" strike="noStrike">
              <a:solidFill>
                <a:srgbClr val="000000"/>
              </a:solidFill>
              <a:latin typeface="Arial"/>
            </a:endParaRPr>
          </a:p>
          <a:p>
            <a:pPr>
              <a:lnSpc>
                <a:spcPct val="100000"/>
              </a:lnSpc>
            </a:pPr>
            <a:endParaRPr b="0" lang="en-US" sz="2000" spc="-1" strike="noStrike">
              <a:solidFill>
                <a:srgbClr val="000000"/>
              </a:solidFill>
              <a:latin typeface="Arial"/>
            </a:endParaRPr>
          </a:p>
          <a:p>
            <a:pPr>
              <a:lnSpc>
                <a:spcPct val="100000"/>
              </a:lnSpc>
            </a:pPr>
            <a:r>
              <a:rPr b="0" lang="en-US" sz="2000" spc="-1" strike="noStrike">
                <a:solidFill>
                  <a:srgbClr val="000000"/>
                </a:solidFill>
                <a:latin typeface="Kinnari"/>
                <a:ea typeface="DejaVu Sans"/>
              </a:rPr>
              <a:t>     </a:t>
            </a:r>
            <a:r>
              <a:rPr b="1" lang="en-US" sz="2000" spc="-1" strike="noStrike">
                <a:solidFill>
                  <a:srgbClr val="000000"/>
                </a:solidFill>
                <a:latin typeface="Kinnari"/>
                <a:ea typeface="DejaVu Sans"/>
              </a:rPr>
              <a:t>To compile program:</a:t>
            </a:r>
            <a:endParaRPr b="0" lang="en-US" sz="2000" spc="-1" strike="noStrike">
              <a:solidFill>
                <a:srgbClr val="000000"/>
              </a:solidFill>
              <a:latin typeface="Arial"/>
            </a:endParaRPr>
          </a:p>
          <a:p>
            <a:pPr>
              <a:lnSpc>
                <a:spcPct val="100000"/>
              </a:lnSpc>
            </a:pPr>
            <a:r>
              <a:rPr b="0" lang="en-US" sz="2000" spc="-1" strike="noStrike">
                <a:solidFill>
                  <a:srgbClr val="000000"/>
                </a:solidFill>
                <a:latin typeface="Kinnari"/>
                <a:ea typeface="DejaVu Sans"/>
              </a:rPr>
              <a:t>	</a:t>
            </a:r>
            <a:r>
              <a:rPr b="0" lang="en-US" sz="2000" spc="-1" strike="noStrike">
                <a:solidFill>
                  <a:srgbClr val="000000"/>
                </a:solidFill>
                <a:latin typeface="Kinnari"/>
                <a:ea typeface="DejaVu Sans"/>
              </a:rPr>
              <a:t>arm-linux-gnueabihf-gcc  file_name.c  -o output</a:t>
            </a:r>
            <a:endParaRPr b="0" lang="en-US" sz="2000" spc="-1" strike="noStrike">
              <a:solidFill>
                <a:srgbClr val="000000"/>
              </a:solidFill>
              <a:latin typeface="Arial"/>
            </a:endParaRPr>
          </a:p>
          <a:p>
            <a:pPr>
              <a:lnSpc>
                <a:spcPct val="100000"/>
              </a:lnSpc>
            </a:pPr>
            <a:endParaRPr b="0" lang="en-US" sz="2000" spc="-1" strike="noStrike">
              <a:solidFill>
                <a:srgbClr val="000000"/>
              </a:solidFill>
              <a:latin typeface="Arial"/>
            </a:endParaRPr>
          </a:p>
          <a:p>
            <a:pPr marL="457200" indent="-456480">
              <a:lnSpc>
                <a:spcPct val="100000"/>
              </a:lnSpc>
              <a:buClr>
                <a:srgbClr val="000000"/>
              </a:buClr>
              <a:buFont typeface="Arial"/>
              <a:buChar char="•"/>
            </a:pPr>
            <a:r>
              <a:rPr b="1" lang="en-US" sz="2000" spc="-1" strike="noStrike">
                <a:solidFill>
                  <a:srgbClr val="000000"/>
                </a:solidFill>
                <a:latin typeface="Kinnari"/>
                <a:ea typeface="DejaVu Sans"/>
              </a:rPr>
              <a:t>=&gt; Execute simple programs on BBB/RB Pi </a:t>
            </a:r>
            <a:endParaRPr b="0" lang="en-US" sz="2000" spc="-1" strike="noStrike">
              <a:solidFill>
                <a:srgbClr val="000000"/>
              </a:solidFill>
              <a:latin typeface="Arial"/>
            </a:endParaRPr>
          </a:p>
          <a:p>
            <a:pPr>
              <a:lnSpc>
                <a:spcPct val="100000"/>
              </a:lnSpc>
            </a:pPr>
            <a:endParaRPr b="0" lang="en-US" sz="2000" spc="-1" strike="noStrike">
              <a:solidFill>
                <a:srgbClr val="000000"/>
              </a:solidFill>
              <a:latin typeface="Arial"/>
            </a:endParaRPr>
          </a:p>
          <a:p>
            <a:pPr marL="457200" indent="-456480">
              <a:lnSpc>
                <a:spcPct val="100000"/>
              </a:lnSpc>
              <a:buClr>
                <a:srgbClr val="000000"/>
              </a:buClr>
              <a:buFont typeface="Arial"/>
              <a:buChar char="•"/>
            </a:pPr>
            <a:r>
              <a:rPr b="0" lang="en-US" sz="2000" spc="-1" strike="noStrike">
                <a:solidFill>
                  <a:srgbClr val="000000"/>
                </a:solidFill>
                <a:latin typeface="Kinnari"/>
                <a:ea typeface="DejaVu Sans"/>
              </a:rPr>
              <a:t>The gcc C compiler enables the embedding of assembly instructions in otherwise normal C functions.</a:t>
            </a:r>
            <a:endParaRPr b="0" lang="en-US" sz="2000" spc="-1" strike="noStrike">
              <a:solidFill>
                <a:srgbClr val="000000"/>
              </a:solidFill>
              <a:latin typeface="Arial"/>
            </a:endParaRPr>
          </a:p>
          <a:p>
            <a:pPr marL="457200" indent="-456480">
              <a:lnSpc>
                <a:spcPts val="2880"/>
              </a:lnSpc>
              <a:buClr>
                <a:srgbClr val="000000"/>
              </a:buClr>
              <a:buFont typeface="Arial"/>
              <a:buChar char="•"/>
            </a:pPr>
            <a:r>
              <a:rPr b="0" lang="en-CA" sz="2000" spc="-12" strike="noStrike" u="sng">
                <a:solidFill>
                  <a:srgbClr val="000000"/>
                </a:solidFill>
                <a:uFillTx/>
                <a:latin typeface="Kinnari"/>
                <a:ea typeface="DejaVu Sans"/>
              </a:rPr>
              <a:t>Inline Assembly:</a:t>
            </a:r>
            <a:endParaRPr b="0" lang="en-US" sz="2000" spc="-1" strike="noStrike">
              <a:solidFill>
                <a:srgbClr val="000000"/>
              </a:solidFill>
              <a:latin typeface="Arial"/>
            </a:endParaRPr>
          </a:p>
          <a:p>
            <a:pPr marL="457200" indent="-456480">
              <a:lnSpc>
                <a:spcPct val="100000"/>
              </a:lnSpc>
              <a:buClr>
                <a:srgbClr val="000000"/>
              </a:buClr>
              <a:buFont typeface="Arial"/>
              <a:buChar char="•"/>
            </a:pPr>
            <a:r>
              <a:rPr b="0" lang="en-US" sz="2000" spc="-1" strike="noStrike">
                <a:solidFill>
                  <a:srgbClr val="000000"/>
                </a:solidFill>
                <a:latin typeface="Kinnari"/>
                <a:ea typeface="DejaVu Sans"/>
              </a:rPr>
              <a:t>Gcc support this: The asm() compiler directive is used to inline assembly code. For example, this inline assembly directive executes the x86 processor’s rdtsc instruction, which returns the value of the timestamp (tsc) register:</a:t>
            </a:r>
            <a:endParaRPr b="0" lang="en-US" sz="2000" spc="-1" strike="noStrike">
              <a:solidFill>
                <a:srgbClr val="000000"/>
              </a:solidFill>
              <a:latin typeface="Arial"/>
            </a:endParaRPr>
          </a:p>
          <a:p>
            <a:pPr marL="457200" indent="-456480">
              <a:lnSpc>
                <a:spcPct val="100000"/>
              </a:lnSpc>
              <a:buClr>
                <a:srgbClr val="000000"/>
              </a:buClr>
              <a:buFont typeface="Arial"/>
              <a:buChar char="•"/>
            </a:pPr>
            <a:r>
              <a:rPr b="0" lang="en-US" sz="2000" spc="-1" strike="noStrike">
                <a:solidFill>
                  <a:srgbClr val="000000"/>
                </a:solidFill>
                <a:latin typeface="Kinnari"/>
                <a:ea typeface="DejaVu Sans"/>
              </a:rPr>
              <a:t>unsigned int low, high;</a:t>
            </a:r>
            <a:endParaRPr b="0" lang="en-US" sz="2000" spc="-1" strike="noStrike">
              <a:solidFill>
                <a:srgbClr val="000000"/>
              </a:solidFill>
              <a:latin typeface="Arial"/>
            </a:endParaRPr>
          </a:p>
          <a:p>
            <a:pPr marL="457200" indent="-456480">
              <a:lnSpc>
                <a:spcPct val="100000"/>
              </a:lnSpc>
              <a:buClr>
                <a:srgbClr val="000000"/>
              </a:buClr>
              <a:buFont typeface="Arial"/>
              <a:buChar char="•"/>
            </a:pPr>
            <a:r>
              <a:rPr b="0" lang="en-US" sz="2000" spc="-1" strike="noStrike">
                <a:solidFill>
                  <a:srgbClr val="000000"/>
                </a:solidFill>
                <a:latin typeface="Kinnari"/>
                <a:ea typeface="DejaVu Sans"/>
              </a:rPr>
              <a:t>asm volatile("rdtsc" : "=a" (low), "=d" (high));</a:t>
            </a:r>
            <a:endParaRPr b="0" lang="en-US" sz="2000" spc="-1" strike="noStrike">
              <a:solidFill>
                <a:srgbClr val="000000"/>
              </a:solidFill>
              <a:latin typeface="Arial"/>
            </a:endParaRPr>
          </a:p>
          <a:p>
            <a:pPr marL="457200" indent="-456480">
              <a:lnSpc>
                <a:spcPct val="100000"/>
              </a:lnSpc>
              <a:buClr>
                <a:srgbClr val="000000"/>
              </a:buClr>
              <a:buFont typeface="Arial"/>
              <a:buChar char="•"/>
            </a:pPr>
            <a:r>
              <a:rPr b="0" lang="en-US" sz="2000" spc="-1" strike="noStrike">
                <a:solidFill>
                  <a:srgbClr val="000000"/>
                </a:solidFill>
                <a:latin typeface="Kinnari"/>
                <a:ea typeface="DejaVu Sans"/>
              </a:rPr>
              <a:t>/* low and high now contain the lower and upper 32-bits of the 64-bit tsc */</a:t>
            </a:r>
            <a:endParaRPr b="0" lang="en-US" sz="2000" spc="-1" strike="noStrike">
              <a:solidFill>
                <a:srgbClr val="000000"/>
              </a:solidFill>
              <a:latin typeface="Arial"/>
            </a:endParaRPr>
          </a:p>
          <a:p>
            <a:pPr>
              <a:lnSpc>
                <a:spcPct val="100000"/>
              </a:lnSpc>
            </a:pP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98" name="Picture 2_8" descr=""/>
          <p:cNvPicPr/>
          <p:nvPr/>
        </p:nvPicPr>
        <p:blipFill>
          <a:blip r:embed="rId1"/>
          <a:stretch/>
        </p:blipFill>
        <p:spPr>
          <a:xfrm>
            <a:off x="277920" y="1512000"/>
            <a:ext cx="9520200" cy="5414760"/>
          </a:xfrm>
          <a:prstGeom prst="rect">
            <a:avLst/>
          </a:prstGeom>
          <a:ln w="0">
            <a:noFill/>
          </a:ln>
        </p:spPr>
      </p:pic>
      <p:sp>
        <p:nvSpPr>
          <p:cNvPr id="299" name="CustomShape 1"/>
          <p:cNvSpPr/>
          <p:nvPr/>
        </p:nvSpPr>
        <p:spPr>
          <a:xfrm>
            <a:off x="504000" y="302760"/>
            <a:ext cx="9068760" cy="1256760"/>
          </a:xfrm>
          <a:prstGeom prst="rect">
            <a:avLst/>
          </a:prstGeom>
          <a:noFill/>
          <a:ln w="0">
            <a:noFill/>
          </a:ln>
        </p:spPr>
        <p:style>
          <a:lnRef idx="0"/>
          <a:fillRef idx="0"/>
          <a:effectRef idx="0"/>
          <a:fontRef idx="minor"/>
        </p:style>
        <p:txBody>
          <a:bodyPr lIns="90000" rIns="90000" tIns="45000" bIns="45000" anchor="t">
            <a:normAutofit/>
          </a:bodyPr>
          <a:p>
            <a:pPr algn="ctr">
              <a:lnSpc>
                <a:spcPct val="100000"/>
              </a:lnSpc>
            </a:pPr>
            <a:r>
              <a:rPr b="0" lang="en-US" sz="4400" spc="-1" strike="noStrike">
                <a:solidFill>
                  <a:srgbClr val="000000"/>
                </a:solidFill>
                <a:latin typeface="Calibri"/>
                <a:ea typeface="DejaVu Sans"/>
              </a:rPr>
              <a:t>Cross-compiling Linux Kernel</a:t>
            </a:r>
            <a:endParaRPr b="0" lang="en-US" sz="4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0" name=""/>
          <p:cNvSpPr/>
          <p:nvPr/>
        </p:nvSpPr>
        <p:spPr>
          <a:xfrm>
            <a:off x="1800" y="87120"/>
            <a:ext cx="5713200" cy="6004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a933"/>
                </a:solidFill>
                <a:latin typeface="Arial"/>
                <a:ea typeface="DejaVu Sans"/>
              </a:rPr>
              <a:t>Booting on embedded platforms: ROM code</a:t>
            </a:r>
            <a:endParaRPr b="0" lang="en-US" sz="1800" spc="-1" strike="noStrike">
              <a:solidFill>
                <a:srgbClr val="000000"/>
              </a:solidFill>
              <a:latin typeface="Arial"/>
            </a:endParaRPr>
          </a:p>
        </p:txBody>
      </p:sp>
      <p:sp>
        <p:nvSpPr>
          <p:cNvPr id="301" name=""/>
          <p:cNvSpPr/>
          <p:nvPr/>
        </p:nvSpPr>
        <p:spPr>
          <a:xfrm>
            <a:off x="92160" y="641880"/>
            <a:ext cx="9735840" cy="39283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ea typeface="DejaVu Sans"/>
              </a:rPr>
              <a:t>Most embedded processors include a ROM code that implements the initial step of the boot process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The ROM code is written by the processor vendor and directly built into the processor</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Cannot be changed or updated</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Its behavior is described in the processor data sheet</a:t>
            </a:r>
            <a:br>
              <a:rPr sz="1800"/>
            </a:b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Responsible for finding a suitable boot loader, loading it and running it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From NAND/NOR flash, from USB, from SD card, from eMMC, etc.</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Well defined location/format</a:t>
            </a:r>
            <a:br>
              <a:rPr sz="1800"/>
            </a:b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Generally runs with the external RAM not initialized, so it can only load the bootloader into an internal SRAM</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Limited size of the boot loader, due to the size of the SRAM</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Forces the boot process to be split in two steps: first stage boot loader (small, runs from SRAM, initializes external DRAM), second stage bootloader (larger, runs from external DRAM)</a:t>
            </a:r>
            <a:endParaRPr b="0" lang="en-US" sz="1800" spc="-1" strike="noStrike">
              <a:solidFill>
                <a:srgbClr val="000000"/>
              </a:solidFill>
              <a:latin typeface="Arial"/>
            </a:endParaRPr>
          </a:p>
        </p:txBody>
      </p:sp>
      <p:pic>
        <p:nvPicPr>
          <p:cNvPr id="302" name="" descr=""/>
          <p:cNvPicPr/>
          <p:nvPr/>
        </p:nvPicPr>
        <p:blipFill>
          <a:blip r:embed="rId1"/>
          <a:stretch/>
        </p:blipFill>
        <p:spPr>
          <a:xfrm>
            <a:off x="1600200" y="4811400"/>
            <a:ext cx="5713200" cy="2718000"/>
          </a:xfrm>
          <a:prstGeom prst="rect">
            <a:avLst/>
          </a:prstGeom>
          <a:ln w="0">
            <a:noFill/>
          </a:ln>
        </p:spPr>
      </p:pic>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03" name="Picture 2_6" descr=""/>
          <p:cNvPicPr/>
          <p:nvPr/>
        </p:nvPicPr>
        <p:blipFill>
          <a:blip r:embed="rId1"/>
          <a:stretch/>
        </p:blipFill>
        <p:spPr>
          <a:xfrm>
            <a:off x="977400" y="1244880"/>
            <a:ext cx="8512200" cy="5882040"/>
          </a:xfrm>
          <a:prstGeom prst="rect">
            <a:avLst/>
          </a:prstGeom>
          <a:ln w="0">
            <a:noFill/>
          </a:ln>
        </p:spPr>
      </p:pic>
      <p:sp>
        <p:nvSpPr>
          <p:cNvPr id="304" name="CustomShape 3"/>
          <p:cNvSpPr/>
          <p:nvPr/>
        </p:nvSpPr>
        <p:spPr>
          <a:xfrm>
            <a:off x="504000" y="302760"/>
            <a:ext cx="9068760" cy="1256760"/>
          </a:xfrm>
          <a:prstGeom prst="rect">
            <a:avLst/>
          </a:prstGeom>
          <a:noFill/>
          <a:ln w="0">
            <a:noFill/>
          </a:ln>
        </p:spPr>
        <p:style>
          <a:lnRef idx="0"/>
          <a:fillRef idx="0"/>
          <a:effectRef idx="0"/>
          <a:fontRef idx="minor"/>
        </p:style>
        <p:txBody>
          <a:bodyPr lIns="90000" rIns="90000" tIns="45000" bIns="45000" anchor="t">
            <a:normAutofit fontScale="93333" lnSpcReduction="10000"/>
          </a:bodyPr>
          <a:p>
            <a:pPr algn="ctr">
              <a:lnSpc>
                <a:spcPct val="100000"/>
              </a:lnSpc>
            </a:pPr>
            <a:r>
              <a:rPr b="0" lang="en-US" sz="4400" spc="-1" strike="noStrike">
                <a:solidFill>
                  <a:srgbClr val="000000"/>
                </a:solidFill>
                <a:latin typeface="Calibri"/>
                <a:ea typeface="DejaVu Sans"/>
              </a:rPr>
              <a:t>Booting on ARM Atmel AT91 Processor</a:t>
            </a:r>
            <a:endParaRPr b="0" lang="en-US" sz="4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05" name="Picture 2_7" descr=""/>
          <p:cNvPicPr/>
          <p:nvPr/>
        </p:nvPicPr>
        <p:blipFill>
          <a:blip r:embed="rId1"/>
          <a:stretch/>
        </p:blipFill>
        <p:spPr>
          <a:xfrm>
            <a:off x="756000" y="1113120"/>
            <a:ext cx="8564760" cy="5330880"/>
          </a:xfrm>
          <a:prstGeom prst="rect">
            <a:avLst/>
          </a:prstGeom>
          <a:ln w="0">
            <a:noFill/>
          </a:ln>
        </p:spPr>
      </p:pic>
      <p:sp>
        <p:nvSpPr>
          <p:cNvPr id="306" name="CustomShape 5"/>
          <p:cNvSpPr/>
          <p:nvPr/>
        </p:nvSpPr>
        <p:spPr>
          <a:xfrm>
            <a:off x="504000" y="302760"/>
            <a:ext cx="9068760" cy="1256760"/>
          </a:xfrm>
          <a:prstGeom prst="rect">
            <a:avLst/>
          </a:prstGeom>
          <a:noFill/>
          <a:ln w="0">
            <a:noFill/>
          </a:ln>
        </p:spPr>
        <p:style>
          <a:lnRef idx="0"/>
          <a:fillRef idx="0"/>
          <a:effectRef idx="0"/>
          <a:fontRef idx="minor"/>
        </p:style>
        <p:txBody>
          <a:bodyPr lIns="90000" rIns="90000" tIns="45000" bIns="45000" anchor="t">
            <a:normAutofit fontScale="96666" lnSpcReduction="10000"/>
          </a:bodyPr>
          <a:p>
            <a:pPr algn="ctr">
              <a:lnSpc>
                <a:spcPct val="100000"/>
              </a:lnSpc>
            </a:pPr>
            <a:r>
              <a:rPr b="0" lang="en-US" sz="4400" spc="-1" strike="noStrike">
                <a:solidFill>
                  <a:srgbClr val="000000"/>
                </a:solidFill>
                <a:latin typeface="Calibri"/>
                <a:ea typeface="DejaVu Sans"/>
              </a:rPr>
              <a:t>Booting on ARM TI OMAP Processor</a:t>
            </a:r>
            <a:endParaRPr b="0" lang="en-US" sz="4400" spc="-1" strike="noStrike">
              <a:solidFill>
                <a:srgbClr val="000000"/>
              </a:solidFill>
              <a:latin typeface="Arial"/>
            </a:endParaRPr>
          </a:p>
        </p:txBody>
      </p:sp>
      <p:sp>
        <p:nvSpPr>
          <p:cNvPr id="307" name="CustomShape 6"/>
          <p:cNvSpPr/>
          <p:nvPr/>
        </p:nvSpPr>
        <p:spPr>
          <a:xfrm>
            <a:off x="1773720" y="6446520"/>
            <a:ext cx="8159760" cy="6382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1800" spc="-1" strike="noStrike">
                <a:solidFill>
                  <a:srgbClr val="000000"/>
                </a:solidFill>
                <a:latin typeface="Calibri"/>
                <a:ea typeface="DejaVu Sans"/>
              </a:rPr>
              <a:t>	</a:t>
            </a:r>
            <a:r>
              <a:rPr b="1" lang="en-US" sz="1800" spc="-1" strike="noStrike">
                <a:solidFill>
                  <a:srgbClr val="000000"/>
                </a:solidFill>
                <a:latin typeface="Calibri"/>
                <a:ea typeface="DejaVu Sans"/>
              </a:rPr>
              <a:t>	</a:t>
            </a:r>
            <a:r>
              <a:rPr b="1" lang="en-US" sz="1800" spc="-1" strike="noStrike">
                <a:solidFill>
                  <a:srgbClr val="000000"/>
                </a:solidFill>
                <a:latin typeface="Calibri"/>
                <a:ea typeface="DejaVu Sans"/>
              </a:rPr>
              <a:t>	</a:t>
            </a:r>
            <a:r>
              <a:rPr b="1" lang="en-US" sz="1800" spc="-1" strike="noStrike">
                <a:solidFill>
                  <a:srgbClr val="000000"/>
                </a:solidFill>
                <a:latin typeface="Calibri"/>
                <a:ea typeface="DejaVu Sans"/>
              </a:rPr>
              <a:t>	</a:t>
            </a:r>
            <a:r>
              <a:rPr b="1" lang="en-US" sz="1800" spc="-1" strike="noStrike">
                <a:solidFill>
                  <a:srgbClr val="000000"/>
                </a:solidFill>
                <a:latin typeface="Calibri"/>
                <a:ea typeface="DejaVu Sans"/>
              </a:rPr>
              <a:t>	</a:t>
            </a:r>
            <a:r>
              <a:rPr b="1" lang="en-US" sz="1800" spc="-1" strike="noStrike">
                <a:solidFill>
                  <a:srgbClr val="000000"/>
                </a:solidFill>
                <a:latin typeface="Calibri"/>
                <a:ea typeface="DejaVu Sans"/>
              </a:rPr>
              <a:t>Boot Beagle board/RP Stop </a:t>
            </a:r>
            <a:endParaRPr b="0" lang="en-US" sz="1800" spc="-1" strike="noStrike">
              <a:solidFill>
                <a:srgbClr val="000000"/>
              </a:solidFill>
              <a:latin typeface="Arial"/>
            </a:endParaRPr>
          </a:p>
          <a:p>
            <a:pPr>
              <a:lnSpc>
                <a:spcPct val="100000"/>
              </a:lnSpc>
            </a:pPr>
            <a:r>
              <a:rPr b="1" lang="en-US" sz="1800" spc="-1" strike="noStrike">
                <a:solidFill>
                  <a:srgbClr val="000000"/>
                </a:solidFill>
                <a:latin typeface="Calibri"/>
                <a:ea typeface="DejaVu Sans"/>
              </a:rPr>
              <a:t>	</a:t>
            </a:r>
            <a:r>
              <a:rPr b="1" lang="en-US" sz="1800" spc="-1" strike="noStrike">
                <a:solidFill>
                  <a:srgbClr val="000000"/>
                </a:solidFill>
                <a:latin typeface="Calibri"/>
                <a:ea typeface="DejaVu Sans"/>
              </a:rPr>
              <a:t>	</a:t>
            </a:r>
            <a:r>
              <a:rPr b="1" lang="en-US" sz="1800" spc="-1" strike="noStrike">
                <a:solidFill>
                  <a:srgbClr val="000000"/>
                </a:solidFill>
                <a:latin typeface="Calibri"/>
                <a:ea typeface="DejaVu Sans"/>
              </a:rPr>
              <a:t>	</a:t>
            </a:r>
            <a:r>
              <a:rPr b="1" lang="en-US" sz="1800" spc="-1" strike="noStrike">
                <a:solidFill>
                  <a:srgbClr val="000000"/>
                </a:solidFill>
                <a:latin typeface="Calibri"/>
                <a:ea typeface="DejaVu Sans"/>
              </a:rPr>
              <a:t>	</a:t>
            </a:r>
            <a:r>
              <a:rPr b="1" lang="en-US" sz="1800" spc="-1" strike="noStrike">
                <a:solidFill>
                  <a:srgbClr val="000000"/>
                </a:solidFill>
                <a:latin typeface="Calibri"/>
                <a:ea typeface="DejaVu Sans"/>
              </a:rPr>
              <a:t>	</a:t>
            </a:r>
            <a:r>
              <a:rPr b="1" lang="en-US" sz="1800" spc="-1" strike="noStrike">
                <a:solidFill>
                  <a:srgbClr val="000000"/>
                </a:solidFill>
                <a:latin typeface="Calibri"/>
                <a:ea typeface="DejaVu Sans"/>
              </a:rPr>
              <a:t>at Uboot prompt</a:t>
            </a:r>
            <a:endParaRPr b="0" lang="en-US" sz="1800" spc="-1" strike="noStrike">
              <a:solidFill>
                <a:srgbClr val="000000"/>
              </a:solidFill>
              <a:latin typeface="Arial"/>
            </a:endParaRPr>
          </a:p>
        </p:txBody>
      </p:sp>
      <p:sp>
        <p:nvSpPr>
          <p:cNvPr id="308" name="CustomShape 7"/>
          <p:cNvSpPr/>
          <p:nvPr/>
        </p:nvSpPr>
        <p:spPr>
          <a:xfrm>
            <a:off x="1153080" y="6552000"/>
            <a:ext cx="2012400" cy="416520"/>
          </a:xfrm>
          <a:prstGeom prst="rightArrow">
            <a:avLst>
              <a:gd name="adj1" fmla="val 50000"/>
              <a:gd name="adj2" fmla="val 50000"/>
            </a:avLst>
          </a:prstGeom>
          <a:solidFill>
            <a:srgbClr val="4f81bd"/>
          </a:solidFill>
          <a:ln w="25560">
            <a:solidFill>
              <a:srgbClr val="3a5f8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9" name=""/>
          <p:cNvSpPr/>
          <p:nvPr/>
        </p:nvSpPr>
        <p:spPr>
          <a:xfrm>
            <a:off x="200160" y="226080"/>
            <a:ext cx="4598640" cy="6004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a933"/>
                </a:solidFill>
                <a:latin typeface="Arial"/>
                <a:ea typeface="DejaVu Sans"/>
              </a:rPr>
              <a:t>Two stage booting sequence</a:t>
            </a:r>
            <a:endParaRPr b="0" lang="en-US" sz="1800" spc="-1" strike="noStrike">
              <a:solidFill>
                <a:srgbClr val="000000"/>
              </a:solidFill>
              <a:latin typeface="Arial"/>
            </a:endParaRPr>
          </a:p>
        </p:txBody>
      </p:sp>
      <p:pic>
        <p:nvPicPr>
          <p:cNvPr id="310" name="" descr=""/>
          <p:cNvPicPr/>
          <p:nvPr/>
        </p:nvPicPr>
        <p:blipFill>
          <a:blip r:embed="rId1"/>
          <a:stretch/>
        </p:blipFill>
        <p:spPr>
          <a:xfrm>
            <a:off x="505080" y="981360"/>
            <a:ext cx="8865720" cy="6103440"/>
          </a:xfrm>
          <a:prstGeom prst="rect">
            <a:avLst/>
          </a:prstGeom>
          <a:ln w="0">
            <a:noFill/>
          </a:ln>
        </p:spPr>
      </p:pic>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1" name=""/>
          <p:cNvSpPr/>
          <p:nvPr/>
        </p:nvSpPr>
        <p:spPr>
          <a:xfrm>
            <a:off x="643680" y="228600"/>
            <a:ext cx="6212520" cy="6008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Arial"/>
                <a:ea typeface="DejaVu Sans"/>
              </a:rPr>
              <a:t>Boot loaders and firmware Trusted firmware</a:t>
            </a:r>
            <a:endParaRPr b="0" lang="en-US" sz="1800" spc="-1" strike="noStrike">
              <a:solidFill>
                <a:srgbClr val="000000"/>
              </a:solidFill>
              <a:latin typeface="Arial"/>
            </a:endParaRPr>
          </a:p>
        </p:txBody>
      </p:sp>
      <p:sp>
        <p:nvSpPr>
          <p:cNvPr id="312" name=""/>
          <p:cNvSpPr/>
          <p:nvPr/>
        </p:nvSpPr>
        <p:spPr>
          <a:xfrm>
            <a:off x="156600" y="626400"/>
            <a:ext cx="9599400" cy="64875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Traditionally, bootloaders are only used during the booting process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Bootloader loads operating system, jumps to it, and is discarded</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Modern SoCs have advanced security mechanisms that require running some sort of trusted firmware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This firmware is loaded by the bootloader, or part of the boot chain itself</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This trusted firmware stays resident after control has been passed to the OS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It is stored in a dedicated portion of the DDR, or some specific SRAM, inaccessible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from the OS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It provides services to the OS, which the OS cannot perform directly</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Can also be responsible for running a secure OS alongside the regular OS (Linux in</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our case)</a:t>
            </a:r>
            <a:endParaRPr b="0" lang="en-US" sz="1800" spc="-1" strike="noStrike">
              <a:solidFill>
                <a:srgbClr val="000000"/>
              </a:solidFill>
              <a:latin typeface="Arial"/>
            </a:endParaRPr>
          </a:p>
          <a:p>
            <a:pPr>
              <a:lnSpc>
                <a:spcPct val="100000"/>
              </a:lnSpc>
            </a:pPr>
            <a:r>
              <a:rPr b="1" lang="en-US" sz="1800" spc="-1" strike="noStrike">
                <a:solidFill>
                  <a:srgbClr val="000000"/>
                </a:solidFill>
                <a:latin typeface="Arial"/>
                <a:ea typeface="DejaVu Sans"/>
              </a:rPr>
              <a:t>Modern ARMv7 and ARMv8 processors have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4 privilege levels (Exception Levels)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EL3, the most privileged, runs secure firmware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EL2, typically used by hypervisors, for virtualization</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EL1, used to run the Linux kernel</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EL0, used to run Linux user-space applications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2 worlds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Normal world, used to run a general purpose OS, like Linux</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Secure world, to run a separate, isolated, secure operating system and applications.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Also called TrustZone by ARM.</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EL3 only exists in the secure world</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EL2 exists in both secure and normal worlds since ARMv8.4, before that EL2 was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only in the normal world</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EL1 and EL0 exist in both secure and normal worlds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3" name=""/>
          <p:cNvSpPr/>
          <p:nvPr/>
        </p:nvSpPr>
        <p:spPr>
          <a:xfrm>
            <a:off x="228600" y="83520"/>
            <a:ext cx="3884400" cy="3718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158466"/>
                </a:solidFill>
                <a:latin typeface="Arial"/>
                <a:ea typeface="DejaVu Sans"/>
              </a:rPr>
              <a:t>Interfaces with secure firmware</a:t>
            </a:r>
            <a:endParaRPr b="0" lang="en-US" sz="1800" spc="-1" strike="noStrike">
              <a:solidFill>
                <a:srgbClr val="000000"/>
              </a:solidFill>
              <a:latin typeface="Arial"/>
            </a:endParaRPr>
          </a:p>
        </p:txBody>
      </p:sp>
      <p:sp>
        <p:nvSpPr>
          <p:cNvPr id="314" name=""/>
          <p:cNvSpPr/>
          <p:nvPr/>
        </p:nvSpPr>
        <p:spPr>
          <a:xfrm>
            <a:off x="139320" y="561240"/>
            <a:ext cx="6716880" cy="39279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Standardized by ARM</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Services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implemented by the secure firmware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called by the operating system</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Prevents the operating system running in normal world from directly accessing critical hardware resources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PSCI, Power State Coordination Interface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Power management related: turn CPUs on/off, CPU idle state, platform shutdown/reset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SCMI, System Control and Management Interface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Power domain, clocks, sensor, performance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Secure firmware implementing these interfaces is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Mandatory to run Linux on ARMv8</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Mandatory to run Linux on some ARMv7 platforms, but not all</a:t>
            </a:r>
            <a:endParaRPr b="0" lang="en-US" sz="1800" spc="-1" strike="noStrike">
              <a:solidFill>
                <a:srgbClr val="000000"/>
              </a:solidFill>
              <a:latin typeface="Arial"/>
            </a:endParaRPr>
          </a:p>
        </p:txBody>
      </p:sp>
      <p:pic>
        <p:nvPicPr>
          <p:cNvPr id="315" name="" descr=""/>
          <p:cNvPicPr/>
          <p:nvPr/>
        </p:nvPicPr>
        <p:blipFill>
          <a:blip r:embed="rId1"/>
          <a:stretch/>
        </p:blipFill>
        <p:spPr>
          <a:xfrm>
            <a:off x="7252200" y="-108000"/>
            <a:ext cx="2683800" cy="4462200"/>
          </a:xfrm>
          <a:prstGeom prst="rect">
            <a:avLst/>
          </a:prstGeom>
          <a:ln w="0">
            <a:noFill/>
          </a:ln>
        </p:spPr>
      </p:pic>
      <p:sp>
        <p:nvSpPr>
          <p:cNvPr id="316" name=""/>
          <p:cNvSpPr/>
          <p:nvPr/>
        </p:nvSpPr>
        <p:spPr>
          <a:xfrm>
            <a:off x="112680" y="4215600"/>
            <a:ext cx="9943920" cy="3416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br>
              <a:rPr sz="1800"/>
            </a:br>
            <a:r>
              <a:rPr b="1" lang="en-US" sz="1800" spc="-1" strike="noStrike">
                <a:solidFill>
                  <a:srgbClr val="000000"/>
                </a:solidFill>
                <a:latin typeface="Arial"/>
                <a:ea typeface="DejaVu Sans"/>
              </a:rPr>
              <a:t>TF-A</a:t>
            </a:r>
            <a:br>
              <a:rPr sz="1800"/>
            </a:b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Trusted Firmware-A (TF-A) provides a reference implementation of secure world software for Armv7-A and Armv8-A, including a Secure Monitor executing at Exception Level 3 (EL3)</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Formerly known as ATF, for ARM Trusted Firmware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Implements the various standard interfaces that operating systems need from the secure firmware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Has drivers for the hardware blocks that are not accessed directly by Linux</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Needs to be ported for each SoC</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Depending on the platform, may also need to be ported per board: DDR initialization</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Used on the vast majority of ARMv8 platforms, and on a few recent ARMv7 platform</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17" name="" descr=""/>
          <p:cNvPicPr/>
          <p:nvPr/>
        </p:nvPicPr>
        <p:blipFill>
          <a:blip r:embed="rId1"/>
          <a:stretch/>
        </p:blipFill>
        <p:spPr>
          <a:xfrm>
            <a:off x="52560" y="1051920"/>
            <a:ext cx="9546840" cy="5347080"/>
          </a:xfrm>
          <a:prstGeom prst="rect">
            <a:avLst/>
          </a:prstGeom>
          <a:ln w="0">
            <a:noFill/>
          </a:ln>
        </p:spPr>
      </p:pic>
      <p:sp>
        <p:nvSpPr>
          <p:cNvPr id="318" name=""/>
          <p:cNvSpPr/>
          <p:nvPr/>
        </p:nvSpPr>
        <p:spPr>
          <a:xfrm>
            <a:off x="295560" y="351360"/>
            <a:ext cx="5417640" cy="6004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2a6099"/>
                </a:solidFill>
                <a:latin typeface="Arial"/>
                <a:ea typeface="DejaVu Sans"/>
              </a:rPr>
              <a:t>ARM exception levels and worlds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9" name="CustomShape 1"/>
          <p:cNvSpPr/>
          <p:nvPr/>
        </p:nvSpPr>
        <p:spPr>
          <a:xfrm>
            <a:off x="144000" y="72000"/>
            <a:ext cx="9933480" cy="70077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1800" spc="-1" strike="noStrike">
                <a:solidFill>
                  <a:srgbClr val="000000"/>
                </a:solidFill>
                <a:latin typeface="Calibri"/>
                <a:ea typeface="DejaVu Sans"/>
              </a:rPr>
              <a:t>UEFI vs legacy BIOS</a:t>
            </a:r>
            <a:endParaRPr b="0" lang="en-US" sz="18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	</a:t>
            </a:r>
            <a:r>
              <a:rPr b="0" lang="en-US" sz="1600" spc="-1" strike="noStrike">
                <a:solidFill>
                  <a:srgbClr val="000000"/>
                </a:solidFill>
                <a:latin typeface="Calibri"/>
                <a:ea typeface="DejaVu Sans"/>
              </a:rPr>
              <a:t>	</a:t>
            </a:r>
            <a:r>
              <a:rPr b="0" lang="en-US" sz="1600" spc="-1" strike="noStrike">
                <a:solidFill>
                  <a:srgbClr val="000000"/>
                </a:solidFill>
                <a:latin typeface="Calibri"/>
                <a:ea typeface="DejaVu Sans"/>
              </a:rPr>
              <a:t>When you build your own PC, you need to configure some settings in the motherboard's BIOS (Basic Input/Output System) before installing an operating system. The BIOS is a firmware that controls the hardware components and boot process of your PC. </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UEFI (Unified Extensible Firmware Interface) is a newer standard that replaces the legacy BIOS. UEFI offers more features and benefits, such as faster boot times, better security, larger disk support, and graphical user interface. Legacy BIOS is the old mode that uses a 16-bit code and a limited number of options. Some older hardware and software may not be compatible with UEFI, so legacy BIOS is still available as a fallback option</a:t>
            </a:r>
            <a:endParaRPr b="0" lang="en-US" sz="1600" spc="-1" strike="noStrike">
              <a:solidFill>
                <a:srgbClr val="000000"/>
              </a:solidFill>
              <a:latin typeface="Arial"/>
            </a:endParaRPr>
          </a:p>
          <a:p>
            <a:pPr>
              <a:lnSpc>
                <a:spcPct val="100000"/>
              </a:lnSpc>
            </a:pPr>
            <a:r>
              <a:rPr b="1" lang="en-US" sz="1800" spc="-1" strike="noStrike" u="sng">
                <a:solidFill>
                  <a:srgbClr val="000000"/>
                </a:solidFill>
                <a:uFillTx/>
                <a:latin typeface="Calibri"/>
                <a:ea typeface="DejaVu Sans"/>
              </a:rPr>
              <a:t>Boot Loaders:</a:t>
            </a:r>
            <a:endParaRPr b="0" lang="en-US" sz="1800" spc="-1" strike="noStrike">
              <a:solidFill>
                <a:srgbClr val="000000"/>
              </a:solidFill>
              <a:latin typeface="Arial"/>
            </a:endParaRPr>
          </a:p>
          <a:p>
            <a:pPr>
              <a:lnSpc>
                <a:spcPct val="100000"/>
              </a:lnSpc>
            </a:pPr>
            <a:r>
              <a:rPr b="0" lang="en-US" sz="2000" spc="-1" strike="noStrike">
                <a:solidFill>
                  <a:srgbClr val="000000"/>
                </a:solidFill>
                <a:latin typeface="Calibri"/>
                <a:ea typeface="DejaVu Sans"/>
              </a:rPr>
              <a:t>    </a:t>
            </a:r>
            <a:endParaRPr b="0" lang="en-US" sz="2000" spc="-1" strike="noStrike">
              <a:solidFill>
                <a:srgbClr val="000000"/>
              </a:solidFill>
              <a:latin typeface="Arial"/>
            </a:endParaRPr>
          </a:p>
          <a:p>
            <a:pPr>
              <a:lnSpc>
                <a:spcPct val="100000"/>
              </a:lnSpc>
            </a:pPr>
            <a:r>
              <a:rPr b="0" lang="en-US" sz="2000" spc="-1" strike="noStrike">
                <a:solidFill>
                  <a:srgbClr val="000000"/>
                </a:solidFill>
                <a:latin typeface="Calibri"/>
                <a:ea typeface="DejaVu Sans"/>
              </a:rPr>
              <a:t>	</a:t>
            </a:r>
            <a:r>
              <a:rPr b="0" lang="en-US" sz="1800" spc="-1" strike="noStrike">
                <a:solidFill>
                  <a:srgbClr val="000000"/>
                </a:solidFill>
                <a:latin typeface="Calibri"/>
                <a:ea typeface="DejaVu Sans"/>
              </a:rPr>
              <a:t>The boot loader is a piece of code responsible for </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lvl="1" marL="800280" indent="-342360">
              <a:lnSpc>
                <a:spcPct val="100000"/>
              </a:lnSpc>
              <a:buClr>
                <a:srgbClr val="000000"/>
              </a:buClr>
              <a:buFont typeface="Wingdings" charset="2"/>
              <a:buChar char=""/>
            </a:pPr>
            <a:r>
              <a:rPr b="0" lang="en-US" sz="1800" spc="-1" strike="noStrike">
                <a:solidFill>
                  <a:srgbClr val="000000"/>
                </a:solidFill>
                <a:latin typeface="Calibri"/>
                <a:ea typeface="DejaVu Sans"/>
              </a:rPr>
              <a:t>Basic hardware initialization</a:t>
            </a:r>
            <a:endParaRPr b="0" lang="en-US" sz="1800" spc="-1" strike="noStrike">
              <a:solidFill>
                <a:srgbClr val="000000"/>
              </a:solidFill>
              <a:latin typeface="Arial"/>
            </a:endParaRPr>
          </a:p>
          <a:p>
            <a:pPr lvl="1" marL="800280" indent="-342360">
              <a:lnSpc>
                <a:spcPct val="100000"/>
              </a:lnSpc>
              <a:buClr>
                <a:srgbClr val="000000"/>
              </a:buClr>
              <a:buFont typeface="Wingdings" charset="2"/>
              <a:buChar char=""/>
            </a:pPr>
            <a:r>
              <a:rPr b="0" lang="en-US" sz="1800" spc="-1" strike="noStrike">
                <a:solidFill>
                  <a:srgbClr val="000000"/>
                </a:solidFill>
                <a:latin typeface="Calibri"/>
                <a:ea typeface="DejaVu Sans"/>
              </a:rPr>
              <a:t>Loading of an application binary, usually an operating system kernel, from flash storage, from the network, or from another type of non-volatile storage.</a:t>
            </a:r>
            <a:endParaRPr b="0" lang="en-US" sz="1800" spc="-1" strike="noStrike">
              <a:solidFill>
                <a:srgbClr val="000000"/>
              </a:solidFill>
              <a:latin typeface="Arial"/>
            </a:endParaRPr>
          </a:p>
          <a:p>
            <a:pPr lvl="1" marL="800280" indent="-342360">
              <a:lnSpc>
                <a:spcPct val="100000"/>
              </a:lnSpc>
              <a:buClr>
                <a:srgbClr val="000000"/>
              </a:buClr>
              <a:buFont typeface="Wingdings" charset="2"/>
              <a:buChar char=""/>
            </a:pPr>
            <a:r>
              <a:rPr b="0" lang="en-US" sz="1800" spc="-1" strike="noStrike">
                <a:solidFill>
                  <a:srgbClr val="000000"/>
                </a:solidFill>
                <a:latin typeface="Calibri"/>
                <a:ea typeface="DejaVu Sans"/>
              </a:rPr>
              <a:t>Possibly decompression of the application binary and execution of the application</a:t>
            </a:r>
            <a:endParaRPr b="0" lang="en-US" sz="1800" spc="-1" strike="noStrike">
              <a:solidFill>
                <a:srgbClr val="000000"/>
              </a:solidFill>
              <a:latin typeface="Arial"/>
            </a:endParaRPr>
          </a:p>
          <a:p>
            <a:pPr lvl="1" marL="800280" indent="-342360">
              <a:lnSpc>
                <a:spcPct val="100000"/>
              </a:lnSpc>
              <a:buClr>
                <a:srgbClr val="000000"/>
              </a:buClr>
              <a:buFont typeface="Wingdings" charset="2"/>
              <a:buChar char=""/>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It provides a way to upgrade the firmware without requiring access to internal storage. Used to upgrade firmware on devices,fix bugs, add new features or update security patches</a:t>
            </a:r>
            <a:endParaRPr b="0" lang="en-US" sz="1800" spc="-1" strike="noStrike">
              <a:solidFill>
                <a:srgbClr val="000000"/>
              </a:solidFill>
              <a:latin typeface="Arial"/>
            </a:endParaRPr>
          </a:p>
          <a:p>
            <a:pPr lvl="1" marL="800280" indent="-342360">
              <a:lnSpc>
                <a:spcPct val="100000"/>
              </a:lnSpc>
              <a:buClr>
                <a:srgbClr val="000000"/>
              </a:buClr>
              <a:buFont typeface="Wingdings" charset="2"/>
              <a:buChar char=""/>
            </a:pPr>
            <a:r>
              <a:rPr b="0" lang="en-US" sz="1800" spc="-1" strike="noStrike">
                <a:solidFill>
                  <a:srgbClr val="000000"/>
                </a:solidFill>
                <a:latin typeface="Calibri"/>
                <a:ea typeface="DejaVu Sans"/>
              </a:rPr>
              <a:t>In the event the OS becomes corrupted or fails to start, the boot loader can be used to recover the device</a:t>
            </a:r>
            <a:endParaRPr b="0" lang="en-US" sz="1800" spc="-1" strike="noStrike">
              <a:solidFill>
                <a:srgbClr val="000000"/>
              </a:solidFill>
              <a:latin typeface="Arial"/>
            </a:endParaRPr>
          </a:p>
          <a:p>
            <a:pPr lvl="1" marL="800280" indent="-342360">
              <a:lnSpc>
                <a:spcPct val="100000"/>
              </a:lnSpc>
              <a:buClr>
                <a:srgbClr val="000000"/>
              </a:buClr>
              <a:buFont typeface="Wingdings" charset="2"/>
              <a:buChar char=""/>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In some embedded systems, the boot loader can be used to operating system to boot, download new firmware from remote server and recover the device in case of disaster.</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0" name=""/>
          <p:cNvSpPr/>
          <p:nvPr/>
        </p:nvSpPr>
        <p:spPr>
          <a:xfrm>
            <a:off x="146160" y="228600"/>
            <a:ext cx="10140840" cy="72565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Arial"/>
                <a:ea typeface="DejaVu Sans"/>
              </a:rPr>
              <a:t>BeagleBone Linux Boot Process with Trusted Firmware-A </a:t>
            </a:r>
            <a:r>
              <a:rPr b="0" lang="en-US" sz="1800" spc="-1" strike="noStrike">
                <a:solidFill>
                  <a:srgbClr val="000000"/>
                </a:solidFill>
                <a:latin typeface="Arial"/>
                <a:ea typeface="DejaVu Sans"/>
              </a:rPr>
              <a:t>Secure Boot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This document describes the Linux boot process on BeagleBone-class boards using Trusted Firmware-A (TF-A) with Secure Boot enabled. This applies to newer TI K3-based SoCs such as AM62x, AM64x, and AM65x.</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1. Power-On and ROM Code (BL0)</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When power is applied, the CPU begins execution from immutable on-chip ROM code. This ROM code forms the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Root of Trust.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Boot mode selection via boot pins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Minimal hardware initialization</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Authentication of the first boot image using keys stored in eFuses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Loading of TF-A BL2 into internal SRAM</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2. TF-A BL2 (Secure Boot Loader)</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BL2 runs in Secure EL3 and is responsible for initializing DDR memory and maintaining the secure chain of trust.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Initialize clocks, DDR, and security firewalls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Authenticate and load BL31 (TF-A runtime)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Authenticate and load BL32 (OP-TEE, optional)</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Authenticate and load BL33 (U-Boot)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DTB(FDT blob)</a:t>
            </a:r>
            <a:br>
              <a:rPr sz="1800"/>
            </a:br>
            <a:r>
              <a:rPr b="0" lang="en-US" sz="1800" spc="-1" strike="noStrike">
                <a:solidFill>
                  <a:srgbClr val="000000"/>
                </a:solidFill>
                <a:latin typeface="Arial"/>
                <a:ea typeface="DejaVu Sans"/>
              </a:rPr>
              <a:t>DTB is used across all stages.</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 name=""/>
          <p:cNvSpPr txBox="1"/>
          <p:nvPr/>
        </p:nvSpPr>
        <p:spPr>
          <a:xfrm>
            <a:off x="221760" y="457200"/>
            <a:ext cx="9608040" cy="5977440"/>
          </a:xfrm>
          <a:prstGeom prst="rect">
            <a:avLst/>
          </a:prstGeom>
          <a:noFill/>
          <a:ln w="0">
            <a:noFill/>
          </a:ln>
        </p:spPr>
        <p:txBody>
          <a:bodyPr lIns="90000" rIns="90000" tIns="45000" bIns="45000" anchor="t">
            <a:noAutofit/>
          </a:bodyPr>
          <a:p>
            <a:r>
              <a:rPr b="0" lang="en-US" sz="1800" spc="-1" strike="noStrike">
                <a:solidFill>
                  <a:srgbClr val="000000"/>
                </a:solidFill>
                <a:latin typeface="Arial"/>
                <a:ea typeface="DejaVu Sans"/>
              </a:rPr>
              <a:t>3. TF-A BL31 (Secure Monitor TF-A)</a:t>
            </a:r>
            <a:endParaRPr b="0" lang="en-US" sz="1800" spc="-1" strike="noStrike">
              <a:solidFill>
                <a:srgbClr val="000000"/>
              </a:solidFill>
              <a:latin typeface="Arial"/>
            </a:endParaRPr>
          </a:p>
          <a:p>
            <a:r>
              <a:rPr b="0" lang="en-US" sz="1800" spc="-1" strike="noStrike">
                <a:solidFill>
                  <a:srgbClr val="000000"/>
                </a:solidFill>
                <a:latin typeface="Arial"/>
                <a:ea typeface="DejaVu Sans"/>
              </a:rPr>
              <a:t>BL31 provides the secure monitor runtime and remains resident for the entire system lifetime.</a:t>
            </a:r>
            <a:endParaRPr b="0" lang="en-US" sz="1800" spc="-1" strike="noStrike">
              <a:solidFill>
                <a:srgbClr val="000000"/>
              </a:solidFill>
              <a:latin typeface="Arial"/>
            </a:endParaRPr>
          </a:p>
          <a:p>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Runs in EL3</a:t>
            </a:r>
            <a:endParaRPr b="0" lang="en-US" sz="1800" spc="-1" strike="noStrike">
              <a:solidFill>
                <a:srgbClr val="000000"/>
              </a:solidFill>
              <a:latin typeface="Arial"/>
            </a:endParaRPr>
          </a:p>
          <a:p>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Handles Secure Monitor Calls (SMCs)</a:t>
            </a:r>
            <a:endParaRPr b="0" lang="en-US" sz="1800" spc="-1" strike="noStrike">
              <a:solidFill>
                <a:srgbClr val="000000"/>
              </a:solidFill>
              <a:latin typeface="Arial"/>
            </a:endParaRPr>
          </a:p>
          <a:p>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Provides PSCI services</a:t>
            </a:r>
            <a:endParaRPr b="0" lang="en-US" sz="1800" spc="-1" strike="noStrike">
              <a:solidFill>
                <a:srgbClr val="000000"/>
              </a:solidFill>
              <a:latin typeface="Arial"/>
            </a:endParaRPr>
          </a:p>
          <a:p>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Transitions execution to the non-secure world</a:t>
            </a:r>
            <a:endParaRPr b="0" lang="en-US" sz="1800" spc="-1" strike="noStrike">
              <a:solidFill>
                <a:srgbClr val="000000"/>
              </a:solidFill>
              <a:latin typeface="Arial"/>
            </a:endParaRPr>
          </a:p>
          <a:p>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Does not modify DTB</a:t>
            </a:r>
            <a:endParaRPr b="0" lang="en-US" sz="1800" spc="-1" strike="noStrike">
              <a:solidFill>
                <a:srgbClr val="000000"/>
              </a:solidFill>
              <a:latin typeface="Arial"/>
            </a:endParaRPr>
          </a:p>
          <a:p>
            <a:r>
              <a:rPr b="0" lang="en-US" sz="1800" spc="-1" strike="noStrike">
                <a:solidFill>
                  <a:srgbClr val="000000"/>
                </a:solidFill>
                <a:latin typeface="Arial"/>
                <a:ea typeface="DejaVu Sans"/>
              </a:rPr>
              <a:t>Acts as dispatcher:</a:t>
            </a:r>
            <a:endParaRPr b="0" lang="en-US" sz="1800" spc="-1" strike="noStrike">
              <a:solidFill>
                <a:srgbClr val="000000"/>
              </a:solidFill>
              <a:latin typeface="Arial"/>
            </a:endParaRPr>
          </a:p>
          <a:p>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Passes DTB pointer to</a:t>
            </a:r>
            <a:endParaRPr b="0" lang="en-US" sz="1800" spc="-1" strike="noStrike">
              <a:solidFill>
                <a:srgbClr val="000000"/>
              </a:solidFill>
              <a:latin typeface="Arial"/>
            </a:endParaRPr>
          </a:p>
          <a:p>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BL32(OP_TEE)</a:t>
            </a:r>
            <a:endParaRPr b="0" lang="en-US" sz="1800" spc="-1" strike="noStrike">
              <a:solidFill>
                <a:srgbClr val="000000"/>
              </a:solidFill>
              <a:latin typeface="Arial"/>
            </a:endParaRPr>
          </a:p>
          <a:p>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BL33(U-boot)</a:t>
            </a:r>
            <a:endParaRPr b="0" lang="en-US" sz="1800" spc="-1" strike="noStrike">
              <a:solidFill>
                <a:srgbClr val="000000"/>
              </a:solidFill>
              <a:latin typeface="Arial"/>
            </a:endParaRPr>
          </a:p>
          <a:p>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4. BL32 (OP-TEE OS – Optional)</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OP-TEE runs in Secure EL1 and provides trusted execution services.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Trusted Applications execution</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Secure storage and cryptographic services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Communication via SMC through BL31</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OP-TEE Receives DTB pointer from TF-A</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Uses DTB for</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 </a:t>
            </a:r>
            <a:r>
              <a:rPr b="0" lang="en-US" sz="1800" spc="-1" strike="noStrike">
                <a:solidFill>
                  <a:srgbClr val="000000"/>
                </a:solidFill>
                <a:latin typeface="Arial"/>
                <a:ea typeface="DejaVu Sans"/>
              </a:rPr>
              <a:t>secure memory layout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 </a:t>
            </a:r>
            <a:r>
              <a:rPr b="0" lang="en-US" sz="1800" spc="-1" strike="noStrike">
                <a:solidFill>
                  <a:srgbClr val="000000"/>
                </a:solidFill>
                <a:latin typeface="Arial"/>
                <a:ea typeface="DejaVu Sans"/>
              </a:rPr>
              <a:t>reserved memory regions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 </a:t>
            </a:r>
            <a:r>
              <a:rPr b="0" lang="en-US" sz="1800" spc="-1" strike="noStrike">
                <a:solidFill>
                  <a:srgbClr val="000000"/>
                </a:solidFill>
                <a:latin typeface="Arial"/>
                <a:ea typeface="DejaVu Sans"/>
              </a:rPr>
              <a:t>Device configuration (secure peripherals)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2" name=""/>
          <p:cNvSpPr/>
          <p:nvPr/>
        </p:nvSpPr>
        <p:spPr>
          <a:xfrm>
            <a:off x="156600" y="228600"/>
            <a:ext cx="9600480" cy="5720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5. BL33 (U-Boot – Non-Secure)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U-Boot runs in the non-secure world but is cryptographically verified before execution.</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Board-level initialization</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Loading Linux kernel, device tree, and initramfs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Optional verification of kernel and device tree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Jumping to the Linux kernel</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6. Linux Kernel Boot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The Linux kernel executes in the non-secure world and completes system initialization.</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Kernel initialization and device probing</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Root filesystem mount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User space startup (systemd/init)</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7. Secure Boot Chain of Trust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The secure boot process enforces a strict chain of trust from ROM to Linux.</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ROM → BL2 → BL31 → (OP-TEE) → U-Boot → Linux Kernel</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3" name=""/>
          <p:cNvSpPr/>
          <p:nvPr/>
        </p:nvSpPr>
        <p:spPr>
          <a:xfrm>
            <a:off x="480600" y="228600"/>
            <a:ext cx="1346400" cy="6004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400" spc="-1" strike="noStrike">
                <a:solidFill>
                  <a:srgbClr val="2a6099"/>
                </a:solidFill>
                <a:latin typeface="Arial"/>
                <a:ea typeface="DejaVu Sans"/>
              </a:rPr>
              <a:t>U-Boot</a:t>
            </a:r>
            <a:endParaRPr b="0" lang="en-US" sz="2400" spc="-1" strike="noStrike">
              <a:solidFill>
                <a:srgbClr val="000000"/>
              </a:solidFill>
              <a:latin typeface="Arial"/>
            </a:endParaRPr>
          </a:p>
        </p:txBody>
      </p:sp>
      <p:sp>
        <p:nvSpPr>
          <p:cNvPr id="324" name=""/>
          <p:cNvSpPr/>
          <p:nvPr/>
        </p:nvSpPr>
        <p:spPr>
          <a:xfrm>
            <a:off x="488520" y="657720"/>
            <a:ext cx="9784080" cy="23922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ea typeface="DejaVu Sans"/>
              </a:rPr>
              <a:t>U-Boot is a typical free software project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License: GPLv2 (same as Linux)</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Freely available at https://www.denx.de/wiki/U-Boot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Documentation available at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https://u-boot.readthedocs.io/en/latest/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The latest development source code is available in a </a:t>
            </a:r>
            <a:br>
              <a:rPr sz="1800"/>
            </a:br>
            <a:r>
              <a:rPr b="0" lang="en-US" sz="1800" spc="-1" strike="noStrike">
                <a:solidFill>
                  <a:srgbClr val="000000"/>
                </a:solidFill>
                <a:latin typeface="Arial"/>
                <a:ea typeface="DejaVu Sans"/>
              </a:rPr>
              <a:t>      Git repository: </a:t>
            </a:r>
            <a:r>
              <a:rPr b="1" lang="en-US" sz="1800" spc="-1" strike="noStrike">
                <a:solidFill>
                  <a:srgbClr val="000000"/>
                </a:solidFill>
                <a:latin typeface="Arial"/>
                <a:ea typeface="DejaVu Sans"/>
              </a:rPr>
              <a:t>https://gitlab.denx.de/u-boot/u-boot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Development and discussions happen around an open mailing-list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https://lists.denx.de/pipermail/u-boot/</a:t>
            </a:r>
            <a:endParaRPr b="0" lang="en-US" sz="1800" spc="-1" strike="noStrike">
              <a:solidFill>
                <a:srgbClr val="000000"/>
              </a:solidFill>
              <a:latin typeface="Arial"/>
            </a:endParaRPr>
          </a:p>
        </p:txBody>
      </p:sp>
      <p:sp>
        <p:nvSpPr>
          <p:cNvPr id="325" name=""/>
          <p:cNvSpPr/>
          <p:nvPr/>
        </p:nvSpPr>
        <p:spPr>
          <a:xfrm>
            <a:off x="479160" y="3200400"/>
            <a:ext cx="3405240" cy="6004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a933"/>
                </a:solidFill>
                <a:latin typeface="Arial"/>
                <a:ea typeface="DejaVu Sans"/>
              </a:rPr>
              <a:t>U-Boot configuration</a:t>
            </a:r>
            <a:endParaRPr b="0" lang="en-US" sz="1800" spc="-1" strike="noStrike">
              <a:solidFill>
                <a:srgbClr val="000000"/>
              </a:solidFill>
              <a:latin typeface="Arial"/>
            </a:endParaRPr>
          </a:p>
        </p:txBody>
      </p:sp>
      <p:sp>
        <p:nvSpPr>
          <p:cNvPr id="326" name=""/>
          <p:cNvSpPr/>
          <p:nvPr/>
        </p:nvSpPr>
        <p:spPr>
          <a:xfrm>
            <a:off x="479160" y="3563640"/>
            <a:ext cx="9348840" cy="39283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Configuration system based on kconfig from the Linux kernel</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The configs/ directory contains configuration files for supported boards or platforms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There may be a single configuration supporting multiple boards based on the same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processor</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The configuration files defines all relevant options: CPU type, drivers needed,</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U-Boot features to compile in</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Examples: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configs/stm32mp15_basic_defconfig</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configs/stm32mp15_trusted_defconfig</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Note: migration to kconfig is still on-going</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Not all boards have been converted to the new configuration system.</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Many boards still have a combination of configuration settings in include/configs/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header files, and configuration settings in defconfig files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7" name="CustomShape 10"/>
          <p:cNvSpPr/>
          <p:nvPr/>
        </p:nvSpPr>
        <p:spPr>
          <a:xfrm>
            <a:off x="335880" y="252000"/>
            <a:ext cx="9488520" cy="61552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2000" spc="-1" strike="noStrike">
                <a:solidFill>
                  <a:srgbClr val="000000"/>
                </a:solidFill>
                <a:latin typeface="Calibri"/>
                <a:ea typeface="DejaVu Sans"/>
              </a:rPr>
              <a:t>Device Tree:</a:t>
            </a:r>
            <a:endParaRPr b="0" lang="en-US" sz="2000" spc="-1" strike="noStrike">
              <a:solidFill>
                <a:srgbClr val="000000"/>
              </a:solidFill>
              <a:latin typeface="Arial"/>
            </a:endParaRPr>
          </a:p>
          <a:p>
            <a:pPr marL="285840" indent="-285120">
              <a:lnSpc>
                <a:spcPct val="100000"/>
              </a:lnSpc>
              <a:buClr>
                <a:srgbClr val="000000"/>
              </a:buClr>
              <a:buFont typeface="Arial"/>
              <a:buChar char="•"/>
            </a:pPr>
            <a:r>
              <a:rPr b="0" lang="en-US" sz="1800" spc="-1" strike="noStrike">
                <a:solidFill>
                  <a:srgbClr val="000000"/>
                </a:solidFill>
                <a:latin typeface="Calibri"/>
                <a:ea typeface="DejaVu Sans"/>
              </a:rPr>
              <a:t>Many embedded architectures have a lot of non-discoverable hardware.</a:t>
            </a:r>
            <a:endParaRPr b="0" lang="en-US" sz="1800" spc="-1" strike="noStrike">
              <a:solidFill>
                <a:srgbClr val="000000"/>
              </a:solidFill>
              <a:latin typeface="Arial"/>
            </a:endParaRPr>
          </a:p>
          <a:p>
            <a:pPr marL="285840" indent="-285120">
              <a:lnSpc>
                <a:spcPct val="100000"/>
              </a:lnSpc>
              <a:buClr>
                <a:srgbClr val="000000"/>
              </a:buClr>
              <a:buFont typeface="Arial"/>
              <a:buChar char="•"/>
            </a:pPr>
            <a:r>
              <a:rPr b="0" lang="en-US" sz="1800" spc="-1" strike="noStrike">
                <a:solidFill>
                  <a:srgbClr val="000000"/>
                </a:solidFill>
                <a:latin typeface="Calibri"/>
                <a:ea typeface="DejaVu Sans"/>
              </a:rPr>
              <a:t>Depending on the architecture, such hardware is either described using C code directly within the kernel, or using a special hardware description language in a Device Tree.</a:t>
            </a:r>
            <a:endParaRPr b="0" lang="en-US" sz="1800" spc="-1" strike="noStrike">
              <a:solidFill>
                <a:srgbClr val="000000"/>
              </a:solidFill>
              <a:latin typeface="Arial"/>
            </a:endParaRPr>
          </a:p>
          <a:p>
            <a:pPr marL="285840" indent="-285120">
              <a:lnSpc>
                <a:spcPct val="100000"/>
              </a:lnSpc>
              <a:buClr>
                <a:srgbClr val="000000"/>
              </a:buClr>
              <a:buFont typeface="Arial"/>
              <a:buChar char="•"/>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ARM, PowerPC, OpenRISC, ARC, Microblaze are examples of architectures using the Device Tree.</a:t>
            </a:r>
            <a:endParaRPr b="0" lang="en-US" sz="1800" spc="-1" strike="noStrike">
              <a:solidFill>
                <a:srgbClr val="000000"/>
              </a:solidFill>
              <a:latin typeface="Arial"/>
            </a:endParaRPr>
          </a:p>
          <a:p>
            <a:pPr marL="285840" indent="-285120">
              <a:lnSpc>
                <a:spcPct val="100000"/>
              </a:lnSpc>
              <a:buClr>
                <a:srgbClr val="000000"/>
              </a:buClr>
              <a:buFont typeface="Arial"/>
              <a:buChar char="•"/>
            </a:pPr>
            <a:r>
              <a:rPr b="0" lang="en-US" sz="1800" spc="-1" strike="noStrike">
                <a:solidFill>
                  <a:srgbClr val="000000"/>
                </a:solidFill>
                <a:latin typeface="Calibri"/>
                <a:ea typeface="DejaVu Sans"/>
              </a:rPr>
              <a:t>IA Device Tree Source, written by kernel developers, is compiled into a binary Device Tree Blob, passed at boot time to the kernel.</a:t>
            </a:r>
            <a:endParaRPr b="0" lang="en-US" sz="1800" spc="-1" strike="noStrike">
              <a:solidFill>
                <a:srgbClr val="000000"/>
              </a:solidFill>
              <a:latin typeface="Arial"/>
            </a:endParaRPr>
          </a:p>
          <a:p>
            <a:pPr marL="285840" indent="-285120">
              <a:lnSpc>
                <a:spcPct val="100000"/>
              </a:lnSpc>
              <a:buClr>
                <a:srgbClr val="000000"/>
              </a:buClr>
              <a:buFont typeface="Arial"/>
              <a:buChar char="•"/>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There is one different Device Tree for each board/platform supported by the kernel, available in </a:t>
            </a:r>
            <a:r>
              <a:rPr b="1" lang="en-US" sz="1800" spc="-1" strike="noStrike">
                <a:solidFill>
                  <a:srgbClr val="000000"/>
                </a:solidFill>
                <a:latin typeface="Calibri"/>
                <a:ea typeface="DejaVu Sans"/>
              </a:rPr>
              <a:t>arch/arm/boot/dts/&lt;board&gt;.dtb.</a:t>
            </a:r>
            <a:endParaRPr b="0" lang="en-US" sz="1800" spc="-1" strike="noStrike">
              <a:solidFill>
                <a:srgbClr val="000000"/>
              </a:solidFill>
              <a:latin typeface="Arial"/>
            </a:endParaRPr>
          </a:p>
          <a:p>
            <a:pPr marL="285840" indent="-285120">
              <a:lnSpc>
                <a:spcPct val="100000"/>
              </a:lnSpc>
              <a:buClr>
                <a:srgbClr val="000000"/>
              </a:buClr>
              <a:buFont typeface="Arial"/>
              <a:buChar char="•"/>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The boot loader must load both the kernel image and the Device Tree Blob in memory before starting the kernel</a:t>
            </a:r>
            <a:endParaRPr b="0" lang="en-US" sz="1800" spc="-1" strike="noStrike">
              <a:solidFill>
                <a:srgbClr val="000000"/>
              </a:solidFill>
              <a:latin typeface="Arial"/>
            </a:endParaRPr>
          </a:p>
          <a:p>
            <a:pPr marL="285840" indent="-285120">
              <a:lnSpc>
                <a:spcPct val="100000"/>
              </a:lnSpc>
              <a:buClr>
                <a:srgbClr val="000000"/>
              </a:buClr>
              <a:buFont typeface="Arial"/>
              <a:buChar char="•"/>
            </a:pPr>
            <a:r>
              <a:rPr b="0" lang="en-US" sz="1800" spc="-1" strike="noStrike">
                <a:solidFill>
                  <a:srgbClr val="000000"/>
                </a:solidFill>
                <a:latin typeface="Calibri"/>
                <a:ea typeface="DejaVu Sans"/>
              </a:rPr>
              <a:t>Run make   Copy the final kernel image to the target storage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can be uImage, zImage, vmlinux, bzImage in arch/&lt;arch&gt;/boot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copying the Device Tree Blob might be necessary as well, they are available in     </a:t>
            </a:r>
            <a:endParaRPr b="0" lang="en-US" sz="1800" spc="-1" strike="noStrike">
              <a:solidFill>
                <a:srgbClr val="000000"/>
              </a:solidFill>
              <a:latin typeface="Arial"/>
            </a:endParaRPr>
          </a:p>
          <a:p>
            <a:pPr>
              <a:lnSpc>
                <a:spcPct val="100000"/>
              </a:lnSpc>
            </a:pPr>
            <a:r>
              <a:rPr b="1" lang="en-US" sz="1800" spc="-1" strike="noStrike">
                <a:solidFill>
                  <a:srgbClr val="000000"/>
                </a:solidFill>
                <a:latin typeface="Calibri"/>
                <a:ea typeface="DejaVu Sans"/>
              </a:rPr>
              <a:t>      </a:t>
            </a:r>
            <a:r>
              <a:rPr b="1" lang="en-US" sz="1800" spc="-1" strike="noStrike">
                <a:solidFill>
                  <a:srgbClr val="000000"/>
                </a:solidFill>
                <a:latin typeface="Calibri"/>
                <a:ea typeface="DejaVu Sans"/>
              </a:rPr>
              <a:t>arch/&lt;arch&gt;/boot/dts</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1" lang="en-US" sz="1800" spc="-1" strike="noStrike">
                <a:solidFill>
                  <a:srgbClr val="000000"/>
                </a:solidFill>
                <a:latin typeface="Calibri"/>
                <a:ea typeface="DejaVu Sans"/>
              </a:rPr>
              <a:t>The typical boot process is therefore: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1. Load uImage at address X in memory</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2. Load &lt;board&gt;.dtb at address Y in memory</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3. Start the kernel with bootm X - Y</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 name=""/>
          <p:cNvSpPr/>
          <p:nvPr/>
        </p:nvSpPr>
        <p:spPr>
          <a:xfrm>
            <a:off x="210960" y="228600"/>
            <a:ext cx="7788240" cy="13780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600" spc="-1" strike="noStrike">
                <a:solidFill>
                  <a:srgbClr val="158466"/>
                </a:solidFill>
                <a:latin typeface="Arial"/>
                <a:ea typeface="DejaVu Sans"/>
              </a:rPr>
              <a:t>Configuring &amp; Building U-BOOT for Beagle Board</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Arial"/>
                <a:ea typeface="DejaVu Sans"/>
              </a:rPr>
              <a:t>Download the latest version of u-boot : </a:t>
            </a:r>
            <a:r>
              <a:rPr b="1" lang="en-US" sz="1600" spc="-1" strike="noStrike">
                <a:solidFill>
                  <a:srgbClr val="000000"/>
                </a:solidFill>
                <a:latin typeface="Arial"/>
                <a:ea typeface="DejaVu Sans"/>
              </a:rPr>
              <a:t>  git clone git://git.denx.de/u-boot.git </a:t>
            </a:r>
            <a:endParaRPr b="0" lang="en-US" sz="1600" spc="-1" strike="noStrike">
              <a:solidFill>
                <a:srgbClr val="000000"/>
              </a:solidFill>
              <a:latin typeface="Arial"/>
            </a:endParaRPr>
          </a:p>
          <a:p>
            <a:pPr>
              <a:lnSpc>
                <a:spcPct val="100000"/>
              </a:lnSpc>
            </a:pPr>
            <a:endParaRPr b="0" lang="en-US" sz="1000" spc="-1" strike="noStrike">
              <a:solidFill>
                <a:srgbClr val="000000"/>
              </a:solidFill>
              <a:latin typeface="Arial"/>
            </a:endParaRPr>
          </a:p>
        </p:txBody>
      </p:sp>
      <p:sp>
        <p:nvSpPr>
          <p:cNvPr id="329" name=""/>
          <p:cNvSpPr/>
          <p:nvPr/>
        </p:nvSpPr>
        <p:spPr>
          <a:xfrm>
            <a:off x="264600" y="1068480"/>
            <a:ext cx="9599400" cy="2904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ea typeface="DejaVu Sans"/>
              </a:rPr>
              <a:t>U-Boot must be configured before being compiled</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Configuration stored in a .config file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Load a pre-defined configuration</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make BOARDNAME_defconfig</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Where BOARDNAME is the name of a configuration, as visible in the configs/ directory.</a:t>
            </a:r>
            <a:br>
              <a:rPr sz="1800"/>
            </a:br>
            <a:r>
              <a:rPr b="1" lang="en-US" sz="1800" spc="-1" strike="noStrike">
                <a:solidFill>
                  <a:srgbClr val="2a6099"/>
                </a:solidFill>
                <a:latin typeface="Arial"/>
                <a:ea typeface="DejaVu Sans"/>
              </a:rPr>
              <a:t>Example</a:t>
            </a:r>
            <a:r>
              <a:rPr b="1" lang="en-US" sz="1800" spc="-1" strike="noStrike">
                <a:solidFill>
                  <a:srgbClr val="000000"/>
                </a:solidFill>
                <a:latin typeface="Arial"/>
                <a:ea typeface="DejaVu Sans"/>
              </a:rPr>
              <a:t>:</a:t>
            </a:r>
            <a:br>
              <a:rPr sz="1800"/>
            </a:br>
            <a:endParaRPr b="0" lang="en-US" sz="1800" spc="-1" strike="noStrike">
              <a:solidFill>
                <a:srgbClr val="000000"/>
              </a:solidFill>
              <a:latin typeface="Arial"/>
            </a:endParaRPr>
          </a:p>
          <a:p>
            <a:pPr>
              <a:lnSpc>
                <a:spcPct val="100000"/>
              </a:lnSpc>
            </a:pPr>
            <a:br>
              <a:rPr sz="1800"/>
            </a:b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You can then run make menuconfig to further customize U-Boot’s configuration.</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p:txBody>
      </p:sp>
      <p:sp>
        <p:nvSpPr>
          <p:cNvPr id="330" name=""/>
          <p:cNvSpPr/>
          <p:nvPr/>
        </p:nvSpPr>
        <p:spPr>
          <a:xfrm>
            <a:off x="497880" y="2686320"/>
            <a:ext cx="9330120" cy="6004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Arial"/>
                <a:ea typeface="DejaVu Sans"/>
              </a:rPr>
              <a:t>make ARCH=arm CROSS_COMPILE=arm-linux-gnueabihf- am335x_evm_defconfig</a:t>
            </a:r>
            <a:endParaRPr b="0" lang="en-US" sz="1800" spc="-1" strike="noStrike">
              <a:solidFill>
                <a:srgbClr val="000000"/>
              </a:solidFill>
              <a:latin typeface="Arial"/>
            </a:endParaRPr>
          </a:p>
        </p:txBody>
      </p:sp>
      <p:sp>
        <p:nvSpPr>
          <p:cNvPr id="331" name=""/>
          <p:cNvSpPr/>
          <p:nvPr/>
        </p:nvSpPr>
        <p:spPr>
          <a:xfrm>
            <a:off x="497880" y="3658680"/>
            <a:ext cx="9330120" cy="6004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Arial"/>
                <a:ea typeface="DejaVu Sans"/>
              </a:rPr>
              <a:t>make ARCH=arm CROSS_COMPILE=arm-linux-gnueabihf-  menuconfig</a:t>
            </a:r>
            <a:endParaRPr b="0" lang="en-US" sz="1800" spc="-1" strike="noStrike">
              <a:solidFill>
                <a:srgbClr val="000000"/>
              </a:solidFill>
              <a:latin typeface="Arial"/>
            </a:endParaRPr>
          </a:p>
        </p:txBody>
      </p:sp>
      <p:pic>
        <p:nvPicPr>
          <p:cNvPr id="332" name="" descr=""/>
          <p:cNvPicPr/>
          <p:nvPr/>
        </p:nvPicPr>
        <p:blipFill>
          <a:blip r:embed="rId1"/>
          <a:stretch/>
        </p:blipFill>
        <p:spPr>
          <a:xfrm>
            <a:off x="145440" y="4114800"/>
            <a:ext cx="9682560" cy="3198600"/>
          </a:xfrm>
          <a:prstGeom prst="rect">
            <a:avLst/>
          </a:prstGeom>
          <a:ln w="0">
            <a:noFill/>
          </a:ln>
        </p:spPr>
      </p:pic>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3" name=""/>
          <p:cNvSpPr/>
          <p:nvPr/>
        </p:nvSpPr>
        <p:spPr>
          <a:xfrm>
            <a:off x="73080" y="339120"/>
            <a:ext cx="10005840" cy="3448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ea typeface="DejaVu Sans"/>
              </a:rPr>
              <a:t>make ARCH=arm CROSS_COMPILE=arm-linux-gnueabihf-  DEVICE_TREE=am335x-boneblack</a:t>
            </a:r>
            <a:endParaRPr b="0" lang="en-US" sz="1800" spc="-1" strike="noStrike">
              <a:solidFill>
                <a:srgbClr val="000000"/>
              </a:solidFill>
              <a:latin typeface="Arial"/>
            </a:endParaRPr>
          </a:p>
        </p:txBody>
      </p:sp>
      <p:sp>
        <p:nvSpPr>
          <p:cNvPr id="334" name=""/>
          <p:cNvSpPr/>
          <p:nvPr/>
        </p:nvSpPr>
        <p:spPr>
          <a:xfrm>
            <a:off x="135000" y="942840"/>
            <a:ext cx="9693000" cy="1112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Arial"/>
                <a:ea typeface="DejaVu Sans"/>
              </a:rPr>
              <a:t> </a:t>
            </a:r>
            <a:r>
              <a:rPr b="1" lang="en-US" sz="1800" spc="-1" strike="noStrike">
                <a:solidFill>
                  <a:srgbClr val="000000"/>
                </a:solidFill>
                <a:latin typeface="Arial"/>
                <a:ea typeface="DejaVu Sans"/>
              </a:rPr>
              <a:t>Produces: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MLO, the SPL, first-stage bootloader. Called MLO (Mmc LOad) as required on TI platforms.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u-boot.img, full U-Boot, second-stage bootloader</a:t>
            </a:r>
            <a:endParaRPr b="0" lang="en-US" sz="1800" spc="-1" strike="noStrike">
              <a:solidFill>
                <a:srgbClr val="000000"/>
              </a:solidFill>
              <a:latin typeface="Arial"/>
            </a:endParaRPr>
          </a:p>
        </p:txBody>
      </p:sp>
      <p:sp>
        <p:nvSpPr>
          <p:cNvPr id="335" name=""/>
          <p:cNvSpPr/>
          <p:nvPr/>
        </p:nvSpPr>
        <p:spPr>
          <a:xfrm>
            <a:off x="297720" y="1866960"/>
            <a:ext cx="8844480" cy="44398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Arial"/>
                <a:ea typeface="DejaVu Sans"/>
              </a:rPr>
              <a:t>U-Boot has a concept of FIT image</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FIT = Flat Image Tree</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Container format that allows to bundle multiple images into one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Multiple kernel images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Multiple Device Trees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Multiple initramfs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Any other image: FPGA bitstream, etc.</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Typically useful for secure booting and to ensure binaries don’t overlap in memory.</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Interestingly, relies on the Device Tree Compiler</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.its file describes the contents of the image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Device Tree Compiler compiles it into an .itb</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U-Boot can load an .itb image and use its different elements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6" name=""/>
          <p:cNvSpPr/>
          <p:nvPr/>
        </p:nvSpPr>
        <p:spPr>
          <a:xfrm>
            <a:off x="157680" y="144000"/>
            <a:ext cx="5060520" cy="105832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ea typeface="DejaVu Sans"/>
              </a:rPr>
              <a:t>/dts-v1/;</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description = "BeagleBone Black FIT Image";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#address-cells = &lt;1&gt;;</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images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kernel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description = "Linux kernel";</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data = /incbin/("zImage");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type = "kernel";</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arch = "arm";</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os = "linux";</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compression = "none";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load = &lt;0x82000000&gt;;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entry = &lt;0x82000000&gt;;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hash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algo = "sha256";</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fdt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description = "BBB Device Tree";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data = /incbin/("am335x-boneblack.dtb");</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type = "flat_dt";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arch = "arm";</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compression = "none";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hash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algo = "sha256";</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configurations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default = "conf-bbb";</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conf-bbb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kernel = "kernel";</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fdt = "fdt";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a:t>
            </a:r>
            <a:endParaRPr b="0" lang="en-US" sz="1800" spc="-1" strike="noStrike">
              <a:solidFill>
                <a:srgbClr val="000000"/>
              </a:solidFill>
              <a:latin typeface="Arial"/>
            </a:endParaRPr>
          </a:p>
        </p:txBody>
      </p:sp>
      <p:sp>
        <p:nvSpPr>
          <p:cNvPr id="337" name=""/>
          <p:cNvSpPr/>
          <p:nvPr/>
        </p:nvSpPr>
        <p:spPr>
          <a:xfrm>
            <a:off x="5863320" y="1710720"/>
            <a:ext cx="3964680" cy="6004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Arial"/>
                <a:ea typeface="DejaVu Sans"/>
              </a:rPr>
              <a:t>mkimage -f image.its image.itb</a:t>
            </a:r>
            <a:endParaRPr b="0" lang="en-US" sz="1800" spc="-1" strike="noStrike">
              <a:solidFill>
                <a:srgbClr val="000000"/>
              </a:solidFill>
              <a:latin typeface="Arial"/>
            </a:endParaRPr>
          </a:p>
        </p:txBody>
      </p:sp>
      <p:sp>
        <p:nvSpPr>
          <p:cNvPr id="338" name=""/>
          <p:cNvSpPr/>
          <p:nvPr/>
        </p:nvSpPr>
        <p:spPr>
          <a:xfrm>
            <a:off x="4343400" y="2743200"/>
            <a:ext cx="5256000" cy="8564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Arial"/>
                <a:ea typeface="DejaVu Sans"/>
              </a:rPr>
              <a:t>load mmc 0:1 ${loadaddr} /boot/image.itb</a:t>
            </a:r>
            <a:endParaRPr b="0" lang="en-US" sz="1800" spc="-1" strike="noStrike">
              <a:solidFill>
                <a:srgbClr val="000000"/>
              </a:solidFill>
              <a:latin typeface="Arial"/>
            </a:endParaRPr>
          </a:p>
          <a:p>
            <a:pPr>
              <a:lnSpc>
                <a:spcPct val="100000"/>
              </a:lnSpc>
            </a:pPr>
            <a:r>
              <a:rPr b="1" lang="en-US" sz="1800" spc="-1" strike="noStrike">
                <a:solidFill>
                  <a:srgbClr val="000000"/>
                </a:solidFill>
                <a:latin typeface="Arial"/>
                <a:ea typeface="DejaVu Sans"/>
              </a:rPr>
              <a:t>bootm ${loadaddr}</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9" name=""/>
          <p:cNvSpPr/>
          <p:nvPr/>
        </p:nvSpPr>
        <p:spPr>
          <a:xfrm>
            <a:off x="185040" y="228600"/>
            <a:ext cx="9873000" cy="8568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ea typeface="DejaVu Sans"/>
              </a:rPr>
              <a:t>Each board/platform used to have its own U-Boot environment, with custom</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variables/commands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Wish to standardize the behavior of bootloaders, including U-Boot</a:t>
            </a:r>
            <a:endParaRPr b="0" lang="en-US" sz="1800" spc="-1" strike="noStrike">
              <a:solidFill>
                <a:srgbClr val="000000"/>
              </a:solidFill>
              <a:latin typeface="Arial"/>
            </a:endParaRPr>
          </a:p>
        </p:txBody>
      </p:sp>
      <p:sp>
        <p:nvSpPr>
          <p:cNvPr id="340" name=""/>
          <p:cNvSpPr/>
          <p:nvPr/>
        </p:nvSpPr>
        <p:spPr>
          <a:xfrm>
            <a:off x="228600" y="1198800"/>
            <a:ext cx="9599400" cy="8568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ea typeface="DejaVu Sans"/>
              </a:rPr>
              <a:t>With the sysboot command, will look for a /extlinux/extlinux.conf or /boot/extlinux/extlinux.conf file describing how to boot, and will offer a prompt in the console to choose between available configurations.</a:t>
            </a:r>
            <a:endParaRPr b="0" lang="en-US" sz="1800" spc="-1" strike="noStrike">
              <a:solidFill>
                <a:srgbClr val="000000"/>
              </a:solidFill>
              <a:latin typeface="Arial"/>
            </a:endParaRPr>
          </a:p>
        </p:txBody>
      </p:sp>
      <p:sp>
        <p:nvSpPr>
          <p:cNvPr id="341" name=""/>
          <p:cNvSpPr/>
          <p:nvPr/>
        </p:nvSpPr>
        <p:spPr>
          <a:xfrm>
            <a:off x="336600" y="2695320"/>
            <a:ext cx="6246000" cy="41842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ea typeface="DejaVu Sans"/>
              </a:rPr>
              <a:t>DEFAULT linux</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TIMEOUT 30</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PROMPT 1</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MENU TITLE Boot Menu</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LABEL linux</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MENU LABEL Linux (normal)</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LINUX /boot/Image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INITRD /boot/initrd.img</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APPEND root=/dev/mmcblk0p2 rw console=ttyS0,115200</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LABEL recovery</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MENU LABEL Linux (recovery)</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LINUX /boot/Image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APPEND root=/dev/mmcblk0p2 rw single</a:t>
            </a:r>
            <a:endParaRPr b="0" lang="en-US" sz="1800" spc="-1" strike="noStrike">
              <a:solidFill>
                <a:srgbClr val="000000"/>
              </a:solidFill>
              <a:latin typeface="Arial"/>
            </a:endParaRPr>
          </a:p>
        </p:txBody>
      </p:sp>
      <p:sp>
        <p:nvSpPr>
          <p:cNvPr id="342" name=""/>
          <p:cNvSpPr/>
          <p:nvPr/>
        </p:nvSpPr>
        <p:spPr>
          <a:xfrm>
            <a:off x="169200" y="2089440"/>
            <a:ext cx="5713200" cy="9385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2000" spc="-1" strike="noStrike">
                <a:solidFill>
                  <a:srgbClr val="3faf46"/>
                </a:solidFill>
                <a:latin typeface="Arial"/>
                <a:ea typeface="DejaVu Sans"/>
              </a:rPr>
              <a:t>/boot/extlinux/extlinux.conf</a:t>
            </a:r>
            <a:endParaRPr b="0" lang="en-US" sz="2000" spc="-1" strike="noStrike">
              <a:solidFill>
                <a:srgbClr val="000000"/>
              </a:solidFill>
              <a:latin typeface="Arial"/>
            </a:endParaRPr>
          </a:p>
        </p:txBody>
      </p:sp>
      <p:sp>
        <p:nvSpPr>
          <p:cNvPr id="343" name=""/>
          <p:cNvSpPr/>
          <p:nvPr/>
        </p:nvSpPr>
        <p:spPr>
          <a:xfrm>
            <a:off x="6629400" y="2396880"/>
            <a:ext cx="3198600" cy="41436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000" spc="-1" strike="noStrike">
                <a:solidFill>
                  <a:srgbClr val="000000"/>
                </a:solidFill>
                <a:latin typeface="Arial"/>
                <a:ea typeface="DejaVu Sans"/>
              </a:rPr>
              <a:t>Use FIT if you want:</a:t>
            </a:r>
            <a:endParaRPr b="0" lang="en-US" sz="1000" spc="-1" strike="noStrike">
              <a:solidFill>
                <a:srgbClr val="000000"/>
              </a:solidFill>
              <a:latin typeface="Arial"/>
            </a:endParaRPr>
          </a:p>
          <a:p>
            <a:pPr>
              <a:lnSpc>
                <a:spcPct val="100000"/>
              </a:lnSpc>
            </a:pPr>
            <a:r>
              <a:rPr b="0" lang="en-US" sz="1000" spc="-1" strike="noStrike">
                <a:solidFill>
                  <a:srgbClr val="000000"/>
                </a:solidFill>
                <a:latin typeface="Arial"/>
                <a:ea typeface="DejaVu Sans"/>
              </a:rPr>
              <a:t>Production-grade boot</a:t>
            </a:r>
            <a:endParaRPr b="0" lang="en-US" sz="1000" spc="-1" strike="noStrike">
              <a:solidFill>
                <a:srgbClr val="000000"/>
              </a:solidFill>
              <a:latin typeface="Arial"/>
            </a:endParaRPr>
          </a:p>
          <a:p>
            <a:pPr>
              <a:lnSpc>
                <a:spcPct val="100000"/>
              </a:lnSpc>
            </a:pPr>
            <a:r>
              <a:rPr b="0" lang="en-US" sz="1000" spc="-1" strike="noStrike">
                <a:solidFill>
                  <a:srgbClr val="000000"/>
                </a:solidFill>
                <a:latin typeface="Arial"/>
                <a:ea typeface="DejaVu Sans"/>
              </a:rPr>
              <a:t>Secure boot</a:t>
            </a:r>
            <a:endParaRPr b="0" lang="en-US" sz="1000" spc="-1" strike="noStrike">
              <a:solidFill>
                <a:srgbClr val="000000"/>
              </a:solidFill>
              <a:latin typeface="Arial"/>
            </a:endParaRPr>
          </a:p>
          <a:p>
            <a:pPr>
              <a:lnSpc>
                <a:spcPct val="100000"/>
              </a:lnSpc>
            </a:pPr>
            <a:r>
              <a:rPr b="0" lang="en-US" sz="1000" spc="-1" strike="noStrike">
                <a:solidFill>
                  <a:srgbClr val="000000"/>
                </a:solidFill>
                <a:latin typeface="Arial"/>
                <a:ea typeface="DejaVu Sans"/>
              </a:rPr>
              <a:t>OTA updates</a:t>
            </a:r>
            <a:endParaRPr b="0" lang="en-US" sz="1000" spc="-1" strike="noStrike">
              <a:solidFill>
                <a:srgbClr val="000000"/>
              </a:solidFill>
              <a:latin typeface="Arial"/>
            </a:endParaRPr>
          </a:p>
          <a:p>
            <a:pPr>
              <a:lnSpc>
                <a:spcPct val="100000"/>
              </a:lnSpc>
            </a:pPr>
            <a:r>
              <a:rPr b="0" lang="en-US" sz="1000" spc="-1" strike="noStrike">
                <a:solidFill>
                  <a:srgbClr val="000000"/>
                </a:solidFill>
                <a:latin typeface="Arial"/>
                <a:ea typeface="DejaVu Sans"/>
              </a:rPr>
              <a:t>Multiple boards from one image</a:t>
            </a:r>
            <a:endParaRPr b="0" lang="en-US" sz="1000" spc="-1" strike="noStrike">
              <a:solidFill>
                <a:srgbClr val="000000"/>
              </a:solidFill>
              <a:latin typeface="Arial"/>
            </a:endParaRPr>
          </a:p>
          <a:p>
            <a:pPr>
              <a:lnSpc>
                <a:spcPct val="100000"/>
              </a:lnSpc>
            </a:pPr>
            <a:r>
              <a:rPr b="1" lang="en-US" sz="1000" spc="-1" strike="noStrike">
                <a:solidFill>
                  <a:srgbClr val="000000"/>
                </a:solidFill>
                <a:latin typeface="Arial"/>
                <a:ea typeface="DejaVu Sans"/>
              </a:rPr>
              <a:t>Use extlinux.conf if you want:</a:t>
            </a:r>
            <a:endParaRPr b="0" lang="en-US" sz="1000" spc="-1" strike="noStrike">
              <a:solidFill>
                <a:srgbClr val="000000"/>
              </a:solidFill>
              <a:latin typeface="Arial"/>
            </a:endParaRPr>
          </a:p>
          <a:p>
            <a:pPr>
              <a:lnSpc>
                <a:spcPct val="100000"/>
              </a:lnSpc>
            </a:pPr>
            <a:r>
              <a:rPr b="0" lang="en-US" sz="1000" spc="-1" strike="noStrike">
                <a:solidFill>
                  <a:srgbClr val="000000"/>
                </a:solidFill>
                <a:latin typeface="Arial"/>
                <a:ea typeface="DejaVu Sans"/>
              </a:rPr>
              <a:t>Easy debugging</a:t>
            </a:r>
            <a:endParaRPr b="0" lang="en-US" sz="1000" spc="-1" strike="noStrike">
              <a:solidFill>
                <a:srgbClr val="000000"/>
              </a:solidFill>
              <a:latin typeface="Arial"/>
            </a:endParaRPr>
          </a:p>
          <a:p>
            <a:pPr>
              <a:lnSpc>
                <a:spcPct val="100000"/>
              </a:lnSpc>
            </a:pPr>
            <a:r>
              <a:rPr b="0" lang="en-US" sz="1000" spc="-1" strike="noStrike">
                <a:solidFill>
                  <a:srgbClr val="000000"/>
                </a:solidFill>
                <a:latin typeface="Arial"/>
                <a:ea typeface="DejaVu Sans"/>
              </a:rPr>
              <a:t>Fast iteration</a:t>
            </a:r>
            <a:endParaRPr b="0" lang="en-US" sz="1000" spc="-1" strike="noStrike">
              <a:solidFill>
                <a:srgbClr val="000000"/>
              </a:solidFill>
              <a:latin typeface="Arial"/>
            </a:endParaRPr>
          </a:p>
          <a:p>
            <a:pPr>
              <a:lnSpc>
                <a:spcPct val="100000"/>
              </a:lnSpc>
            </a:pPr>
            <a:r>
              <a:rPr b="0" lang="en-US" sz="1000" spc="-1" strike="noStrike">
                <a:solidFill>
                  <a:srgbClr val="000000"/>
                </a:solidFill>
                <a:latin typeface="Arial"/>
                <a:ea typeface="DejaVu Sans"/>
              </a:rPr>
              <a:t>Human-editable configs</a:t>
            </a:r>
            <a:endParaRPr b="0" lang="en-US" sz="1000" spc="-1" strike="noStrike">
              <a:solidFill>
                <a:srgbClr val="000000"/>
              </a:solidFill>
              <a:latin typeface="Arial"/>
            </a:endParaRPr>
          </a:p>
          <a:p>
            <a:pPr>
              <a:lnSpc>
                <a:spcPct val="100000"/>
              </a:lnSpc>
            </a:pP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4" name="CustomShape 8"/>
          <p:cNvSpPr/>
          <p:nvPr/>
        </p:nvSpPr>
        <p:spPr>
          <a:xfrm>
            <a:off x="419760" y="587880"/>
            <a:ext cx="9320760" cy="54241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1800" spc="-1" strike="noStrike">
                <a:solidFill>
                  <a:srgbClr val="000000"/>
                </a:solidFill>
                <a:latin typeface="Calibri"/>
                <a:ea typeface="DejaVu Sans"/>
              </a:rPr>
              <a:t>Uboot Commands: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Help, ping, printenv, setenv, ping, md, mm, reginfo…</a:t>
            </a:r>
            <a:endParaRPr b="0" lang="en-US" sz="1800" spc="-1" strike="noStrike">
              <a:solidFill>
                <a:srgbClr val="000000"/>
              </a:solidFill>
              <a:latin typeface="Arial"/>
            </a:endParaRPr>
          </a:p>
          <a:p>
            <a:pPr>
              <a:lnSpc>
                <a:spcPct val="100000"/>
              </a:lnSpc>
            </a:pPr>
            <a:r>
              <a:rPr b="1" lang="en-US" sz="1800" spc="-1" strike="noStrike">
                <a:solidFill>
                  <a:srgbClr val="000000"/>
                </a:solidFill>
                <a:latin typeface="Calibri"/>
                <a:ea typeface="DejaVu Sans"/>
              </a:rPr>
              <a:t>TFTP transfer process:</a:t>
            </a:r>
            <a:endParaRPr b="0" lang="en-US" sz="1800" spc="-1" strike="noStrike">
              <a:solidFill>
                <a:srgbClr val="000000"/>
              </a:solidFill>
              <a:latin typeface="Arial"/>
            </a:endParaRPr>
          </a:p>
          <a:p>
            <a:pPr marL="285840" indent="-285120">
              <a:lnSpc>
                <a:spcPct val="100000"/>
              </a:lnSpc>
              <a:buClr>
                <a:srgbClr val="000000"/>
              </a:buClr>
              <a:buFont typeface="Arial"/>
              <a:buChar char="•"/>
            </a:pPr>
            <a:r>
              <a:rPr b="0" lang="en-US" sz="1800" spc="-1" strike="noStrike">
                <a:solidFill>
                  <a:srgbClr val="000000"/>
                </a:solidFill>
                <a:latin typeface="Calibri"/>
                <a:ea typeface="DejaVu Sans"/>
              </a:rPr>
              <a:t>Network transfer from the development workstation and U-Boot on the target takes place through TFTP</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Trivial File Transfer Protocol</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Somewhat similar to FTP, but without authentication and over UDP</a:t>
            </a:r>
            <a:endParaRPr b="0" lang="en-US" sz="1800" spc="-1" strike="noStrike">
              <a:solidFill>
                <a:srgbClr val="000000"/>
              </a:solidFill>
              <a:latin typeface="Arial"/>
            </a:endParaRPr>
          </a:p>
          <a:p>
            <a:pPr marL="285840" indent="-285120">
              <a:lnSpc>
                <a:spcPct val="100000"/>
              </a:lnSpc>
              <a:buClr>
                <a:srgbClr val="000000"/>
              </a:buClr>
              <a:buFont typeface="Arial"/>
              <a:buChar char="•"/>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A TFTP server is needed on the development workstation</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	</a:t>
            </a:r>
            <a:r>
              <a:rPr b="1" lang="en-US" sz="1800" spc="-1" strike="noStrike">
                <a:solidFill>
                  <a:srgbClr val="000000"/>
                </a:solidFill>
                <a:latin typeface="Calibri"/>
                <a:ea typeface="DejaVu Sans"/>
              </a:rPr>
              <a:t>sudo apt-get install tftpd-hpa</a:t>
            </a:r>
            <a:endParaRPr b="0" lang="en-US" sz="1800" spc="-1" strike="noStrike">
              <a:solidFill>
                <a:srgbClr val="000000"/>
              </a:solidFill>
              <a:latin typeface="Arial"/>
            </a:endParaRPr>
          </a:p>
          <a:p>
            <a:pPr marL="285840" indent="-285120">
              <a:lnSpc>
                <a:spcPct val="100000"/>
              </a:lnSpc>
              <a:buClr>
                <a:srgbClr val="000000"/>
              </a:buClr>
              <a:buFont typeface="Arial"/>
              <a:buChar char="•"/>
            </a:pPr>
            <a:r>
              <a:rPr b="0" lang="en-US" sz="1800" spc="-1" strike="noStrike">
                <a:solidFill>
                  <a:srgbClr val="000000"/>
                </a:solidFill>
                <a:latin typeface="Calibri"/>
                <a:ea typeface="DejaVu Sans"/>
              </a:rPr>
              <a:t>All files in /var/lib/tftpboot are then visible through TFTP</a:t>
            </a:r>
            <a:endParaRPr b="0" lang="en-US" sz="1800" spc="-1" strike="noStrike">
              <a:solidFill>
                <a:srgbClr val="000000"/>
              </a:solidFill>
              <a:latin typeface="Arial"/>
            </a:endParaRPr>
          </a:p>
          <a:p>
            <a:pPr marL="285840" indent="-285120">
              <a:lnSpc>
                <a:spcPct val="100000"/>
              </a:lnSpc>
              <a:buClr>
                <a:srgbClr val="000000"/>
              </a:buClr>
              <a:buFont typeface="Arial"/>
              <a:buChar char="•"/>
            </a:pPr>
            <a:r>
              <a:rPr b="0" lang="en-US" sz="1800" spc="-1" strike="noStrike">
                <a:solidFill>
                  <a:srgbClr val="000000"/>
                </a:solidFill>
                <a:latin typeface="Calibri"/>
                <a:ea typeface="DejaVu Sans"/>
              </a:rPr>
              <a:t>A TFTP client is available in the tftp-hpa package, for testing</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A TFTP client is integrated into U-Boot</a:t>
            </a:r>
            <a:endParaRPr b="0" lang="en-US" sz="1800" spc="-1" strike="noStrike">
              <a:solidFill>
                <a:srgbClr val="000000"/>
              </a:solidFill>
              <a:latin typeface="Arial"/>
            </a:endParaRPr>
          </a:p>
          <a:p>
            <a:pPr marL="285840" indent="-285120">
              <a:lnSpc>
                <a:spcPct val="100000"/>
              </a:lnSpc>
              <a:buClr>
                <a:srgbClr val="000000"/>
              </a:buClr>
              <a:buFont typeface="Arial"/>
              <a:buChar char="•"/>
            </a:pPr>
            <a:r>
              <a:rPr b="0" lang="en-US" sz="1800" spc="-1" strike="noStrike">
                <a:solidFill>
                  <a:srgbClr val="000000"/>
                </a:solidFill>
                <a:latin typeface="Calibri"/>
                <a:ea typeface="DejaVu Sans"/>
              </a:rPr>
              <a:t>Configure the ipaddr and serverip environment variables</a:t>
            </a:r>
            <a:endParaRPr b="0" lang="en-US" sz="1800" spc="-1" strike="noStrike">
              <a:solidFill>
                <a:srgbClr val="000000"/>
              </a:solidFill>
              <a:latin typeface="Arial"/>
            </a:endParaRPr>
          </a:p>
          <a:p>
            <a:pPr marL="285840" indent="-285120">
              <a:lnSpc>
                <a:spcPct val="100000"/>
              </a:lnSpc>
              <a:buClr>
                <a:srgbClr val="000000"/>
              </a:buClr>
              <a:buFont typeface="Arial"/>
              <a:buChar char="•"/>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Use tftp &lt;address&gt; &lt;filename&gt; to load file</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marL="285840" indent="-285120">
              <a:lnSpc>
                <a:spcPct val="100000"/>
              </a:lnSpc>
              <a:buClr>
                <a:srgbClr val="000000"/>
              </a:buClr>
              <a:buFont typeface="Arial"/>
              <a:buChar char="•"/>
            </a:pPr>
            <a:r>
              <a:rPr b="1" lang="en-US" sz="2000" spc="-1" strike="noStrike">
                <a:solidFill>
                  <a:srgbClr val="000000"/>
                </a:solidFill>
                <a:latin typeface="Calibri"/>
                <a:ea typeface="DejaVu Sans"/>
              </a:rPr>
              <a:t>-&gt; Go through U-boot source code files (Refer Doc)</a:t>
            </a:r>
            <a:endParaRPr b="0" lang="en-US" sz="2000" spc="-1" strike="noStrike">
              <a:solidFill>
                <a:srgbClr val="000000"/>
              </a:solidFill>
              <a:latin typeface="Arial"/>
            </a:endParaRPr>
          </a:p>
          <a:p>
            <a:pPr marL="285840" indent="-285120">
              <a:lnSpc>
                <a:spcPct val="100000"/>
              </a:lnSpc>
              <a:buClr>
                <a:srgbClr val="000000"/>
              </a:buClr>
              <a:buFont typeface="Arial"/>
              <a:buChar char="•"/>
            </a:pPr>
            <a:r>
              <a:rPr b="1" lang="en-US" sz="2000" spc="-1" strike="noStrike">
                <a:solidFill>
                  <a:srgbClr val="000000"/>
                </a:solidFill>
                <a:latin typeface="Calibri"/>
                <a:ea typeface="DejaVu Sans"/>
              </a:rPr>
              <a:t>-&gt; Go through U-boot compilation for Freescale with Yocoto Environment</a:t>
            </a:r>
            <a:endParaRPr b="0" lang="en-US" sz="2000" spc="-1" strike="noStrike">
              <a:solidFill>
                <a:srgbClr val="000000"/>
              </a:solidFill>
              <a:latin typeface="Arial"/>
            </a:endParaRPr>
          </a:p>
          <a:p>
            <a:pPr marL="285840" indent="-285120">
              <a:lnSpc>
                <a:spcPct val="100000"/>
              </a:lnSpc>
              <a:buClr>
                <a:srgbClr val="000000"/>
              </a:buClr>
              <a:buFont typeface="Arial"/>
              <a:buChar char="•"/>
            </a:pPr>
            <a:r>
              <a:rPr b="1" lang="en-US" sz="2000" spc="-1" strike="noStrike">
                <a:solidFill>
                  <a:srgbClr val="000000"/>
                </a:solidFill>
                <a:latin typeface="Calibri"/>
                <a:ea typeface="DejaVu Sans"/>
              </a:rPr>
              <a:t>(Log into remote machine)</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5" name="CustomShape 9"/>
          <p:cNvSpPr/>
          <p:nvPr/>
        </p:nvSpPr>
        <p:spPr>
          <a:xfrm>
            <a:off x="504000" y="302760"/>
            <a:ext cx="9068760" cy="67500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Calibri"/>
                <a:ea typeface="DejaVu Sans"/>
              </a:rPr>
              <a:t>Cross Compiling Kernel:</a:t>
            </a:r>
            <a:endParaRPr b="0" lang="en-US" sz="1800" spc="-1" strike="noStrike">
              <a:solidFill>
                <a:srgbClr val="000000"/>
              </a:solidFill>
              <a:latin typeface="Arial"/>
            </a:endParaRPr>
          </a:p>
          <a:p>
            <a:pPr marL="457200" indent="-456480">
              <a:lnSpc>
                <a:spcPct val="100000"/>
              </a:lnSpc>
              <a:buClr>
                <a:srgbClr val="000000"/>
              </a:buClr>
              <a:buFont typeface="OpenSymbol"/>
              <a:buAutoNum type="arabicPeriod"/>
            </a:pPr>
            <a:r>
              <a:rPr b="0" lang="en-US" sz="1800" spc="-1" strike="noStrike">
                <a:solidFill>
                  <a:srgbClr val="000000"/>
                </a:solidFill>
                <a:latin typeface="Calibri"/>
                <a:ea typeface="DejaVu Sans"/>
              </a:rPr>
              <a:t>Define ARCH and CROSS_COMPILE as environment variables: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	</a:t>
            </a:r>
            <a:r>
              <a:rPr b="1" lang="en-US" sz="1800" spc="-1" strike="noStrike">
                <a:solidFill>
                  <a:srgbClr val="000000"/>
                </a:solidFill>
                <a:latin typeface="Calibri"/>
                <a:ea typeface="DejaVu Sans"/>
              </a:rPr>
              <a:t>export ARCH=arm</a:t>
            </a:r>
            <a:endParaRPr b="0" lang="en-US" sz="1800" spc="-1" strike="noStrike">
              <a:solidFill>
                <a:srgbClr val="000000"/>
              </a:solidFill>
              <a:latin typeface="Arial"/>
            </a:endParaRPr>
          </a:p>
          <a:p>
            <a:pPr>
              <a:lnSpc>
                <a:spcPct val="100000"/>
              </a:lnSpc>
            </a:pPr>
            <a:r>
              <a:rPr b="1" lang="en-US" sz="1800" spc="-1" strike="noStrike">
                <a:solidFill>
                  <a:srgbClr val="000000"/>
                </a:solidFill>
                <a:latin typeface="Calibri"/>
                <a:ea typeface="DejaVu Sans"/>
              </a:rPr>
              <a:t>	</a:t>
            </a:r>
            <a:r>
              <a:rPr b="1" lang="en-US" sz="1800" spc="-1" strike="noStrike">
                <a:solidFill>
                  <a:srgbClr val="000000"/>
                </a:solidFill>
                <a:latin typeface="Calibri"/>
                <a:ea typeface="DejaVu Sans"/>
              </a:rPr>
              <a:t>export CROSS_COMPILE=arm-linux-guneabi-</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(Expecting your Development machine contains arm cross compiler</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    </a:t>
            </a:r>
            <a:r>
              <a:rPr b="1" lang="en-US" sz="1800" spc="-1" strike="noStrike">
                <a:solidFill>
                  <a:srgbClr val="000000"/>
                </a:solidFill>
                <a:latin typeface="Calibri"/>
                <a:ea typeface="DejaVu Sans"/>
              </a:rPr>
              <a:t>sudo apt-get install gcc-arm-linux-gnueabi</a:t>
            </a:r>
            <a:r>
              <a:rPr b="0" lang="en-US" sz="1800" spc="-1" strike="noStrike">
                <a:solidFill>
                  <a:srgbClr val="000000"/>
                </a:solidFill>
                <a:latin typeface="Calibri"/>
                <a:ea typeface="DejaVu Sans"/>
              </a:rPr>
              <a: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2. Now ﬁnd out the path and name of the cross-compiler executable by looking at the   contents of the package:</a:t>
            </a:r>
            <a:endParaRPr b="0" lang="en-US" sz="1800" spc="-1" strike="noStrike">
              <a:solidFill>
                <a:srgbClr val="000000"/>
              </a:solidFill>
              <a:latin typeface="Arial"/>
            </a:endParaRPr>
          </a:p>
          <a:p>
            <a:pPr>
              <a:lnSpc>
                <a:spcPct val="100000"/>
              </a:lnSpc>
            </a:pPr>
            <a:r>
              <a:rPr b="1" lang="en-US" sz="1800" spc="-1" strike="noStrike">
                <a:solidFill>
                  <a:srgbClr val="000000"/>
                </a:solidFill>
                <a:latin typeface="Calibri"/>
                <a:ea typeface="DejaVu Sans"/>
              </a:rPr>
              <a:t>dpkg -L gcc-arm-linux-gnueabi</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3. Default configuration  files available, per board or per-CPU family</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They are stored in </a:t>
            </a:r>
            <a:r>
              <a:rPr b="1" lang="en-US" sz="1800" spc="-1" strike="noStrike">
                <a:solidFill>
                  <a:srgbClr val="000000"/>
                </a:solidFill>
                <a:latin typeface="Calibri"/>
                <a:ea typeface="DejaVu Sans"/>
              </a:rPr>
              <a:t>arch/&lt;arch&gt;/configs/,</a:t>
            </a:r>
            <a:r>
              <a:rPr b="0" lang="en-US" sz="1800" spc="-1" strike="noStrike">
                <a:solidFill>
                  <a:srgbClr val="000000"/>
                </a:solidFill>
                <a:latin typeface="Calibri"/>
                <a:ea typeface="DejaVu Sans"/>
              </a:rPr>
              <a:t> and are just  minimal .config   This is the most common way of configuring a kernel for embedded platforms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To load a default configuration , just run</a:t>
            </a:r>
            <a:endParaRPr b="0" lang="en-US" sz="1800" spc="-1" strike="noStrike">
              <a:solidFill>
                <a:srgbClr val="000000"/>
              </a:solidFill>
              <a:latin typeface="Arial"/>
            </a:endParaRPr>
          </a:p>
          <a:p>
            <a:pPr>
              <a:lnSpc>
                <a:spcPct val="100000"/>
              </a:lnSpc>
            </a:pPr>
            <a:r>
              <a:rPr b="1" lang="en-US" sz="1800" spc="-1" strike="noStrike">
                <a:solidFill>
                  <a:srgbClr val="000000"/>
                </a:solidFill>
                <a:latin typeface="Calibri"/>
                <a:ea typeface="DejaVu Sans"/>
              </a:rPr>
              <a:t> </a:t>
            </a:r>
            <a:r>
              <a:rPr b="1" lang="en-US" sz="1800" spc="-1" strike="noStrike">
                <a:solidFill>
                  <a:srgbClr val="000000"/>
                </a:solidFill>
                <a:latin typeface="Calibri"/>
                <a:ea typeface="DejaVu Sans"/>
              </a:rPr>
              <a:t>make acme_defconfig </a:t>
            </a:r>
            <a:r>
              <a:rPr b="0" lang="en-US" sz="1800" spc="-1" strike="noStrike">
                <a:solidFill>
                  <a:srgbClr val="000000"/>
                </a:solidFill>
                <a:latin typeface="Calibri"/>
                <a:ea typeface="DejaVu Sans"/>
              </a:rPr>
              <a:t>I This will overwrite your existing .config  To create your own default configuration </a:t>
            </a:r>
            <a:r>
              <a:rPr b="1" lang="en-US" sz="1800" spc="-1" strike="noStrike">
                <a:solidFill>
                  <a:srgbClr val="000000"/>
                </a:solidFill>
                <a:latin typeface="Calibri"/>
                <a:ea typeface="DejaVu Sans"/>
              </a:rPr>
              <a:t> make savedefconfig</a:t>
            </a:r>
            <a:r>
              <a:rPr b="0" lang="en-US" sz="1800" spc="-1" strike="noStrike">
                <a:solidFill>
                  <a:srgbClr val="000000"/>
                </a:solidFill>
                <a:latin typeface="Calibri"/>
                <a:ea typeface="DejaVu Sans"/>
              </a:rPr>
              <a:t>, to create a minimal configuration file</a:t>
            </a:r>
            <a:endParaRPr b="0" lang="en-US" sz="1800" spc="-1" strike="noStrike">
              <a:solidFill>
                <a:srgbClr val="000000"/>
              </a:solidFill>
              <a:latin typeface="Arial"/>
            </a:endParaRPr>
          </a:p>
          <a:p>
            <a:pPr>
              <a:lnSpc>
                <a:spcPct val="100000"/>
              </a:lnSpc>
            </a:pPr>
            <a:r>
              <a:rPr b="1" lang="en-US" sz="1800" spc="-1" strike="noStrike">
                <a:solidFill>
                  <a:srgbClr val="000000"/>
                </a:solidFill>
                <a:latin typeface="Calibri"/>
                <a:ea typeface="DejaVu Sans"/>
              </a:rPr>
              <a:t> </a:t>
            </a:r>
            <a:r>
              <a:rPr b="1" lang="en-US" sz="1800" spc="-1" strike="noStrike">
                <a:solidFill>
                  <a:srgbClr val="000000"/>
                </a:solidFill>
                <a:latin typeface="Calibri"/>
                <a:ea typeface="DejaVu Sans"/>
              </a:rPr>
              <a:t>mv defconfig arch/&lt;arch&gt;/configs/myown_defconfig</a:t>
            </a:r>
            <a:endParaRPr b="0" lang="en-US" sz="1800" spc="-1" strike="noStrike">
              <a:solidFill>
                <a:srgbClr val="000000"/>
              </a:solidFill>
              <a:latin typeface="Arial"/>
            </a:endParaRPr>
          </a:p>
          <a:p>
            <a:pPr>
              <a:lnSpc>
                <a:spcPct val="100000"/>
              </a:lnSpc>
            </a:pPr>
            <a:r>
              <a:rPr b="1" lang="en-US" sz="1800" spc="-1" strike="noStrike">
                <a:solidFill>
                  <a:srgbClr val="000000"/>
                </a:solidFill>
                <a:latin typeface="Calibri"/>
                <a:ea typeface="DejaVu Sans"/>
              </a:rPr>
              <a:t>-&gt; make menuconfig</a:t>
            </a:r>
            <a:endParaRPr b="0" lang="en-US" sz="1800" spc="-1" strike="noStrike">
              <a:solidFill>
                <a:srgbClr val="000000"/>
              </a:solidFill>
              <a:latin typeface="Arial"/>
            </a:endParaRPr>
          </a:p>
          <a:p>
            <a:pPr>
              <a:lnSpc>
                <a:spcPct val="100000"/>
              </a:lnSpc>
            </a:pPr>
            <a:r>
              <a:rPr b="1" lang="en-US" sz="1800" spc="-1" strike="noStrike">
                <a:solidFill>
                  <a:srgbClr val="000000"/>
                </a:solidFill>
                <a:latin typeface="Calibri"/>
                <a:ea typeface="DejaVu Sans"/>
              </a:rPr>
              <a:t>-&gt; make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Copy the final kernel image to the target storage it  can be </a:t>
            </a:r>
            <a:endParaRPr b="0" lang="en-US" sz="1800" spc="-1" strike="noStrike">
              <a:solidFill>
                <a:srgbClr val="000000"/>
              </a:solidFill>
              <a:latin typeface="Arial"/>
            </a:endParaRPr>
          </a:p>
          <a:p>
            <a:pPr>
              <a:lnSpc>
                <a:spcPct val="100000"/>
              </a:lnSpc>
            </a:pPr>
            <a:r>
              <a:rPr b="1" lang="en-US" sz="1800" spc="-1" strike="noStrike">
                <a:solidFill>
                  <a:srgbClr val="000000"/>
                </a:solidFill>
                <a:latin typeface="Calibri"/>
                <a:ea typeface="DejaVu Sans"/>
              </a:rPr>
              <a:t>uImage, zImage, vmlinux, bzImage in arch/&lt;arch&gt;/boot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Copying the Device Tree Blob might be necessary as well, they are available in </a:t>
            </a:r>
            <a:r>
              <a:rPr b="1" lang="en-US" sz="1800" spc="-1" strike="noStrike">
                <a:solidFill>
                  <a:srgbClr val="000000"/>
                </a:solidFill>
                <a:latin typeface="Calibri"/>
                <a:ea typeface="DejaVu Sans"/>
              </a:rPr>
              <a:t>arch/&lt;arch&gt;/boot/dts</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6" name="CustomShape 11"/>
          <p:cNvSpPr/>
          <p:nvPr/>
        </p:nvSpPr>
        <p:spPr>
          <a:xfrm>
            <a:off x="419760" y="167760"/>
            <a:ext cx="9572760" cy="53305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99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The outline steps are as fallows </a:t>
            </a:r>
            <a:r>
              <a:rPr b="1" lang="en-US" sz="1800" spc="-1" strike="noStrike">
                <a:solidFill>
                  <a:srgbClr val="000000"/>
                </a:solidFill>
                <a:latin typeface="Calibri"/>
                <a:ea typeface="DejaVu Sans"/>
              </a:rPr>
              <a:t>(bootm command)</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1. Check the kernel image is in Legacy format, then check Magic, CRC,…</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2. Check if the image type if Multi image,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If it is multi image then extract all information based on number of components in multi image. Based on standard multi image header,  it will fill the fallowing fields in image structure with the structure variable name bootm_headers_t images;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3. It invokes</a:t>
            </a:r>
            <a:r>
              <a:rPr b="1" lang="en-US" sz="1800" spc="-1" strike="noStrike">
                <a:solidFill>
                  <a:srgbClr val="000000"/>
                </a:solidFill>
                <a:latin typeface="Calibri"/>
                <a:ea typeface="DejaVu Sans"/>
              </a:rPr>
              <a:t> int do_bootm_linux(int flag, int argc, char * const argv[], bootm_headers_t *images)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4 .static void boot_jump_linux(bootm_headers_t *images)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5 . (*kernel) (kbd, initrd_start, initrd_end,  cmd_start, cmd_end, 0, 0);</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1" lang="en-US" sz="1800" spc="-1" strike="noStrike">
                <a:solidFill>
                  <a:srgbClr val="000000"/>
                </a:solidFill>
                <a:latin typeface="Calibri"/>
                <a:ea typeface="DejaVu Sans"/>
              </a:rPr>
              <a:t>Multi Component Image: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mkimage -A powerpc -O Linux -T multi -a 0x0000000 -e 0x000000  -n 'Multi image' -d zimage.bin.gz:fsl-image-core-p5040ds-20131215171719.rootfs.ext2.gz:uImage-p5040ds.dtb Multigrain1</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47" name="Picture 2_9" descr="image001"/>
          <p:cNvPicPr/>
          <p:nvPr/>
        </p:nvPicPr>
        <p:blipFill>
          <a:blip r:embed="rId1"/>
          <a:stretch/>
        </p:blipFill>
        <p:spPr>
          <a:xfrm>
            <a:off x="288000" y="504000"/>
            <a:ext cx="9593640" cy="6996960"/>
          </a:xfrm>
          <a:prstGeom prst="rect">
            <a:avLst/>
          </a:prstGeom>
          <a:ln w="0">
            <a:noFill/>
          </a:ln>
        </p:spPr>
      </p:pic>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8" name="CustomShape 12"/>
          <p:cNvSpPr/>
          <p:nvPr/>
        </p:nvSpPr>
        <p:spPr>
          <a:xfrm>
            <a:off x="335880" y="251640"/>
            <a:ext cx="9236520" cy="63990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800" spc="-1" strike="noStrike">
                <a:solidFill>
                  <a:srgbClr val="000000"/>
                </a:solidFill>
                <a:latin typeface="Calibri"/>
                <a:ea typeface="DejaVu Sans"/>
              </a:rPr>
              <a:t>typedef struct image_header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uint32_t   ih_magic;  /* Image Header Magic Number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uint32_t   ih_hcrc;   /* Image Header CRC Checksum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uint32_t   ih_time;   /* Image Creation Timestamp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uint32_t   ih_size;   /* Image Data Size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uint32_t   ih_load;   /* Data    Load  Address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uint32_t   ih_ep;          /* Entry Point Address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uint32_t   ih_dcrc;   /* Image Data CRC Checksum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uint8_t         ih_os;          /* Operating System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uint8_t         ih_arch;   /* CPU architecture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uint8_t         ih_type;   /* Image Type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uint8_t         ih_comp;   /* Compression Type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uint8_t         ih_name[IH_NMLEN];   /* Image Name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 image_header_t;</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typedef struct image_info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ulong      start, end;          /* start/end of blob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ulong      image_start, image_len; /* start of image within blob, len of image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ulong      load;           /* load addr for the image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uint8_t         comp, type, os;      /* compression, type of image, os type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 image_info_t;</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9" name="CustomShape 13"/>
          <p:cNvSpPr/>
          <p:nvPr/>
        </p:nvSpPr>
        <p:spPr>
          <a:xfrm>
            <a:off x="72000" y="-33840"/>
            <a:ext cx="9656640" cy="90507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200" spc="-1" strike="noStrike">
                <a:solidFill>
                  <a:srgbClr val="000000"/>
                </a:solidFill>
                <a:latin typeface="Calibri"/>
                <a:ea typeface="DejaVu Sans"/>
              </a:rPr>
              <a:t>/*</a:t>
            </a:r>
            <a:endParaRPr b="0" lang="en-US" sz="1200" spc="-1" strike="noStrike">
              <a:solidFill>
                <a:srgbClr val="000000"/>
              </a:solidFill>
              <a:latin typeface="Arial"/>
            </a:endParaRPr>
          </a:p>
          <a:p>
            <a:pPr>
              <a:lnSpc>
                <a:spcPct val="100000"/>
              </a:lnSpc>
            </a:pPr>
            <a:r>
              <a:rPr b="0" lang="en-US" sz="1200" spc="-1" strike="noStrike">
                <a:solidFill>
                  <a:srgbClr val="000000"/>
                </a:solidFill>
                <a:latin typeface="Calibri"/>
                <a:ea typeface="DejaVu Sans"/>
              </a:rPr>
              <a:t>* Legacy and FIT format headers used by do_bootm() and do_bootm_&lt;os&gt;()</a:t>
            </a:r>
            <a:endParaRPr b="0" lang="en-US" sz="1200" spc="-1" strike="noStrike">
              <a:solidFill>
                <a:srgbClr val="000000"/>
              </a:solidFill>
              <a:latin typeface="Arial"/>
            </a:endParaRPr>
          </a:p>
          <a:p>
            <a:pPr>
              <a:lnSpc>
                <a:spcPct val="100000"/>
              </a:lnSpc>
            </a:pPr>
            <a:r>
              <a:rPr b="0" lang="en-US" sz="1200" spc="-1" strike="noStrike">
                <a:solidFill>
                  <a:srgbClr val="000000"/>
                </a:solidFill>
                <a:latin typeface="Calibri"/>
                <a:ea typeface="DejaVu Sans"/>
              </a:rPr>
              <a:t>* routines.</a:t>
            </a:r>
            <a:endParaRPr b="0" lang="en-US" sz="1200" spc="-1" strike="noStrike">
              <a:solidFill>
                <a:srgbClr val="000000"/>
              </a:solidFill>
              <a:latin typeface="Arial"/>
            </a:endParaRPr>
          </a:p>
          <a:p>
            <a:pPr>
              <a:lnSpc>
                <a:spcPct val="100000"/>
              </a:lnSpc>
            </a:pPr>
            <a:r>
              <a:rPr b="0" lang="en-US" sz="1200" spc="-1" strike="noStrike">
                <a:solidFill>
                  <a:srgbClr val="000000"/>
                </a:solidFill>
                <a:latin typeface="Calibri"/>
                <a:ea typeface="DejaVu Sans"/>
              </a:rPr>
              <a:t>*/</a:t>
            </a:r>
            <a:endParaRPr b="0" lang="en-US" sz="1200" spc="-1" strike="noStrike">
              <a:solidFill>
                <a:srgbClr val="000000"/>
              </a:solidFill>
              <a:latin typeface="Arial"/>
            </a:endParaRPr>
          </a:p>
          <a:p>
            <a:pPr>
              <a:lnSpc>
                <a:spcPct val="100000"/>
              </a:lnSpc>
            </a:pPr>
            <a:r>
              <a:rPr b="0" lang="en-US" sz="1200" spc="-1" strike="noStrike">
                <a:solidFill>
                  <a:srgbClr val="000000"/>
                </a:solidFill>
                <a:latin typeface="Calibri"/>
                <a:ea typeface="DejaVu Sans"/>
              </a:rPr>
              <a:t>typedef struct bootm_headers {</a:t>
            </a:r>
            <a:endParaRPr b="0" lang="en-US" sz="1200" spc="-1" strike="noStrike">
              <a:solidFill>
                <a:srgbClr val="000000"/>
              </a:solidFill>
              <a:latin typeface="Arial"/>
            </a:endParaRPr>
          </a:p>
          <a:p>
            <a:pPr>
              <a:lnSpc>
                <a:spcPct val="100000"/>
              </a:lnSpc>
            </a:pPr>
            <a:r>
              <a:rPr b="0" lang="en-US" sz="1200" spc="-1" strike="noStrike">
                <a:solidFill>
                  <a:srgbClr val="000000"/>
                </a:solidFill>
                <a:latin typeface="Calibri"/>
                <a:ea typeface="DejaVu Sans"/>
              </a:rPr>
              <a:t>     </a:t>
            </a:r>
            <a:r>
              <a:rPr b="0" lang="en-US" sz="1200" spc="-1" strike="noStrike">
                <a:solidFill>
                  <a:srgbClr val="000000"/>
                </a:solidFill>
                <a:latin typeface="Calibri"/>
                <a:ea typeface="DejaVu Sans"/>
              </a:rPr>
              <a:t>/*</a:t>
            </a:r>
            <a:endParaRPr b="0" lang="en-US" sz="1200" spc="-1" strike="noStrike">
              <a:solidFill>
                <a:srgbClr val="000000"/>
              </a:solidFill>
              <a:latin typeface="Arial"/>
            </a:endParaRPr>
          </a:p>
          <a:p>
            <a:pPr>
              <a:lnSpc>
                <a:spcPct val="100000"/>
              </a:lnSpc>
            </a:pPr>
            <a:r>
              <a:rPr b="0" lang="en-US" sz="1200" spc="-1" strike="noStrike">
                <a:solidFill>
                  <a:srgbClr val="000000"/>
                </a:solidFill>
                <a:latin typeface="Calibri"/>
                <a:ea typeface="DejaVu Sans"/>
              </a:rPr>
              <a:t>     </a:t>
            </a:r>
            <a:r>
              <a:rPr b="0" lang="en-US" sz="1200" spc="-1" strike="noStrike">
                <a:solidFill>
                  <a:srgbClr val="000000"/>
                </a:solidFill>
                <a:latin typeface="Calibri"/>
                <a:ea typeface="DejaVu Sans"/>
              </a:rPr>
              <a:t>* Legacy os image header, if it is a multi component image</a:t>
            </a:r>
            <a:endParaRPr b="0" lang="en-US" sz="1200" spc="-1" strike="noStrike">
              <a:solidFill>
                <a:srgbClr val="000000"/>
              </a:solidFill>
              <a:latin typeface="Arial"/>
            </a:endParaRPr>
          </a:p>
          <a:p>
            <a:pPr>
              <a:lnSpc>
                <a:spcPct val="100000"/>
              </a:lnSpc>
            </a:pPr>
            <a:r>
              <a:rPr b="0" lang="en-US" sz="1200" spc="-1" strike="noStrike">
                <a:solidFill>
                  <a:srgbClr val="000000"/>
                </a:solidFill>
                <a:latin typeface="Calibri"/>
                <a:ea typeface="DejaVu Sans"/>
              </a:rPr>
              <a:t>     </a:t>
            </a:r>
            <a:r>
              <a:rPr b="0" lang="en-US" sz="1200" spc="-1" strike="noStrike">
                <a:solidFill>
                  <a:srgbClr val="000000"/>
                </a:solidFill>
                <a:latin typeface="Calibri"/>
                <a:ea typeface="DejaVu Sans"/>
              </a:rPr>
              <a:t>* then boot_get_ramdisk() and get_fdt() will attempt to get</a:t>
            </a:r>
            <a:endParaRPr b="0" lang="en-US" sz="1200" spc="-1" strike="noStrike">
              <a:solidFill>
                <a:srgbClr val="000000"/>
              </a:solidFill>
              <a:latin typeface="Arial"/>
            </a:endParaRPr>
          </a:p>
          <a:p>
            <a:pPr>
              <a:lnSpc>
                <a:spcPct val="100000"/>
              </a:lnSpc>
            </a:pPr>
            <a:r>
              <a:rPr b="0" lang="en-US" sz="1200" spc="-1" strike="noStrike">
                <a:solidFill>
                  <a:srgbClr val="000000"/>
                </a:solidFill>
                <a:latin typeface="Calibri"/>
                <a:ea typeface="DejaVu Sans"/>
              </a:rPr>
              <a:t>     </a:t>
            </a:r>
            <a:r>
              <a:rPr b="0" lang="en-US" sz="1200" spc="-1" strike="noStrike">
                <a:solidFill>
                  <a:srgbClr val="000000"/>
                </a:solidFill>
                <a:latin typeface="Calibri"/>
                <a:ea typeface="DejaVu Sans"/>
              </a:rPr>
              <a:t>* data from second and third component accordingly.</a:t>
            </a:r>
            <a:endParaRPr b="0" lang="en-US" sz="1200" spc="-1" strike="noStrike">
              <a:solidFill>
                <a:srgbClr val="000000"/>
              </a:solidFill>
              <a:latin typeface="Arial"/>
            </a:endParaRPr>
          </a:p>
          <a:p>
            <a:pPr>
              <a:lnSpc>
                <a:spcPct val="100000"/>
              </a:lnSpc>
            </a:pPr>
            <a:r>
              <a:rPr b="0" lang="en-US" sz="1200" spc="-1" strike="noStrike">
                <a:solidFill>
                  <a:srgbClr val="000000"/>
                </a:solidFill>
                <a:latin typeface="Calibri"/>
                <a:ea typeface="DejaVu Sans"/>
              </a:rPr>
              <a:t>     </a:t>
            </a:r>
            <a:r>
              <a:rPr b="0" lang="en-US" sz="1200" spc="-1" strike="noStrike">
                <a:solidFill>
                  <a:srgbClr val="000000"/>
                </a:solidFill>
                <a:latin typeface="Calibri"/>
                <a:ea typeface="DejaVu Sans"/>
              </a:rPr>
              <a:t>*/</a:t>
            </a:r>
            <a:endParaRPr b="0" lang="en-US" sz="1200" spc="-1" strike="noStrike">
              <a:solidFill>
                <a:srgbClr val="000000"/>
              </a:solidFill>
              <a:latin typeface="Arial"/>
            </a:endParaRPr>
          </a:p>
          <a:p>
            <a:pPr>
              <a:lnSpc>
                <a:spcPct val="100000"/>
              </a:lnSpc>
            </a:pPr>
            <a:r>
              <a:rPr b="0" lang="en-US" sz="1200" spc="-1" strike="noStrike">
                <a:solidFill>
                  <a:srgbClr val="000000"/>
                </a:solidFill>
                <a:latin typeface="Calibri"/>
                <a:ea typeface="DejaVu Sans"/>
              </a:rPr>
              <a:t>     </a:t>
            </a:r>
            <a:r>
              <a:rPr b="0" lang="en-US" sz="1200" spc="-1" strike="noStrike">
                <a:solidFill>
                  <a:srgbClr val="000000"/>
                </a:solidFill>
                <a:latin typeface="Calibri"/>
                <a:ea typeface="DejaVu Sans"/>
              </a:rPr>
              <a:t>image_header_t  *legacy_hdr_os;      /* image header pointer */</a:t>
            </a:r>
            <a:endParaRPr b="0" lang="en-US" sz="1200" spc="-1" strike="noStrike">
              <a:solidFill>
                <a:srgbClr val="000000"/>
              </a:solidFill>
              <a:latin typeface="Arial"/>
            </a:endParaRPr>
          </a:p>
          <a:p>
            <a:pPr>
              <a:lnSpc>
                <a:spcPct val="100000"/>
              </a:lnSpc>
            </a:pPr>
            <a:r>
              <a:rPr b="0" lang="en-US" sz="1200" spc="-1" strike="noStrike">
                <a:solidFill>
                  <a:srgbClr val="000000"/>
                </a:solidFill>
                <a:latin typeface="Calibri"/>
                <a:ea typeface="DejaVu Sans"/>
              </a:rPr>
              <a:t>     </a:t>
            </a:r>
            <a:r>
              <a:rPr b="0" lang="en-US" sz="1200" spc="-1" strike="noStrike">
                <a:solidFill>
                  <a:srgbClr val="000000"/>
                </a:solidFill>
                <a:latin typeface="Calibri"/>
                <a:ea typeface="DejaVu Sans"/>
              </a:rPr>
              <a:t>image_header_t  legacy_hdr_os_copy;  /* header copy */</a:t>
            </a:r>
            <a:endParaRPr b="0" lang="en-US" sz="1200" spc="-1" strike="noStrike">
              <a:solidFill>
                <a:srgbClr val="000000"/>
              </a:solidFill>
              <a:latin typeface="Arial"/>
            </a:endParaRPr>
          </a:p>
          <a:p>
            <a:pPr>
              <a:lnSpc>
                <a:spcPct val="100000"/>
              </a:lnSpc>
            </a:pPr>
            <a:r>
              <a:rPr b="0" lang="en-US" sz="1200" spc="-1" strike="noStrike">
                <a:solidFill>
                  <a:srgbClr val="000000"/>
                </a:solidFill>
                <a:latin typeface="Calibri"/>
                <a:ea typeface="DejaVu Sans"/>
              </a:rPr>
              <a:t>     </a:t>
            </a:r>
            <a:r>
              <a:rPr b="0" lang="en-US" sz="1200" spc="-1" strike="noStrike">
                <a:solidFill>
                  <a:srgbClr val="000000"/>
                </a:solidFill>
                <a:latin typeface="Calibri"/>
                <a:ea typeface="DejaVu Sans"/>
              </a:rPr>
              <a:t>ulong      legacy_hdr_valid;</a:t>
            </a:r>
            <a:endParaRPr b="0" lang="en-US" sz="1200" spc="-1" strike="noStrike">
              <a:solidFill>
                <a:srgbClr val="000000"/>
              </a:solidFill>
              <a:latin typeface="Arial"/>
            </a:endParaRPr>
          </a:p>
          <a:p>
            <a:pPr>
              <a:lnSpc>
                <a:spcPct val="100000"/>
              </a:lnSpc>
            </a:pPr>
            <a:r>
              <a:rPr b="0" lang="en-US" sz="1200" spc="-1" strike="noStrike">
                <a:solidFill>
                  <a:srgbClr val="000000"/>
                </a:solidFill>
                <a:latin typeface="Calibri"/>
                <a:ea typeface="DejaVu Sans"/>
              </a:rPr>
              <a:t> </a:t>
            </a:r>
            <a:endParaRPr b="0" lang="en-US" sz="1200" spc="-1" strike="noStrike">
              <a:solidFill>
                <a:srgbClr val="000000"/>
              </a:solidFill>
              <a:latin typeface="Arial"/>
            </a:endParaRPr>
          </a:p>
          <a:p>
            <a:pPr>
              <a:lnSpc>
                <a:spcPct val="100000"/>
              </a:lnSpc>
            </a:pPr>
            <a:r>
              <a:rPr b="0" lang="en-US" sz="1200" spc="-1" strike="noStrike">
                <a:solidFill>
                  <a:srgbClr val="000000"/>
                </a:solidFill>
                <a:latin typeface="Calibri"/>
                <a:ea typeface="DejaVu Sans"/>
              </a:rPr>
              <a:t>#if defined(CONFIG_FIT)</a:t>
            </a:r>
            <a:endParaRPr b="0" lang="en-US" sz="1200" spc="-1" strike="noStrike">
              <a:solidFill>
                <a:srgbClr val="000000"/>
              </a:solidFill>
              <a:latin typeface="Arial"/>
            </a:endParaRPr>
          </a:p>
          <a:p>
            <a:pPr>
              <a:lnSpc>
                <a:spcPct val="100000"/>
              </a:lnSpc>
            </a:pPr>
            <a:r>
              <a:rPr b="0" lang="en-US" sz="1200" spc="-1" strike="noStrike">
                <a:solidFill>
                  <a:srgbClr val="000000"/>
                </a:solidFill>
                <a:latin typeface="Calibri"/>
                <a:ea typeface="DejaVu Sans"/>
              </a:rPr>
              <a:t>     </a:t>
            </a:r>
            <a:r>
              <a:rPr b="0" lang="en-US" sz="1200" spc="-1" strike="noStrike">
                <a:solidFill>
                  <a:srgbClr val="000000"/>
                </a:solidFill>
                <a:latin typeface="Calibri"/>
                <a:ea typeface="DejaVu Sans"/>
              </a:rPr>
              <a:t>const char *fit_uname_cfg; /* configuration node unit name */</a:t>
            </a:r>
            <a:endParaRPr b="0" lang="en-US" sz="1200" spc="-1" strike="noStrike">
              <a:solidFill>
                <a:srgbClr val="000000"/>
              </a:solidFill>
              <a:latin typeface="Arial"/>
            </a:endParaRPr>
          </a:p>
          <a:p>
            <a:pPr>
              <a:lnSpc>
                <a:spcPct val="100000"/>
              </a:lnSpc>
            </a:pPr>
            <a:r>
              <a:rPr b="0" lang="en-US" sz="1200" spc="-1" strike="noStrike">
                <a:solidFill>
                  <a:srgbClr val="000000"/>
                </a:solidFill>
                <a:latin typeface="Calibri"/>
                <a:ea typeface="DejaVu Sans"/>
              </a:rPr>
              <a:t> </a:t>
            </a:r>
            <a:endParaRPr b="0" lang="en-US" sz="1200" spc="-1" strike="noStrike">
              <a:solidFill>
                <a:srgbClr val="000000"/>
              </a:solidFill>
              <a:latin typeface="Arial"/>
            </a:endParaRPr>
          </a:p>
          <a:p>
            <a:pPr>
              <a:lnSpc>
                <a:spcPct val="100000"/>
              </a:lnSpc>
            </a:pPr>
            <a:r>
              <a:rPr b="0" lang="en-US" sz="1200" spc="-1" strike="noStrike">
                <a:solidFill>
                  <a:srgbClr val="000000"/>
                </a:solidFill>
                <a:latin typeface="Calibri"/>
                <a:ea typeface="DejaVu Sans"/>
              </a:rPr>
              <a:t>     </a:t>
            </a:r>
            <a:r>
              <a:rPr b="0" lang="en-US" sz="1200" spc="-1" strike="noStrike">
                <a:solidFill>
                  <a:srgbClr val="000000"/>
                </a:solidFill>
                <a:latin typeface="Calibri"/>
                <a:ea typeface="DejaVu Sans"/>
              </a:rPr>
              <a:t>void       *fit_hdr_os;    /* os FIT image header */</a:t>
            </a:r>
            <a:endParaRPr b="0" lang="en-US" sz="1200" spc="-1" strike="noStrike">
              <a:solidFill>
                <a:srgbClr val="000000"/>
              </a:solidFill>
              <a:latin typeface="Arial"/>
            </a:endParaRPr>
          </a:p>
          <a:p>
            <a:pPr>
              <a:lnSpc>
                <a:spcPct val="100000"/>
              </a:lnSpc>
            </a:pPr>
            <a:r>
              <a:rPr b="0" lang="en-US" sz="1200" spc="-1" strike="noStrike">
                <a:solidFill>
                  <a:srgbClr val="000000"/>
                </a:solidFill>
                <a:latin typeface="Calibri"/>
                <a:ea typeface="DejaVu Sans"/>
              </a:rPr>
              <a:t>     </a:t>
            </a:r>
            <a:r>
              <a:rPr b="0" lang="en-US" sz="1200" spc="-1" strike="noStrike">
                <a:solidFill>
                  <a:srgbClr val="000000"/>
                </a:solidFill>
                <a:latin typeface="Calibri"/>
                <a:ea typeface="DejaVu Sans"/>
              </a:rPr>
              <a:t>const char *fit_uname_os;  /* os subimage node unit name */</a:t>
            </a:r>
            <a:endParaRPr b="0" lang="en-US" sz="1200" spc="-1" strike="noStrike">
              <a:solidFill>
                <a:srgbClr val="000000"/>
              </a:solidFill>
              <a:latin typeface="Arial"/>
            </a:endParaRPr>
          </a:p>
          <a:p>
            <a:pPr>
              <a:lnSpc>
                <a:spcPct val="100000"/>
              </a:lnSpc>
            </a:pPr>
            <a:r>
              <a:rPr b="0" lang="en-US" sz="1200" spc="-1" strike="noStrike">
                <a:solidFill>
                  <a:srgbClr val="000000"/>
                </a:solidFill>
                <a:latin typeface="Calibri"/>
                <a:ea typeface="DejaVu Sans"/>
              </a:rPr>
              <a:t>     </a:t>
            </a:r>
            <a:r>
              <a:rPr b="0" lang="en-US" sz="1200" spc="-1" strike="noStrike">
                <a:solidFill>
                  <a:srgbClr val="000000"/>
                </a:solidFill>
                <a:latin typeface="Calibri"/>
                <a:ea typeface="DejaVu Sans"/>
              </a:rPr>
              <a:t>int        fit_noffset_os; /* os subimage node offset */</a:t>
            </a:r>
            <a:endParaRPr b="0" lang="en-US" sz="1200" spc="-1" strike="noStrike">
              <a:solidFill>
                <a:srgbClr val="000000"/>
              </a:solidFill>
              <a:latin typeface="Arial"/>
            </a:endParaRPr>
          </a:p>
          <a:p>
            <a:pPr>
              <a:lnSpc>
                <a:spcPct val="100000"/>
              </a:lnSpc>
            </a:pPr>
            <a:r>
              <a:rPr b="0" lang="en-US" sz="1200" spc="-1" strike="noStrike">
                <a:solidFill>
                  <a:srgbClr val="000000"/>
                </a:solidFill>
                <a:latin typeface="Calibri"/>
                <a:ea typeface="DejaVu Sans"/>
              </a:rPr>
              <a:t> </a:t>
            </a:r>
            <a:endParaRPr b="0" lang="en-US" sz="1200" spc="-1" strike="noStrike">
              <a:solidFill>
                <a:srgbClr val="000000"/>
              </a:solidFill>
              <a:latin typeface="Arial"/>
            </a:endParaRPr>
          </a:p>
          <a:p>
            <a:pPr>
              <a:lnSpc>
                <a:spcPct val="100000"/>
              </a:lnSpc>
            </a:pPr>
            <a:r>
              <a:rPr b="0" lang="en-US" sz="1200" spc="-1" strike="noStrike">
                <a:solidFill>
                  <a:srgbClr val="000000"/>
                </a:solidFill>
                <a:latin typeface="Calibri"/>
                <a:ea typeface="DejaVu Sans"/>
              </a:rPr>
              <a:t>     </a:t>
            </a:r>
            <a:r>
              <a:rPr b="0" lang="en-US" sz="1200" spc="-1" strike="noStrike">
                <a:solidFill>
                  <a:srgbClr val="000000"/>
                </a:solidFill>
                <a:latin typeface="Calibri"/>
                <a:ea typeface="DejaVu Sans"/>
              </a:rPr>
              <a:t>void       *fit_hdr_rd;    /* init ramdisk FIT image header */</a:t>
            </a:r>
            <a:endParaRPr b="0" lang="en-US" sz="1200" spc="-1" strike="noStrike">
              <a:solidFill>
                <a:srgbClr val="000000"/>
              </a:solidFill>
              <a:latin typeface="Arial"/>
            </a:endParaRPr>
          </a:p>
          <a:p>
            <a:pPr>
              <a:lnSpc>
                <a:spcPct val="100000"/>
              </a:lnSpc>
            </a:pPr>
            <a:r>
              <a:rPr b="0" lang="en-US" sz="1200" spc="-1" strike="noStrike">
                <a:solidFill>
                  <a:srgbClr val="000000"/>
                </a:solidFill>
                <a:latin typeface="Calibri"/>
                <a:ea typeface="DejaVu Sans"/>
              </a:rPr>
              <a:t>     </a:t>
            </a:r>
            <a:r>
              <a:rPr b="0" lang="en-US" sz="1200" spc="-1" strike="noStrike">
                <a:solidFill>
                  <a:srgbClr val="000000"/>
                </a:solidFill>
                <a:latin typeface="Calibri"/>
                <a:ea typeface="DejaVu Sans"/>
              </a:rPr>
              <a:t>const char *fit_uname_rd;  /* init ramdisk subimage node unit name */</a:t>
            </a:r>
            <a:endParaRPr b="0" lang="en-US" sz="1200" spc="-1" strike="noStrike">
              <a:solidFill>
                <a:srgbClr val="000000"/>
              </a:solidFill>
              <a:latin typeface="Arial"/>
            </a:endParaRPr>
          </a:p>
          <a:p>
            <a:pPr>
              <a:lnSpc>
                <a:spcPct val="100000"/>
              </a:lnSpc>
            </a:pPr>
            <a:r>
              <a:rPr b="0" lang="en-US" sz="1200" spc="-1" strike="noStrike">
                <a:solidFill>
                  <a:srgbClr val="000000"/>
                </a:solidFill>
                <a:latin typeface="Calibri"/>
                <a:ea typeface="DejaVu Sans"/>
              </a:rPr>
              <a:t>     </a:t>
            </a:r>
            <a:r>
              <a:rPr b="0" lang="en-US" sz="1200" spc="-1" strike="noStrike">
                <a:solidFill>
                  <a:srgbClr val="000000"/>
                </a:solidFill>
                <a:latin typeface="Calibri"/>
                <a:ea typeface="DejaVu Sans"/>
              </a:rPr>
              <a:t>int        fit_noffset_rd; /* init ramdisk subimage node offset */</a:t>
            </a:r>
            <a:endParaRPr b="0" lang="en-US" sz="1200" spc="-1" strike="noStrike">
              <a:solidFill>
                <a:srgbClr val="000000"/>
              </a:solidFill>
              <a:latin typeface="Arial"/>
            </a:endParaRPr>
          </a:p>
          <a:p>
            <a:pPr>
              <a:lnSpc>
                <a:spcPct val="100000"/>
              </a:lnSpc>
            </a:pPr>
            <a:r>
              <a:rPr b="0" lang="en-US" sz="1200" spc="-1" strike="noStrike">
                <a:solidFill>
                  <a:srgbClr val="000000"/>
                </a:solidFill>
                <a:latin typeface="Calibri"/>
                <a:ea typeface="DejaVu Sans"/>
              </a:rPr>
              <a:t> </a:t>
            </a:r>
            <a:endParaRPr b="0" lang="en-US" sz="1200" spc="-1" strike="noStrike">
              <a:solidFill>
                <a:srgbClr val="000000"/>
              </a:solidFill>
              <a:latin typeface="Arial"/>
            </a:endParaRPr>
          </a:p>
          <a:p>
            <a:pPr>
              <a:lnSpc>
                <a:spcPct val="100000"/>
              </a:lnSpc>
            </a:pPr>
            <a:r>
              <a:rPr b="0" lang="en-US" sz="1200" spc="-1" strike="noStrike">
                <a:solidFill>
                  <a:srgbClr val="000000"/>
                </a:solidFill>
                <a:latin typeface="Calibri"/>
                <a:ea typeface="DejaVu Sans"/>
              </a:rPr>
              <a:t>     </a:t>
            </a:r>
            <a:r>
              <a:rPr b="0" lang="en-US" sz="1200" spc="-1" strike="noStrike">
                <a:solidFill>
                  <a:srgbClr val="000000"/>
                </a:solidFill>
                <a:latin typeface="Calibri"/>
                <a:ea typeface="DejaVu Sans"/>
              </a:rPr>
              <a:t>void       *fit_hdr_fdt;   /* FDT blob FIT image header */</a:t>
            </a:r>
            <a:endParaRPr b="0" lang="en-US" sz="1200" spc="-1" strike="noStrike">
              <a:solidFill>
                <a:srgbClr val="000000"/>
              </a:solidFill>
              <a:latin typeface="Arial"/>
            </a:endParaRPr>
          </a:p>
          <a:p>
            <a:pPr>
              <a:lnSpc>
                <a:spcPct val="100000"/>
              </a:lnSpc>
            </a:pPr>
            <a:r>
              <a:rPr b="0" lang="en-US" sz="1200" spc="-1" strike="noStrike">
                <a:solidFill>
                  <a:srgbClr val="000000"/>
                </a:solidFill>
                <a:latin typeface="Calibri"/>
                <a:ea typeface="DejaVu Sans"/>
              </a:rPr>
              <a:t>     </a:t>
            </a:r>
            <a:r>
              <a:rPr b="0" lang="en-US" sz="1200" spc="-1" strike="noStrike">
                <a:solidFill>
                  <a:srgbClr val="000000"/>
                </a:solidFill>
                <a:latin typeface="Calibri"/>
                <a:ea typeface="DejaVu Sans"/>
              </a:rPr>
              <a:t>const char *fit_uname_fdt; /* FDT blob subimage node unit name */</a:t>
            </a:r>
            <a:endParaRPr b="0" lang="en-US" sz="1200" spc="-1" strike="noStrike">
              <a:solidFill>
                <a:srgbClr val="000000"/>
              </a:solidFill>
              <a:latin typeface="Arial"/>
            </a:endParaRPr>
          </a:p>
          <a:p>
            <a:pPr>
              <a:lnSpc>
                <a:spcPct val="100000"/>
              </a:lnSpc>
            </a:pPr>
            <a:r>
              <a:rPr b="0" lang="en-US" sz="1200" spc="-1" strike="noStrike">
                <a:solidFill>
                  <a:srgbClr val="000000"/>
                </a:solidFill>
                <a:latin typeface="Calibri"/>
                <a:ea typeface="DejaVu Sans"/>
              </a:rPr>
              <a:t>     </a:t>
            </a:r>
            <a:r>
              <a:rPr b="0" lang="en-US" sz="1200" spc="-1" strike="noStrike">
                <a:solidFill>
                  <a:srgbClr val="000000"/>
                </a:solidFill>
                <a:latin typeface="Calibri"/>
                <a:ea typeface="DejaVu Sans"/>
              </a:rPr>
              <a:t>int        fit_noffset_fdt;/* FDT blob subimage node offset */</a:t>
            </a:r>
            <a:endParaRPr b="0" lang="en-US" sz="1200" spc="-1" strike="noStrike">
              <a:solidFill>
                <a:srgbClr val="000000"/>
              </a:solidFill>
              <a:latin typeface="Arial"/>
            </a:endParaRPr>
          </a:p>
          <a:p>
            <a:pPr>
              <a:lnSpc>
                <a:spcPct val="100000"/>
              </a:lnSpc>
            </a:pPr>
            <a:r>
              <a:rPr b="0" lang="en-US" sz="1200" spc="-1" strike="noStrike">
                <a:solidFill>
                  <a:srgbClr val="000000"/>
                </a:solidFill>
                <a:latin typeface="Calibri"/>
                <a:ea typeface="DejaVu Sans"/>
              </a:rPr>
              <a:t>#endif</a:t>
            </a:r>
            <a:endParaRPr b="0" lang="en-US" sz="1200" spc="-1" strike="noStrike">
              <a:solidFill>
                <a:srgbClr val="000000"/>
              </a:solidFill>
              <a:latin typeface="Arial"/>
            </a:endParaRPr>
          </a:p>
          <a:p>
            <a:pPr>
              <a:lnSpc>
                <a:spcPct val="100000"/>
              </a:lnSpc>
            </a:pPr>
            <a:r>
              <a:rPr b="0" lang="en-US" sz="1200" spc="-1" strike="noStrike">
                <a:solidFill>
                  <a:srgbClr val="000000"/>
                </a:solidFill>
                <a:latin typeface="Calibri"/>
                <a:ea typeface="DejaVu Sans"/>
              </a:rPr>
              <a:t> </a:t>
            </a:r>
            <a:endParaRPr b="0" lang="en-US" sz="1200" spc="-1" strike="noStrike">
              <a:solidFill>
                <a:srgbClr val="000000"/>
              </a:solidFill>
              <a:latin typeface="Arial"/>
            </a:endParaRPr>
          </a:p>
          <a:p>
            <a:pPr>
              <a:lnSpc>
                <a:spcPct val="100000"/>
              </a:lnSpc>
            </a:pPr>
            <a:r>
              <a:rPr b="0" lang="en-US" sz="1200" spc="-1" strike="noStrike">
                <a:solidFill>
                  <a:srgbClr val="000000"/>
                </a:solidFill>
                <a:latin typeface="Calibri"/>
                <a:ea typeface="DejaVu Sans"/>
              </a:rPr>
              <a:t>#ifndef USE_HOSTCC</a:t>
            </a:r>
            <a:endParaRPr b="0" lang="en-US" sz="1200" spc="-1" strike="noStrike">
              <a:solidFill>
                <a:srgbClr val="000000"/>
              </a:solidFill>
              <a:latin typeface="Arial"/>
            </a:endParaRPr>
          </a:p>
          <a:p>
            <a:pPr>
              <a:lnSpc>
                <a:spcPct val="100000"/>
              </a:lnSpc>
            </a:pPr>
            <a:r>
              <a:rPr b="0" lang="en-US" sz="1200" spc="-1" strike="noStrike">
                <a:solidFill>
                  <a:srgbClr val="000000"/>
                </a:solidFill>
                <a:latin typeface="Calibri"/>
                <a:ea typeface="DejaVu Sans"/>
              </a:rPr>
              <a:t>     </a:t>
            </a:r>
            <a:r>
              <a:rPr b="0" lang="en-US" sz="1200" spc="-1" strike="noStrike">
                <a:solidFill>
                  <a:srgbClr val="000000"/>
                </a:solidFill>
                <a:latin typeface="Calibri"/>
                <a:ea typeface="DejaVu Sans"/>
              </a:rPr>
              <a:t>image_info_t    os;        /* os image info */</a:t>
            </a:r>
            <a:endParaRPr b="0" lang="en-US" sz="1200" spc="-1" strike="noStrike">
              <a:solidFill>
                <a:srgbClr val="000000"/>
              </a:solidFill>
              <a:latin typeface="Arial"/>
            </a:endParaRPr>
          </a:p>
          <a:p>
            <a:pPr>
              <a:lnSpc>
                <a:spcPct val="100000"/>
              </a:lnSpc>
            </a:pPr>
            <a:r>
              <a:rPr b="0" lang="en-US" sz="1200" spc="-1" strike="noStrike">
                <a:solidFill>
                  <a:srgbClr val="000000"/>
                </a:solidFill>
                <a:latin typeface="Calibri"/>
                <a:ea typeface="DejaVu Sans"/>
              </a:rPr>
              <a:t>     </a:t>
            </a:r>
            <a:r>
              <a:rPr b="0" lang="en-US" sz="1200" spc="-1" strike="noStrike">
                <a:solidFill>
                  <a:srgbClr val="000000"/>
                </a:solidFill>
                <a:latin typeface="Calibri"/>
                <a:ea typeface="DejaVu Sans"/>
              </a:rPr>
              <a:t>ulong      ep;        /* entry point of OS */</a:t>
            </a:r>
            <a:endParaRPr b="0" lang="en-US" sz="1200" spc="-1" strike="noStrike">
              <a:solidFill>
                <a:srgbClr val="000000"/>
              </a:solidFill>
              <a:latin typeface="Arial"/>
            </a:endParaRPr>
          </a:p>
          <a:p>
            <a:pPr>
              <a:lnSpc>
                <a:spcPct val="100000"/>
              </a:lnSpc>
            </a:pPr>
            <a:r>
              <a:rPr b="0" lang="en-US" sz="1200" spc="-1" strike="noStrike">
                <a:solidFill>
                  <a:srgbClr val="000000"/>
                </a:solidFill>
                <a:latin typeface="Calibri"/>
                <a:ea typeface="DejaVu Sans"/>
              </a:rPr>
              <a:t> </a:t>
            </a:r>
            <a:endParaRPr b="0" lang="en-US" sz="1200" spc="-1" strike="noStrike">
              <a:solidFill>
                <a:srgbClr val="000000"/>
              </a:solidFill>
              <a:latin typeface="Arial"/>
            </a:endParaRPr>
          </a:p>
          <a:p>
            <a:pPr>
              <a:lnSpc>
                <a:spcPct val="100000"/>
              </a:lnSpc>
            </a:pPr>
            <a:r>
              <a:rPr b="0" lang="en-US" sz="1200" spc="-1" strike="noStrike">
                <a:solidFill>
                  <a:srgbClr val="000000"/>
                </a:solidFill>
                <a:latin typeface="Calibri"/>
                <a:ea typeface="DejaVu Sans"/>
              </a:rPr>
              <a:t>     </a:t>
            </a:r>
            <a:r>
              <a:rPr b="0" lang="en-US" sz="1200" spc="-1" strike="noStrike">
                <a:solidFill>
                  <a:srgbClr val="000000"/>
                </a:solidFill>
                <a:latin typeface="Calibri"/>
                <a:ea typeface="DejaVu Sans"/>
              </a:rPr>
              <a:t>ulong      rd_start, rd_end;/* ramdisk start/end */</a:t>
            </a:r>
            <a:endParaRPr b="0" lang="en-US" sz="1200" spc="-1" strike="noStrike">
              <a:solidFill>
                <a:srgbClr val="000000"/>
              </a:solidFill>
              <a:latin typeface="Arial"/>
            </a:endParaRPr>
          </a:p>
          <a:p>
            <a:pPr>
              <a:lnSpc>
                <a:spcPct val="100000"/>
              </a:lnSpc>
            </a:pPr>
            <a:r>
              <a:rPr b="0" lang="en-US" sz="1200" spc="-1" strike="noStrike">
                <a:solidFill>
                  <a:srgbClr val="000000"/>
                </a:solidFill>
                <a:latin typeface="Calibri"/>
                <a:ea typeface="DejaVu Sans"/>
              </a:rPr>
              <a:t> </a:t>
            </a:r>
            <a:endParaRPr b="0" lang="en-US" sz="1200" spc="-1" strike="noStrike">
              <a:solidFill>
                <a:srgbClr val="000000"/>
              </a:solidFill>
              <a:latin typeface="Arial"/>
            </a:endParaRPr>
          </a:p>
          <a:p>
            <a:pPr>
              <a:lnSpc>
                <a:spcPct val="100000"/>
              </a:lnSpc>
            </a:pPr>
            <a:r>
              <a:rPr b="0" lang="en-US" sz="1200" spc="-1" strike="noStrike">
                <a:solidFill>
                  <a:srgbClr val="000000"/>
                </a:solidFill>
                <a:latin typeface="Calibri"/>
                <a:ea typeface="DejaVu Sans"/>
              </a:rPr>
              <a:t>#ifdef CONFIG_OF_LIBFDT</a:t>
            </a:r>
            <a:endParaRPr b="0" lang="en-US" sz="1200" spc="-1" strike="noStrike">
              <a:solidFill>
                <a:srgbClr val="000000"/>
              </a:solidFill>
              <a:latin typeface="Arial"/>
            </a:endParaRPr>
          </a:p>
          <a:p>
            <a:pPr>
              <a:lnSpc>
                <a:spcPct val="100000"/>
              </a:lnSpc>
            </a:pPr>
            <a:r>
              <a:rPr b="0" lang="en-US" sz="1200" spc="-1" strike="noStrike">
                <a:solidFill>
                  <a:srgbClr val="000000"/>
                </a:solidFill>
                <a:latin typeface="Calibri"/>
                <a:ea typeface="DejaVu Sans"/>
              </a:rPr>
              <a:t>     </a:t>
            </a:r>
            <a:r>
              <a:rPr b="0" lang="en-US" sz="1200" spc="-1" strike="noStrike">
                <a:solidFill>
                  <a:srgbClr val="000000"/>
                </a:solidFill>
                <a:latin typeface="Calibri"/>
                <a:ea typeface="DejaVu Sans"/>
              </a:rPr>
              <a:t>char       *ft_addr;  /* flat dev tree address */</a:t>
            </a:r>
            <a:endParaRPr b="0" lang="en-US" sz="1200" spc="-1" strike="noStrike">
              <a:solidFill>
                <a:srgbClr val="000000"/>
              </a:solidFill>
              <a:latin typeface="Arial"/>
            </a:endParaRPr>
          </a:p>
          <a:p>
            <a:pPr>
              <a:lnSpc>
                <a:spcPct val="100000"/>
              </a:lnSpc>
            </a:pPr>
            <a:r>
              <a:rPr b="0" lang="en-US" sz="1200" spc="-1" strike="noStrike">
                <a:solidFill>
                  <a:srgbClr val="000000"/>
                </a:solidFill>
                <a:latin typeface="Calibri"/>
                <a:ea typeface="DejaVu Sans"/>
              </a:rPr>
              <a:t>#endif</a:t>
            </a:r>
            <a:endParaRPr b="0" lang="en-US" sz="1200" spc="-1" strike="noStrike">
              <a:solidFill>
                <a:srgbClr val="000000"/>
              </a:solidFill>
              <a:latin typeface="Arial"/>
            </a:endParaRPr>
          </a:p>
          <a:p>
            <a:pPr>
              <a:lnSpc>
                <a:spcPct val="100000"/>
              </a:lnSpc>
            </a:pPr>
            <a:r>
              <a:rPr b="0" lang="en-US" sz="1200" spc="-1" strike="noStrike">
                <a:solidFill>
                  <a:srgbClr val="000000"/>
                </a:solidFill>
                <a:latin typeface="Calibri"/>
                <a:ea typeface="DejaVu Sans"/>
              </a:rPr>
              <a:t>     </a:t>
            </a:r>
            <a:r>
              <a:rPr b="0" lang="en-US" sz="1200" spc="-1" strike="noStrike">
                <a:solidFill>
                  <a:srgbClr val="000000"/>
                </a:solidFill>
                <a:latin typeface="Calibri"/>
                <a:ea typeface="DejaVu Sans"/>
              </a:rPr>
              <a:t>ulong      ft_len;         /* length of flat device tree */</a:t>
            </a:r>
            <a:endParaRPr b="0" lang="en-US" sz="1200" spc="-1" strike="noStrike">
              <a:solidFill>
                <a:srgbClr val="000000"/>
              </a:solidFill>
              <a:latin typeface="Arial"/>
            </a:endParaRPr>
          </a:p>
          <a:p>
            <a:pPr>
              <a:lnSpc>
                <a:spcPct val="100000"/>
              </a:lnSpc>
            </a:pPr>
            <a:r>
              <a:rPr b="0" lang="en-US" sz="1200" spc="-1" strike="noStrike">
                <a:solidFill>
                  <a:srgbClr val="000000"/>
                </a:solidFill>
                <a:latin typeface="Calibri"/>
                <a:ea typeface="DejaVu Sans"/>
              </a:rPr>
              <a:t> </a:t>
            </a:r>
            <a:endParaRPr b="0" lang="en-US" sz="1200" spc="-1" strike="noStrike">
              <a:solidFill>
                <a:srgbClr val="000000"/>
              </a:solidFill>
              <a:latin typeface="Arial"/>
            </a:endParaRPr>
          </a:p>
          <a:p>
            <a:pPr>
              <a:lnSpc>
                <a:spcPct val="100000"/>
              </a:lnSpc>
            </a:pPr>
            <a:r>
              <a:rPr b="0" lang="en-US" sz="1200" spc="-1" strike="noStrike">
                <a:solidFill>
                  <a:srgbClr val="000000"/>
                </a:solidFill>
                <a:latin typeface="Calibri"/>
                <a:ea typeface="DejaVu Sans"/>
              </a:rPr>
              <a:t>     </a:t>
            </a:r>
            <a:r>
              <a:rPr b="0" lang="en-US" sz="1200" spc="-1" strike="noStrike">
                <a:solidFill>
                  <a:srgbClr val="000000"/>
                </a:solidFill>
                <a:latin typeface="Calibri"/>
                <a:ea typeface="DejaVu Sans"/>
              </a:rPr>
              <a:t>ulong      initrd_start;</a:t>
            </a:r>
            <a:endParaRPr b="0" lang="en-US" sz="1200" spc="-1" strike="noStrike">
              <a:solidFill>
                <a:srgbClr val="000000"/>
              </a:solidFill>
              <a:latin typeface="Arial"/>
            </a:endParaRPr>
          </a:p>
          <a:p>
            <a:pPr>
              <a:lnSpc>
                <a:spcPct val="100000"/>
              </a:lnSpc>
            </a:pPr>
            <a:r>
              <a:rPr b="0" lang="en-US" sz="1200" spc="-1" strike="noStrike">
                <a:solidFill>
                  <a:srgbClr val="000000"/>
                </a:solidFill>
                <a:latin typeface="Calibri"/>
                <a:ea typeface="DejaVu Sans"/>
              </a:rPr>
              <a:t>     </a:t>
            </a:r>
            <a:r>
              <a:rPr b="0" lang="en-US" sz="1200" spc="-1" strike="noStrike">
                <a:solidFill>
                  <a:srgbClr val="000000"/>
                </a:solidFill>
                <a:latin typeface="Calibri"/>
                <a:ea typeface="DejaVu Sans"/>
              </a:rPr>
              <a:t>ulong      initrd_end;</a:t>
            </a:r>
            <a:endParaRPr b="0" lang="en-US" sz="1200" spc="-1" strike="noStrike">
              <a:solidFill>
                <a:srgbClr val="000000"/>
              </a:solidFill>
              <a:latin typeface="Arial"/>
            </a:endParaRPr>
          </a:p>
          <a:p>
            <a:pPr>
              <a:lnSpc>
                <a:spcPct val="100000"/>
              </a:lnSpc>
            </a:pPr>
            <a:r>
              <a:rPr b="0" lang="en-US" sz="1200" spc="-1" strike="noStrike">
                <a:solidFill>
                  <a:srgbClr val="000000"/>
                </a:solidFill>
                <a:latin typeface="Calibri"/>
                <a:ea typeface="DejaVu Sans"/>
              </a:rPr>
              <a:t>     </a:t>
            </a:r>
            <a:r>
              <a:rPr b="0" lang="en-US" sz="1200" spc="-1" strike="noStrike">
                <a:solidFill>
                  <a:srgbClr val="000000"/>
                </a:solidFill>
                <a:latin typeface="Calibri"/>
                <a:ea typeface="DejaVu Sans"/>
              </a:rPr>
              <a:t>ulong      cmdline_start;</a:t>
            </a:r>
            <a:endParaRPr b="0" lang="en-US" sz="1200" spc="-1" strike="noStrike">
              <a:solidFill>
                <a:srgbClr val="000000"/>
              </a:solidFill>
              <a:latin typeface="Arial"/>
            </a:endParaRPr>
          </a:p>
          <a:p>
            <a:pPr>
              <a:lnSpc>
                <a:spcPct val="100000"/>
              </a:lnSpc>
            </a:pPr>
            <a:r>
              <a:rPr b="0" lang="en-US" sz="1200" spc="-1" strike="noStrike">
                <a:solidFill>
                  <a:srgbClr val="000000"/>
                </a:solidFill>
                <a:latin typeface="Calibri"/>
                <a:ea typeface="DejaVu Sans"/>
              </a:rPr>
              <a:t>     </a:t>
            </a:r>
            <a:r>
              <a:rPr b="0" lang="en-US" sz="1200" spc="-1" strike="noStrike">
                <a:solidFill>
                  <a:srgbClr val="000000"/>
                </a:solidFill>
                <a:latin typeface="Calibri"/>
                <a:ea typeface="DejaVu Sans"/>
              </a:rPr>
              <a:t>ulong      cmdline_end;</a:t>
            </a:r>
            <a:endParaRPr b="0" lang="en-US" sz="1200" spc="-1" strike="noStrike">
              <a:solidFill>
                <a:srgbClr val="000000"/>
              </a:solidFill>
              <a:latin typeface="Arial"/>
            </a:endParaRPr>
          </a:p>
          <a:p>
            <a:pPr>
              <a:lnSpc>
                <a:spcPct val="100000"/>
              </a:lnSpc>
            </a:pPr>
            <a:r>
              <a:rPr b="0" lang="en-US" sz="1200" spc="-1" strike="noStrike">
                <a:solidFill>
                  <a:srgbClr val="000000"/>
                </a:solidFill>
                <a:latin typeface="Calibri"/>
                <a:ea typeface="DejaVu Sans"/>
              </a:rPr>
              <a:t>     </a:t>
            </a:r>
            <a:r>
              <a:rPr b="0" lang="en-US" sz="1200" spc="-1" strike="noStrike">
                <a:solidFill>
                  <a:srgbClr val="000000"/>
                </a:solidFill>
                <a:latin typeface="Calibri"/>
                <a:ea typeface="DejaVu Sans"/>
              </a:rPr>
              <a:t>bd_t       *kbd;</a:t>
            </a:r>
            <a:endParaRPr b="0" lang="en-US" sz="1200" spc="-1" strike="noStrike">
              <a:solidFill>
                <a:srgbClr val="000000"/>
              </a:solidFill>
              <a:latin typeface="Arial"/>
            </a:endParaRPr>
          </a:p>
          <a:p>
            <a:pPr>
              <a:lnSpc>
                <a:spcPct val="100000"/>
              </a:lnSpc>
            </a:pPr>
            <a:r>
              <a:rPr b="0" lang="en-US" sz="1200" spc="-1" strike="noStrike">
                <a:solidFill>
                  <a:srgbClr val="000000"/>
                </a:solidFill>
                <a:latin typeface="Calibri"/>
                <a:ea typeface="DejaVu Sans"/>
              </a:rPr>
              <a:t>#endif</a:t>
            </a:r>
            <a:endParaRPr b="0" lang="en-US" sz="1200" spc="-1" strike="noStrike">
              <a:solidFill>
                <a:srgbClr val="000000"/>
              </a:solidFill>
              <a:latin typeface="Arial"/>
            </a:endParaRPr>
          </a:p>
          <a:p>
            <a:pPr>
              <a:lnSpc>
                <a:spcPct val="100000"/>
              </a:lnSpc>
            </a:pPr>
            <a:r>
              <a:rPr b="0" lang="en-US" sz="1200" spc="-1" strike="noStrike">
                <a:solidFill>
                  <a:srgbClr val="000000"/>
                </a:solidFill>
                <a:latin typeface="Calibri"/>
                <a:ea typeface="DejaVu Sans"/>
              </a:rPr>
              <a:t> </a:t>
            </a:r>
            <a:endParaRPr b="0" lang="en-US" sz="1200" spc="-1" strike="noStrike">
              <a:solidFill>
                <a:srgbClr val="000000"/>
              </a:solidFill>
              <a:latin typeface="Arial"/>
            </a:endParaRPr>
          </a:p>
          <a:p>
            <a:pPr>
              <a:lnSpc>
                <a:spcPct val="100000"/>
              </a:lnSpc>
            </a:pPr>
            <a:r>
              <a:rPr b="0" lang="en-US" sz="1200" spc="-1" strike="noStrike">
                <a:solidFill>
                  <a:srgbClr val="000000"/>
                </a:solidFill>
                <a:latin typeface="Calibri"/>
                <a:ea typeface="DejaVu Sans"/>
              </a:rPr>
              <a:t>} bootm_headers_t;</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6.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3910</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2022-06-21T09:11:26Z</dcterms:created>
  <dc:creator/>
  <dc:description/>
  <dc:language>en-IN</dc:language>
  <cp:lastModifiedBy/>
  <dcterms:modified xsi:type="dcterms:W3CDTF">2026-03-18T18:55:04Z</dcterms:modified>
  <cp:revision>82</cp:revision>
  <dc:subject/>
  <dc:title>Blue Curve</dc:title>
</cp:coreProperties>
</file>

<file path=docProps/custom.xml><?xml version="1.0" encoding="utf-8"?>
<Properties xmlns="http://schemas.openxmlformats.org/officeDocument/2006/custom-properties" xmlns:vt="http://schemas.openxmlformats.org/officeDocument/2006/docPropsVTypes"/>
</file>