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8920" cy="175356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152320" y="405900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8920" cy="175356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09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8920" cy="1753560"/>
          </a:xfrm>
          <a:prstGeom prst="rect">
            <a:avLst/>
          </a:prstGeom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09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09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8920" cy="175356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320" y="405900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8920" cy="1753560"/>
          </a:xfrm>
          <a:prstGeom prst="rect">
            <a:avLst/>
          </a:prstGeom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29203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571200" y="1769040"/>
            <a:ext cx="29203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638040" y="1769040"/>
            <a:ext cx="29203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504000" y="4059000"/>
            <a:ext cx="29203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3571200" y="4059000"/>
            <a:ext cx="29203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6638040" y="4059000"/>
            <a:ext cx="29203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8920" cy="17535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8920" cy="1753560"/>
          </a:xfrm>
          <a:prstGeom prst="rect">
            <a:avLst/>
          </a:prstGeom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8920" cy="175356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092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8920" cy="175356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20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8920" cy="1753560"/>
          </a:xfrm>
          <a:prstGeom prst="rect">
            <a:avLst/>
          </a:prstGeom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8920" cy="17535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8920" cy="175356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20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0" y="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0" y="662040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09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0" y="662040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09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09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0" y="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0" y="662040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body"/>
          </p:nvPr>
        </p:nvSpPr>
        <p:spPr>
          <a:xfrm>
            <a:off x="5152320" y="405900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0" y="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CustomShape 2"/>
          <p:cNvSpPr/>
          <p:nvPr/>
        </p:nvSpPr>
        <p:spPr>
          <a:xfrm>
            <a:off x="0" y="662040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29203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571200" y="1769040"/>
            <a:ext cx="29203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638040" y="1769040"/>
            <a:ext cx="29203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504000" y="4059000"/>
            <a:ext cx="29203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571200" y="4059000"/>
            <a:ext cx="29203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638040" y="4059000"/>
            <a:ext cx="292032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0" y="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0" y="662040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0" y="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0" y="662040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0" y="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0" y="662040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092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0" y="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0" y="662040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20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ustomShape 1"/>
          <p:cNvSpPr/>
          <p:nvPr/>
        </p:nvSpPr>
        <p:spPr>
          <a:xfrm>
            <a:off x="0" y="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CustomShape 2"/>
          <p:cNvSpPr/>
          <p:nvPr/>
        </p:nvSpPr>
        <p:spPr>
          <a:xfrm>
            <a:off x="0" y="662040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ustomShape 1"/>
          <p:cNvSpPr/>
          <p:nvPr/>
        </p:nvSpPr>
        <p:spPr>
          <a:xfrm>
            <a:off x="0" y="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CustomShape 2"/>
          <p:cNvSpPr/>
          <p:nvPr/>
        </p:nvSpPr>
        <p:spPr>
          <a:xfrm>
            <a:off x="0" y="662040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0" y="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662040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20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0" y="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CustomShape 2"/>
          <p:cNvSpPr/>
          <p:nvPr/>
        </p:nvSpPr>
        <p:spPr>
          <a:xfrm>
            <a:off x="0" y="6620400"/>
            <a:ext cx="10076040" cy="94104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body"/>
          </p:nvPr>
        </p:nvSpPr>
        <p:spPr>
          <a:xfrm>
            <a:off x="5152320" y="4059000"/>
            <a:ext cx="442620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/>
          <p:nvPr/>
        </p:nvSpPr>
        <p:spPr>
          <a:xfrm>
            <a:off x="0" y="2341080"/>
            <a:ext cx="907092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006699"/>
                </a:solidFill>
                <a:latin typeface="Arial"/>
                <a:ea typeface="DejaVu Sans"/>
              </a:rPr>
              <a:t>Kernel Debugging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Shape 1"/>
          <p:cNvSpPr/>
          <p:nvPr/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systemtap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864000" y="354240"/>
            <a:ext cx="8603280" cy="720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Shape 1"/>
          <p:cNvSpPr/>
          <p:nvPr/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kprobe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Shape 2"/>
          <p:cNvSpPr/>
          <p:nvPr/>
        </p:nvSpPr>
        <p:spPr>
          <a:xfrm>
            <a:off x="72000" y="1008000"/>
            <a:ext cx="9901440" cy="52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Kprobes enables you to dynamically break into any kernel routine and collect debugging and performance information non-disruptively. You can trap at almost any kernel code address, specifying a handler routine to be invoked when the breakpoint is hit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When a CPU hits the breakpoint instruction, a trap occurs, the CPU registers are saved, and control passes to Kprobes via the notifiercallchain mechanism. Kprobes executes the pre_handlers associated with the kprobe, passing the handler the addresses of the kprobe struct and the saved registers.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~ So basically it allows you to run 2 functions, prehandler and posthandler, every time the probed function is invoked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root@ip-172-31-3-95:~/lab#</a:t>
            </a:r>
            <a:r>
              <a:rPr b="1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strace ls 2&gt;&amp;1 | less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root@ip-172-31-3-95:~/lab# </a:t>
            </a:r>
            <a:r>
              <a:rPr b="1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grep sys_execve /proc/kallsyms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ffffffff864543c0 T __x64_sys_execve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ffffffff86454400 T __ia32_sys_execve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ffffffff86454440 T __x64_sys_execveat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ffffffff86454490 T __ia32_sys_execveat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ffffffff864544e0 T __ia32_compat_sys_execve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ffffffff86454520 T __ia32_compat_sys_execveat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Execute program on kprobe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/>
          <p:nvPr/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perf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Shape 2"/>
          <p:cNvSpPr/>
          <p:nvPr/>
        </p:nvSpPr>
        <p:spPr>
          <a:xfrm>
            <a:off x="41400" y="936000"/>
            <a:ext cx="9389880" cy="18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root@rama:/home/rama/linux# perf trace ls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Command 'perf' not found, but can be installed with: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apt install linux-intel-iotg-tools-common    # version 5.15.0-1027.32, or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apt install linux-nvidia-tools-common        # version 5.15.0-1023.23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apt install linux-tools-common               # version 5.15.0-71.78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apt install linux-nvidia-5.19-tools-common   # version 5.19.0-1009.9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apt install linux-nvidia-tegra-tools-common  # version 5.15.0-1012.12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Shape 3"/>
          <p:cNvSpPr/>
          <p:nvPr/>
        </p:nvSpPr>
        <p:spPr>
          <a:xfrm>
            <a:off x="0" y="2484000"/>
            <a:ext cx="8135280" cy="26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root@rama-Inspiron-3501:/home/rama# perf trace 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    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? (         ): ls/9709  ... [continued]: execve())                                           = 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0.053 ( 0.003 ms): ls/9709 brk()                                                                 = 0x561ac2ca4000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0.063 ( 0.002 ms): ls/9709 arch_prctl(option: 0x3001, arg2: 0x7ffdffc50990)   = -1 EINVAL (Invalid argument)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0.093 ( 0.008 ms): ls/9709 access(filename: 0x2add49e0, mode: R)     = -1 ENOENT (No such file or directory)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0.108 ( 0.007 ms): ls/9709 openat(dfd: CWD, filename: 0x2add1b80, flags: RDONLY|CLOEXEC)         = 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0.118 ( 0.004 ms): ls/9709 fstat(fd: 3, statbuf: 0x7ffdffc4fb90)                                 = 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Shape 4"/>
          <p:cNvSpPr/>
          <p:nvPr/>
        </p:nvSpPr>
        <p:spPr>
          <a:xfrm>
            <a:off x="0" y="3862800"/>
            <a:ext cx="9839160" cy="36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root@rama-Inspiron-3501:/home/rama#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perf probe -x /lib/x86_64-linux-gnu/libc-2.31.so --add malloc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Added new events: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probe_libc:malloc    (on malloc in /usr/lib/x86_64-linux-gnu/libc-2.31.so)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probe_libc:malloc    (on malloc in /usr/lib/x86_64-linux-gnu/libc-2.31.so)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You can now use it in all perf tools, such as: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perf record -e probe_libc:malloc -aR sleep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root@rama-Inspiron-3501:/home/rama#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perf record -e probe_libc:malloc -aR sleep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[ perf record: Woken up 1 times to write data ]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[ perf record: Captured and wrote 1.464 MB perf.data (475 samples) ]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root@rama-Inspiron-3501:/home/rama#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perf report -n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root@rama-Inspiron-3501:/home/rama#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perf sched record -- sleep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root@rama-Inspiron-3501:/home/rama#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perf script --header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Shape 5"/>
          <p:cNvSpPr/>
          <p:nvPr/>
        </p:nvSpPr>
        <p:spPr>
          <a:xfrm>
            <a:off x="6473880" y="808200"/>
            <a:ext cx="10213920" cy="37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# for perf_events: CONFIG_PERF_EVENTS=y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# for stack traces: CONFIG_FRAME_POINTER=y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# kernel symbols: CONFIG_KALLSYMS=y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# tracepoints: CONFIG_TRACEPOINTS=y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# kernel function trace: CONFIG_FTRACE=y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# kernel-level dynamic tracing: CONFIG_KPROBES=y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CONFIG_KPROBE_EVENTS=y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# user-level dynamic tracing: CONFIG_UPROBES=y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CONFIG_UPROBE_EVENTS=y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# full kernel debug info: CONFIG_DEBUG_INFO=y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# kernel lock tracing: CONFIG_LOCKDEP=y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# kernel lock tracing: CONFIG_LOCK_STAT=y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  <a:ea typeface="DejaVu Sans"/>
              </a:rPr>
              <a:t># kernel dynamic tracepoint variables: CONFIG_DEBUG_INFO=y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Shape 1"/>
          <p:cNvSpPr/>
          <p:nvPr/>
        </p:nvSpPr>
        <p:spPr>
          <a:xfrm>
            <a:off x="191880" y="1008000"/>
            <a:ext cx="10247400" cy="19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Strave vs Perf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# dd if=/dev/zero of=/dev/null bs=512 count=10000k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5242880000 bytes (5.2 GB) copied, 3.53031 s, 1.5 GB/s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# perf stat -e 'syscalls:sys_enter_*' dd if=/dev/zero of=/dev/null bs=512 count=10000k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5242880000 bytes (5.2 GB) copied, 9.14225 s, 573 MB/s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# strace -c dd if=/dev/zero of=/dev/null bs=512 count=10000k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5242880000 bytes (5.2 GB) copied, 218.915 s, 23.9 MB/s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Shape 2"/>
          <p:cNvSpPr/>
          <p:nvPr/>
        </p:nvSpPr>
        <p:spPr>
          <a:xfrm>
            <a:off x="233280" y="3079440"/>
            <a:ext cx="8550000" cy="54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# perf stat -d gzip file1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#perf stat -d -e  L1-dcache-loads,L1-dcache-load-misses,L1-dcache-stores gzip test.cpp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# Listing all currently known events: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perf list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# Listing sched tracepoints: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perf list 'sched:*'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# CPU counter statistics for the specified command: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perf stat command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# Detailed CPU counter statistics (includes extras) for the specified command: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perf stat -d command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# CPU counter statistics for the specified PID, until Ctrl-C: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perf stat -p PID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# CPU counter statistics for the entire system, for 5 seconds: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perf stat -a sleep 5</a:t>
            </a:r>
            <a:br>
              <a:rPr sz="1400"/>
            </a:b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Execute program on perf_event systemcall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Shape 1"/>
          <p:cNvSpPr/>
          <p:nvPr/>
        </p:nvSpPr>
        <p:spPr>
          <a:xfrm>
            <a:off x="239400" y="-12960"/>
            <a:ext cx="9910800" cy="113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 Count system calls by type for the entire system, for 5 seconds: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perf stat -e 'syscalls:sys_enter_*' -a sleep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 Count scheduler events for the specified PID, until Ctrl-C: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perf stat -e 'sched:*' -p PID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 Count scheduler events for the specified PID, for 10 seconds: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perf stat -e 'sched:*' -p PID sleep 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 Count ext4 events for the entire system, for 10 seconds: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perf stat -e 'ext4:*' -a sleep 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 Count block device I/O events for the entire system, for 10 seconds: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perf stat -e 'block:*' -a sleep 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 Count all vmscan events, printing a report every second: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perf stat -e 'vmscan:*' -a -I 1000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perf record -e block:block_rq_issue -ag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l^C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 ls -l perf.data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 perf report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 Add a tracepoint for the kernel tcp_sendmsg() function entry ("--add" is optional):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perf probe --add tcp_sendmsg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 Remove the tcp_sendmsg() tracepoint (or use "--del"):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perf probe -d tcp_sendmsg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#userspace function add to probe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gcc -g -o evenodd evenodd.c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#perf probe  -x evenodd -a even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Added new event: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probe_evenodd:even   (on even in /home/rama/Downloads/Corporate_trainings/HP_training/user_space/5-Debug/gdb_pc/evenodd)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You can now use it in all perf tools, such as: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perf record -e probe_evenodd:even -ag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perf report perf.data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Shape 1"/>
          <p:cNvSpPr/>
          <p:nvPr/>
        </p:nvSpPr>
        <p:spPr>
          <a:xfrm>
            <a:off x="504000" y="301320"/>
            <a:ext cx="907092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Shape 2"/>
          <p:cNvSpPr/>
          <p:nvPr/>
        </p:nvSpPr>
        <p:spPr>
          <a:xfrm>
            <a:off x="720000" y="1512000"/>
            <a:ext cx="5399280" cy="11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#gcc -g symbols.c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#nm a.out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#addr2line -e a.out   0x00000000000011a0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Shape 3"/>
          <p:cNvSpPr/>
          <p:nvPr/>
        </p:nvSpPr>
        <p:spPr>
          <a:xfrm>
            <a:off x="216000" y="1080000"/>
            <a:ext cx="154368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addr2line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2023-04-25T21:51:58Z</dcterms:created>
  <dc:creator/>
  <dc:description/>
  <dc:language>en-IN</dc:language>
  <cp:lastModifiedBy/>
  <dcterms:modified xsi:type="dcterms:W3CDTF">2026-01-23T12:07:23Z</dcterms:modified>
  <cp:revision>44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