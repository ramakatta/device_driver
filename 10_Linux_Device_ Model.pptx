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422640" y="2566080"/>
            <a:ext cx="8532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5400" spc="-1" strike="noStrike">
                <a:solidFill>
                  <a:srgbClr val="000000"/>
                </a:solidFill>
                <a:latin typeface="Calibri"/>
                <a:ea typeface="DejaVu Sans"/>
              </a:rPr>
              <a:t>Linux Device Model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3" descr=""/>
          <p:cNvPicPr/>
          <p:nvPr/>
        </p:nvPicPr>
        <p:blipFill>
          <a:blip r:embed="rId1"/>
          <a:stretch/>
        </p:blipFill>
        <p:spPr>
          <a:xfrm>
            <a:off x="-19080" y="76320"/>
            <a:ext cx="9382680" cy="677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 descr=""/>
          <p:cNvPicPr/>
          <p:nvPr/>
        </p:nvPicPr>
        <p:blipFill>
          <a:blip r:embed="rId1"/>
          <a:stretch/>
        </p:blipFill>
        <p:spPr>
          <a:xfrm>
            <a:off x="53640" y="228600"/>
            <a:ext cx="8936280" cy="639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2" descr=""/>
          <p:cNvPicPr/>
          <p:nvPr/>
        </p:nvPicPr>
        <p:blipFill>
          <a:blip r:embed="rId1"/>
          <a:stretch/>
        </p:blipFill>
        <p:spPr>
          <a:xfrm>
            <a:off x="504000" y="233640"/>
            <a:ext cx="8126280" cy="59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2" descr=""/>
          <p:cNvPicPr/>
          <p:nvPr/>
        </p:nvPicPr>
        <p:blipFill>
          <a:blip r:embed="rId1"/>
          <a:stretch/>
        </p:blipFill>
        <p:spPr>
          <a:xfrm>
            <a:off x="78120" y="144000"/>
            <a:ext cx="8345160" cy="632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15120" y="54360"/>
            <a:ext cx="9128160" cy="67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Sysfs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kernel provides a representation of its model in userspace through the sysfs virtual file system. It is usually mounted in the /sys directory and contains the following subdirectories: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block - all block devices available in the system (disks, partitions)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bus - types of bus to which physical devices are connected (pci, ide, usb)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class - drivers classes that are available in the system (net, sound, usb)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devices - the hierarchical structure of devices connected to the system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firmware - information from system firmware (ACPI)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fs - information about mounted file systems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kernel - kernel status information (logged-in users, hotplug)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module - the list of modules currently loaded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power - information related to the power management subsystem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 sysfs information is found in files that contain an attribute. Some standard attributes (represented by files or directories with the same name) are as follows: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dev - Major and minor device identifier. It can be used to automatically create entries in the /dev directory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device - a symbolic link to the directory containing devices; It can be used to discover the hardware devices that provide a particular service (for example, the ethi PCI card)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driver - a symbolic link to the driver directory (located in /sys/bus/*/drivers 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360000" y="432000"/>
            <a:ext cx="8566920" cy="374328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1"/>
          <p:cNvSpPr/>
          <p:nvPr/>
        </p:nvSpPr>
        <p:spPr>
          <a:xfrm>
            <a:off x="50400" y="4104000"/>
            <a:ext cx="9308880" cy="20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Linux Device Model provides a number of structures to ensure the interaction between a hardware device and a device driver. The whole model is based on kobject structure. Hierarchies are built using this structure and the following structures are implemented: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struct bus_type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struct device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struct device_driver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0" y="228600"/>
            <a:ext cx="8686800" cy="57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Udev (userspace /dev) is a Linux sub-system for dynamic device detection and management, since kernel version 2.6. It’s a replacement of devfs and hotplug.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 dynamically creates or removes device nodes (an interface to a device driver that appears in a file system as if it were an ordinary file, stored under the /dev directory) at boot time or if you add a device to or remove a device from the system. It then propagates information about a device or changes to its state to user space. The udev daemon, systemd-udevd (or systemd-udevd.service) communicates with the kernel and receives device uevents directly from it each time you add or remove a device from the system, or a device changes its state.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Udev is based on rules – it’s rules are flexible and very powerful. Every received device event is matched against the set of rules read from files located in /lib/udev/rules.d and /run/udev/rules.d.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udevadm is the administrative utility for udev, the userspace device manager in Linux. When hardware or kernel devices are added/removed (e.g. USB drive inserted, network interface appears, kernel module creates a /dev node), the kernel emits uevents. The udevd daemon receives those, applies rules, creates device nodes under /dev, and may run user scripts or start systemd units. udevadm monitor lets you observe those events live, helping you debug device behavior, kernel module uevents, and udev rule matching.</a:t>
            </a:r>
            <a:br>
              <a:rPr sz="1200"/>
            </a:br>
            <a:br>
              <a:rPr sz="1200"/>
            </a:b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You can use the udevadm command to query the udev database and sysfs. udev might be too heavy-weight for some embedded systems, the udevd daemon staying in the background waiting for events. BusyBox provides a simpler alternative called mdev, available by enabling the MDEV configuration option.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# udevadm info --query=path --name=/dev/sda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/devices/pci0000:00/0000:00:0d.0/host0/target0:0:0/0:0:0:0/block/sda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# udevadm info --query=property –name=/dev/sda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#udevadm test  /sys/bus/pci/devices/0000\:03\:00.0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#udevadm test /sys/class/net/enp1s0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#udevadm monitor --udev –subsystem-match=usb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#sudo udevadm monitor --kernel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RAMA KRISHNA KATTA (ramakatt)</dc:creator>
  <dc:description/>
  <dc:language>en-IN</dc:language>
  <cp:lastModifiedBy/>
  <dcterms:modified xsi:type="dcterms:W3CDTF">2025-10-08T18:20:12Z</dcterms:modified>
  <cp:revision>123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5</vt:i4>
  </property>
</Properties>
</file>