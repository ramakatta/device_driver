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_rels/presentation.xml.rels" ContentType="application/vnd.openxmlformats-package.relationships+xml"/>
  <Override PartName="/ppt/media/image1.jpeg" ContentType="image/jpe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Lst>
  <p:sldSz cx="10080625" cy="7559675"/>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9"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F31D7FC-56C0-4126-8F79-60F4099E19C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1"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3"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44A916B-4929-4F0C-8862-2ED1C00FC0D3}"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2A4F58F-148D-4562-8A45-8BBAFA514A5A}"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4"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5"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6"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7"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95493724-F5AB-45EF-B7D8-65E5AFB79F3A}"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830048B8-CA95-4278-AE43-62EB5C367FEF}"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22F8FB68-D6F8-4588-A9AF-32454B452D46}"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3"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E6F27B67-4A8D-47BB-80C9-DEE2EF634486}"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1"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A6926D6C-A87B-48D4-8920-9754AAC2E20E}"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81"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25"/>
          </p:nvPr>
        </p:nvSpPr>
        <p:spPr/>
        <p:txBody>
          <a:bodyPr/>
          <a:p>
            <a:r>
              <a:t>Footer</a:t>
            </a:r>
          </a:p>
        </p:txBody>
      </p:sp>
      <p:sp>
        <p:nvSpPr>
          <p:cNvPr id="6" name="PlaceHolder 5"/>
          <p:cNvSpPr>
            <a:spLocks noGrp="1"/>
          </p:cNvSpPr>
          <p:nvPr>
            <p:ph type="sldNum" idx="26"/>
          </p:nvPr>
        </p:nvSpPr>
        <p:spPr/>
        <p:txBody>
          <a:bodyPr/>
          <a:p>
            <a:fld id="{949337D2-26B1-4D4C-A722-5815D9EC7764}" type="slidenum">
              <a:t>&lt;#&gt;</a:t>
            </a:fld>
          </a:p>
        </p:txBody>
      </p:sp>
      <p:sp>
        <p:nvSpPr>
          <p:cNvPr id="7" name="PlaceHolder 6"/>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8"/>
          </p:nvPr>
        </p:nvSpPr>
        <p:spPr/>
        <p:txBody>
          <a:bodyPr/>
          <a:p>
            <a:r>
              <a:t>Footer</a:t>
            </a:r>
          </a:p>
        </p:txBody>
      </p:sp>
      <p:sp>
        <p:nvSpPr>
          <p:cNvPr id="4" name="PlaceHolder 3"/>
          <p:cNvSpPr>
            <a:spLocks noGrp="1"/>
          </p:cNvSpPr>
          <p:nvPr>
            <p:ph type="sldNum" idx="29"/>
          </p:nvPr>
        </p:nvSpPr>
        <p:spPr/>
        <p:txBody>
          <a:bodyPr/>
          <a:p>
            <a:fld id="{641E356D-5B77-47A7-B19A-7B60F693C5A5}" type="slidenum">
              <a:t>&lt;#&gt;</a:t>
            </a:fld>
          </a:p>
        </p:txBody>
      </p:sp>
      <p:sp>
        <p:nvSpPr>
          <p:cNvPr id="5" name="PlaceHolder 4"/>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entered Text">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92393181-3801-419F-8CC4-7C628BF61CC7}" type="slidenum">
              <a:t>&lt;#&gt;</a:t>
            </a:fld>
          </a:p>
        </p:txBody>
      </p:sp>
      <p:sp>
        <p:nvSpPr>
          <p:cNvPr id="4" name="PlaceHolder 3"/>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2"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3"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04"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4"/>
          </p:nvPr>
        </p:nvSpPr>
        <p:spPr/>
        <p:txBody>
          <a:bodyPr/>
          <a:p>
            <a:r>
              <a:t>Footer</a:t>
            </a:r>
          </a:p>
        </p:txBody>
      </p:sp>
      <p:sp>
        <p:nvSpPr>
          <p:cNvPr id="7" name="PlaceHolder 6"/>
          <p:cNvSpPr>
            <a:spLocks noGrp="1"/>
          </p:cNvSpPr>
          <p:nvPr>
            <p:ph type="sldNum" idx="35"/>
          </p:nvPr>
        </p:nvSpPr>
        <p:spPr/>
        <p:txBody>
          <a:bodyPr/>
          <a:p>
            <a:fld id="{4790E10C-D92B-479A-9943-00271D528BE0}" type="slidenum">
              <a:t>&lt;#&gt;</a:t>
            </a:fld>
          </a:p>
        </p:txBody>
      </p:sp>
      <p:sp>
        <p:nvSpPr>
          <p:cNvPr id="8" name="PlaceHolder 7"/>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p:spTree>
      <p:nvGrpSpPr>
        <p:cNvPr id="1" name=""/>
        <p:cNvGrpSpPr/>
        <p:nvPr/>
      </p:nvGrpSpPr>
      <p:grpSpPr>
        <a:xfrm>
          <a:off x="0" y="0"/>
          <a:ext cx="0" cy="0"/>
          <a:chOff x="0" y="0"/>
          <a:chExt cx="0" cy="0"/>
        </a:xfrm>
      </p:grpSpPr>
      <p:sp>
        <p:nvSpPr>
          <p:cNvPr id="114"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5"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6"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17" name="PlaceHolder 4"/>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37"/>
          </p:nvPr>
        </p:nvSpPr>
        <p:spPr/>
        <p:txBody>
          <a:bodyPr/>
          <a:p>
            <a:r>
              <a:t>Footer</a:t>
            </a:r>
          </a:p>
        </p:txBody>
      </p:sp>
      <p:sp>
        <p:nvSpPr>
          <p:cNvPr id="7" name="PlaceHolder 6"/>
          <p:cNvSpPr>
            <a:spLocks noGrp="1"/>
          </p:cNvSpPr>
          <p:nvPr>
            <p:ph type="sldNum" idx="38"/>
          </p:nvPr>
        </p:nvSpPr>
        <p:spPr/>
        <p:txBody>
          <a:bodyPr/>
          <a:p>
            <a:fld id="{AFE4DAE9-A2EF-4A5A-9C7C-9BCED7D24DA0}" type="slidenum">
              <a:t>&lt;#&gt;</a:t>
            </a:fld>
          </a:p>
        </p:txBody>
      </p:sp>
      <p:sp>
        <p:nvSpPr>
          <p:cNvPr id="8" name="PlaceHolder 7"/>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
    <p:spTree>
      <p:nvGrpSpPr>
        <p:cNvPr id="1" name=""/>
        <p:cNvGrpSpPr/>
        <p:nvPr/>
      </p:nvGrpSpPr>
      <p:grpSpPr>
        <a:xfrm>
          <a:off x="0" y="0"/>
          <a:ext cx="0" cy="0"/>
          <a:chOff x="0" y="0"/>
          <a:chExt cx="0" cy="0"/>
        </a:xfrm>
      </p:grpSpPr>
      <p:sp>
        <p:nvSpPr>
          <p:cNvPr id="12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7" name="PlaceHolder 2"/>
          <p:cNvSpPr>
            <a:spLocks noGrp="1"/>
          </p:cNvSpPr>
          <p:nvPr>
            <p:ph/>
          </p:nvPr>
        </p:nvSpPr>
        <p:spPr>
          <a:xfrm>
            <a:off x="504000" y="176868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28" name="PlaceHolder 3"/>
          <p:cNvSpPr>
            <a:spLocks noGrp="1"/>
          </p:cNvSpPr>
          <p:nvPr>
            <p:ph/>
          </p:nvPr>
        </p:nvSpPr>
        <p:spPr>
          <a:xfrm>
            <a:off x="504000" y="4058640"/>
            <a:ext cx="907200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40"/>
          </p:nvPr>
        </p:nvSpPr>
        <p:spPr/>
        <p:txBody>
          <a:bodyPr/>
          <a:p>
            <a:r>
              <a:t>Footer</a:t>
            </a:r>
          </a:p>
        </p:txBody>
      </p:sp>
      <p:sp>
        <p:nvSpPr>
          <p:cNvPr id="6" name="PlaceHolder 5"/>
          <p:cNvSpPr>
            <a:spLocks noGrp="1"/>
          </p:cNvSpPr>
          <p:nvPr>
            <p:ph type="sldNum" idx="41"/>
          </p:nvPr>
        </p:nvSpPr>
        <p:spPr/>
        <p:txBody>
          <a:bodyPr/>
          <a:p>
            <a:fld id="{BFEE3373-83CF-46D0-8ED3-DE5025221DA6}" type="slidenum">
              <a:t>&lt;#&gt;</a:t>
            </a:fld>
          </a:p>
        </p:txBody>
      </p:sp>
      <p:sp>
        <p:nvSpPr>
          <p:cNvPr id="7" name="PlaceHolder 6"/>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2">
    <p:spTree>
      <p:nvGrpSpPr>
        <p:cNvPr id="1" name=""/>
        <p:cNvGrpSpPr/>
        <p:nvPr/>
      </p:nvGrpSpPr>
      <p:grpSpPr>
        <a:xfrm>
          <a:off x="0" y="0"/>
          <a:ext cx="0" cy="0"/>
          <a:chOff x="0" y="0"/>
          <a:chExt cx="0" cy="0"/>
        </a:xfrm>
      </p:grpSpPr>
      <p:sp>
        <p:nvSpPr>
          <p:cNvPr id="13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0"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1"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2"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43" name="PlaceHolder 5"/>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7" name="PlaceHolder 6"/>
          <p:cNvSpPr>
            <a:spLocks noGrp="1"/>
          </p:cNvSpPr>
          <p:nvPr>
            <p:ph type="ftr" idx="43"/>
          </p:nvPr>
        </p:nvSpPr>
        <p:spPr/>
        <p:txBody>
          <a:bodyPr/>
          <a:p>
            <a:r>
              <a:t>Footer</a:t>
            </a:r>
          </a:p>
        </p:txBody>
      </p:sp>
      <p:sp>
        <p:nvSpPr>
          <p:cNvPr id="8" name="PlaceHolder 7"/>
          <p:cNvSpPr>
            <a:spLocks noGrp="1"/>
          </p:cNvSpPr>
          <p:nvPr>
            <p:ph type="sldNum" idx="44"/>
          </p:nvPr>
        </p:nvSpPr>
        <p:spPr/>
        <p:txBody>
          <a:bodyPr/>
          <a:p>
            <a:fld id="{02491974-D05C-4432-8740-613C01DF755E}" type="slidenum">
              <a:t>&lt;#&gt;</a:t>
            </a:fld>
          </a:p>
        </p:txBody>
      </p:sp>
      <p:sp>
        <p:nvSpPr>
          <p:cNvPr id="9" name="PlaceHolder 8"/>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46"/>
          </p:nvPr>
        </p:nvSpPr>
        <p:spPr/>
        <p:txBody>
          <a:bodyPr/>
          <a:p>
            <a:r>
              <a:t>Footer</a:t>
            </a:r>
          </a:p>
        </p:txBody>
      </p:sp>
      <p:sp>
        <p:nvSpPr>
          <p:cNvPr id="3" name="PlaceHolder 2"/>
          <p:cNvSpPr>
            <a:spLocks noGrp="1"/>
          </p:cNvSpPr>
          <p:nvPr>
            <p:ph type="sldNum" idx="47"/>
          </p:nvPr>
        </p:nvSpPr>
        <p:spPr/>
        <p:txBody>
          <a:bodyPr/>
          <a:p>
            <a:fld id="{210F47F5-FB93-45B4-A94F-B31787BC4C86}" type="slidenum">
              <a:t>&lt;#&gt;</a:t>
            </a:fld>
          </a:p>
        </p:txBody>
      </p:sp>
      <p:sp>
        <p:nvSpPr>
          <p:cNvPr id="4" name="PlaceHolder 3"/>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49"/>
          </p:nvPr>
        </p:nvSpPr>
        <p:spPr/>
        <p:txBody>
          <a:bodyPr/>
          <a:p>
            <a:r>
              <a:t>Footer</a:t>
            </a:r>
          </a:p>
        </p:txBody>
      </p:sp>
      <p:sp>
        <p:nvSpPr>
          <p:cNvPr id="3" name="PlaceHolder 2"/>
          <p:cNvSpPr>
            <a:spLocks noGrp="1"/>
          </p:cNvSpPr>
          <p:nvPr>
            <p:ph type="sldNum" idx="50"/>
          </p:nvPr>
        </p:nvSpPr>
        <p:spPr/>
        <p:txBody>
          <a:bodyPr/>
          <a:p>
            <a:fld id="{890DC68B-B95C-4971-8541-D053DC3A4E5E}" type="slidenum">
              <a:t>&lt;#&gt;</a:t>
            </a:fld>
          </a:p>
        </p:txBody>
      </p:sp>
      <p:sp>
        <p:nvSpPr>
          <p:cNvPr id="4" name="PlaceHolder 3"/>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spTree>
      <p:nvGrpSpPr>
        <p:cNvPr id="1" name=""/>
        <p:cNvGrpSpPr/>
        <p:nvPr/>
      </p:nvGrpSpPr>
      <p:grpSpPr>
        <a:xfrm>
          <a:off x="0" y="0"/>
          <a:ext cx="0" cy="0"/>
          <a:chOff x="0" y="0"/>
          <a:chExt cx="0" cy="0"/>
        </a:xfrm>
      </p:grpSpPr>
      <p:sp>
        <p:nvSpPr>
          <p:cNvPr id="163"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64"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D83185D0-2C2F-433C-AC75-AA6A5A0FBE6A}"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6">
    <p:spTree>
      <p:nvGrpSpPr>
        <p:cNvPr id="1" name=""/>
        <p:cNvGrpSpPr/>
        <p:nvPr/>
      </p:nvGrpSpPr>
      <p:grpSpPr>
        <a:xfrm>
          <a:off x="0" y="0"/>
          <a:ext cx="0" cy="0"/>
          <a:chOff x="0" y="0"/>
          <a:chExt cx="0" cy="0"/>
        </a:xfrm>
      </p:grpSpPr>
      <p:sp>
        <p:nvSpPr>
          <p:cNvPr id="17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3" name="PlaceHolder 2"/>
          <p:cNvSpPr>
            <a:spLocks noGrp="1"/>
          </p:cNvSpPr>
          <p:nvPr>
            <p:ph/>
          </p:nvPr>
        </p:nvSpPr>
        <p:spPr>
          <a:xfrm>
            <a:off x="504000" y="1768680"/>
            <a:ext cx="907200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6BD98B74-AF24-46A5-8597-D6AAD7E35D0D}"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7">
    <p:spTree>
      <p:nvGrpSpPr>
        <p:cNvPr id="1" name=""/>
        <p:cNvGrpSpPr/>
        <p:nvPr/>
      </p:nvGrpSpPr>
      <p:grpSpPr>
        <a:xfrm>
          <a:off x="0" y="0"/>
          <a:ext cx="0" cy="0"/>
          <a:chOff x="0" y="0"/>
          <a:chExt cx="0" cy="0"/>
        </a:xfrm>
      </p:grpSpPr>
      <p:sp>
        <p:nvSpPr>
          <p:cNvPr id="182"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3"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184"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58"/>
          </p:nvPr>
        </p:nvSpPr>
        <p:spPr/>
        <p:txBody>
          <a:bodyPr/>
          <a:p>
            <a:r>
              <a:t>Footer</a:t>
            </a:r>
          </a:p>
        </p:txBody>
      </p:sp>
      <p:sp>
        <p:nvSpPr>
          <p:cNvPr id="6" name="PlaceHolder 5"/>
          <p:cNvSpPr>
            <a:spLocks noGrp="1"/>
          </p:cNvSpPr>
          <p:nvPr>
            <p:ph type="sldNum" idx="59"/>
          </p:nvPr>
        </p:nvSpPr>
        <p:spPr/>
        <p:txBody>
          <a:bodyPr/>
          <a:p>
            <a:fld id="{892379C4-0543-46F5-B838-F54C1DED99DD}" type="slidenum">
              <a:t>&lt;#&gt;</a:t>
            </a:fld>
          </a:p>
        </p:txBody>
      </p:sp>
      <p:sp>
        <p:nvSpPr>
          <p:cNvPr id="7" name="PlaceHolder 6"/>
          <p:cNvSpPr>
            <a:spLocks noGrp="1"/>
          </p:cNvSpPr>
          <p:nvPr>
            <p:ph type="dt" idx="60"/>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8">
    <p:spTree>
      <p:nvGrpSpPr>
        <p:cNvPr id="1" name=""/>
        <p:cNvGrpSpPr/>
        <p:nvPr/>
      </p:nvGrpSpPr>
      <p:grpSpPr>
        <a:xfrm>
          <a:off x="0" y="0"/>
          <a:ext cx="0" cy="0"/>
          <a:chOff x="0" y="0"/>
          <a:chExt cx="0" cy="0"/>
        </a:xfrm>
      </p:grpSpPr>
      <p:sp>
        <p:nvSpPr>
          <p:cNvPr id="191"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61"/>
          </p:nvPr>
        </p:nvSpPr>
        <p:spPr/>
        <p:txBody>
          <a:bodyPr/>
          <a:p>
            <a:r>
              <a:t>Footer</a:t>
            </a:r>
          </a:p>
        </p:txBody>
      </p:sp>
      <p:sp>
        <p:nvSpPr>
          <p:cNvPr id="4" name="PlaceHolder 3"/>
          <p:cNvSpPr>
            <a:spLocks noGrp="1"/>
          </p:cNvSpPr>
          <p:nvPr>
            <p:ph type="sldNum" idx="62"/>
          </p:nvPr>
        </p:nvSpPr>
        <p:spPr/>
        <p:txBody>
          <a:bodyPr/>
          <a:p>
            <a:fld id="{C46F0EC9-FE13-4004-B43D-3CE569BC1F7E}" type="slidenum">
              <a:t>&lt;#&gt;</a:t>
            </a:fld>
          </a:p>
        </p:txBody>
      </p:sp>
      <p:sp>
        <p:nvSpPr>
          <p:cNvPr id="5" name="PlaceHolder 4"/>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
        <p:nvSpPr>
          <p:cNvPr id="2" name="PlaceHolder 1"/>
          <p:cNvSpPr>
            <a:spLocks noGrp="1"/>
          </p:cNvSpPr>
          <p:nvPr>
            <p:ph type="ftr" idx="64"/>
          </p:nvPr>
        </p:nvSpPr>
        <p:spPr/>
        <p:txBody>
          <a:bodyPr/>
          <a:p>
            <a:r>
              <a:t>Footer</a:t>
            </a:r>
          </a:p>
        </p:txBody>
      </p:sp>
      <p:sp>
        <p:nvSpPr>
          <p:cNvPr id="3" name="PlaceHolder 2"/>
          <p:cNvSpPr>
            <a:spLocks noGrp="1"/>
          </p:cNvSpPr>
          <p:nvPr>
            <p:ph type="sldNum" idx="65"/>
          </p:nvPr>
        </p:nvSpPr>
        <p:spPr/>
        <p:txBody>
          <a:bodyPr/>
          <a:p>
            <a:fld id="{275F919F-932D-49CE-804B-061D0D78C78A}" type="slidenum">
              <a:t>&lt;#&gt;</a:t>
            </a:fld>
          </a:p>
        </p:txBody>
      </p:sp>
      <p:sp>
        <p:nvSpPr>
          <p:cNvPr id="4" name="PlaceHolder 3"/>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0">
    <p:spTree>
      <p:nvGrpSpPr>
        <p:cNvPr id="1" name=""/>
        <p:cNvGrpSpPr/>
        <p:nvPr/>
      </p:nvGrpSpPr>
      <p:grpSpPr>
        <a:xfrm>
          <a:off x="0" y="0"/>
          <a:ext cx="0" cy="0"/>
          <a:chOff x="0" y="0"/>
          <a:chExt cx="0" cy="0"/>
        </a:xfrm>
      </p:grpSpPr>
      <p:sp>
        <p:nvSpPr>
          <p:cNvPr id="206"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07" name="PlaceHolder 2"/>
          <p:cNvSpPr>
            <a:spLocks noGrp="1"/>
          </p:cNvSpPr>
          <p:nvPr>
            <p:ph/>
          </p:nvPr>
        </p:nvSpPr>
        <p:spPr>
          <a:xfrm>
            <a:off x="50400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8" name="PlaceHolder 3"/>
          <p:cNvSpPr>
            <a:spLocks noGrp="1"/>
          </p:cNvSpPr>
          <p:nvPr>
            <p:ph/>
          </p:nvPr>
        </p:nvSpPr>
        <p:spPr>
          <a:xfrm>
            <a:off x="515268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09" name="PlaceHolder 4"/>
          <p:cNvSpPr>
            <a:spLocks noGrp="1"/>
          </p:cNvSpPr>
          <p:nvPr>
            <p:ph/>
          </p:nvPr>
        </p:nvSpPr>
        <p:spPr>
          <a:xfrm>
            <a:off x="50400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67"/>
          </p:nvPr>
        </p:nvSpPr>
        <p:spPr/>
        <p:txBody>
          <a:bodyPr/>
          <a:p>
            <a:r>
              <a:t>Footer</a:t>
            </a:r>
          </a:p>
        </p:txBody>
      </p:sp>
      <p:sp>
        <p:nvSpPr>
          <p:cNvPr id="7" name="PlaceHolder 6"/>
          <p:cNvSpPr>
            <a:spLocks noGrp="1"/>
          </p:cNvSpPr>
          <p:nvPr>
            <p:ph type="sldNum" idx="68"/>
          </p:nvPr>
        </p:nvSpPr>
        <p:spPr/>
        <p:txBody>
          <a:bodyPr/>
          <a:p>
            <a:fld id="{3A5D35A2-6CA8-4F4A-8933-06400BEE5FBA}" type="slidenum">
              <a:t>&lt;#&gt;</a:t>
            </a:fld>
          </a:p>
        </p:txBody>
      </p:sp>
      <p:sp>
        <p:nvSpPr>
          <p:cNvPr id="8" name="PlaceHolder 7"/>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1">
    <p:spTree>
      <p:nvGrpSpPr>
        <p:cNvPr id="1" name=""/>
        <p:cNvGrpSpPr/>
        <p:nvPr/>
      </p:nvGrpSpPr>
      <p:grpSpPr>
        <a:xfrm>
          <a:off x="0" y="0"/>
          <a:ext cx="0" cy="0"/>
          <a:chOff x="0" y="0"/>
          <a:chExt cx="0" cy="0"/>
        </a:xfrm>
      </p:grpSpPr>
      <p:sp>
        <p:nvSpPr>
          <p:cNvPr id="219" name="PlaceHolder 1"/>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20" name="PlaceHolder 2"/>
          <p:cNvSpPr>
            <a:spLocks noGrp="1"/>
          </p:cNvSpPr>
          <p:nvPr>
            <p:ph/>
          </p:nvPr>
        </p:nvSpPr>
        <p:spPr>
          <a:xfrm>
            <a:off x="504000" y="1768680"/>
            <a:ext cx="4426920" cy="43840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1" name="PlaceHolder 3"/>
          <p:cNvSpPr>
            <a:spLocks noGrp="1"/>
          </p:cNvSpPr>
          <p:nvPr>
            <p:ph/>
          </p:nvPr>
        </p:nvSpPr>
        <p:spPr>
          <a:xfrm>
            <a:off x="5152680" y="176868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222" name="PlaceHolder 4"/>
          <p:cNvSpPr>
            <a:spLocks noGrp="1"/>
          </p:cNvSpPr>
          <p:nvPr>
            <p:ph/>
          </p:nvPr>
        </p:nvSpPr>
        <p:spPr>
          <a:xfrm>
            <a:off x="5152680" y="4058640"/>
            <a:ext cx="4426920" cy="2090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6" name="PlaceHolder 5"/>
          <p:cNvSpPr>
            <a:spLocks noGrp="1"/>
          </p:cNvSpPr>
          <p:nvPr>
            <p:ph type="ftr" idx="70"/>
          </p:nvPr>
        </p:nvSpPr>
        <p:spPr/>
        <p:txBody>
          <a:bodyPr/>
          <a:p>
            <a:r>
              <a:t>Footer</a:t>
            </a:r>
          </a:p>
        </p:txBody>
      </p:sp>
      <p:sp>
        <p:nvSpPr>
          <p:cNvPr id="7" name="PlaceHolder 6"/>
          <p:cNvSpPr>
            <a:spLocks noGrp="1"/>
          </p:cNvSpPr>
          <p:nvPr>
            <p:ph type="sldNum" idx="71"/>
          </p:nvPr>
        </p:nvSpPr>
        <p:spPr/>
        <p:txBody>
          <a:bodyPr/>
          <a:p>
            <a:fld id="{01690BCB-22AA-47F7-815D-F23378F0F34B}" type="slidenum">
              <a:t>&lt;#&gt;</a:t>
            </a:fld>
          </a:p>
        </p:txBody>
      </p:sp>
      <p:sp>
        <p:nvSpPr>
          <p:cNvPr id="8" name="PlaceHolder 7"/>
          <p:cNvSpPr>
            <a:spLocks noGrp="1"/>
          </p:cNvSpPr>
          <p:nvPr>
            <p:ph type="dt" idx="7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5806440"/>
            <a:ext cx="10077840" cy="1752480"/>
          </a:xfrm>
          <a:prstGeom prst="rect">
            <a:avLst/>
          </a:prstGeom>
          <a:ln w="0">
            <a:noFill/>
          </a:ln>
        </p:spPr>
      </p:pic>
      <p:sp>
        <p:nvSpPr>
          <p:cNvPr id="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 name="PlaceHolder 5"/>
          <p:cNvSpPr>
            <a:spLocks noGrp="1"/>
          </p:cNvSpPr>
          <p:nvPr>
            <p:ph type="ftr" idx="1"/>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 name="PlaceHolder 6"/>
          <p:cNvSpPr>
            <a:spLocks noGrp="1"/>
          </p:cNvSpPr>
          <p:nvPr>
            <p:ph type="sldNum" idx="2"/>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0D455938-9A57-4840-95C8-FEB6DBA62FE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 name="PlaceHolder 7"/>
          <p:cNvSpPr>
            <a:spLocks noGrp="1"/>
          </p:cNvSpPr>
          <p:nvPr>
            <p:ph type="dt" idx="3"/>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 name="" descr=""/>
          <p:cNvPicPr/>
          <p:nvPr/>
        </p:nvPicPr>
        <p:blipFill>
          <a:blip r:embed="rId2"/>
          <a:stretch/>
        </p:blipFill>
        <p:spPr>
          <a:xfrm>
            <a:off x="0" y="5806440"/>
            <a:ext cx="10077840" cy="1752480"/>
          </a:xfrm>
          <a:prstGeom prst="rect">
            <a:avLst/>
          </a:prstGeom>
          <a:ln w="0">
            <a:noFill/>
          </a:ln>
        </p:spPr>
      </p:pic>
      <p:sp>
        <p:nvSpPr>
          <p:cNvPr id="1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5"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 name="PlaceHolder 5"/>
          <p:cNvSpPr>
            <a:spLocks noGrp="1"/>
          </p:cNvSpPr>
          <p:nvPr>
            <p:ph type="ftr" idx="4"/>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 name="PlaceHolder 6"/>
          <p:cNvSpPr>
            <a:spLocks noGrp="1"/>
          </p:cNvSpPr>
          <p:nvPr>
            <p:ph type="sldNum" idx="5"/>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C64FCC6-F29A-440D-A62A-715C8AFA9900}"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 name="PlaceHolder 7"/>
          <p:cNvSpPr>
            <a:spLocks noGrp="1"/>
          </p:cNvSpPr>
          <p:nvPr>
            <p:ph type="dt" idx="6"/>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2"/>
          <a:stretch/>
        </p:blipFill>
        <p:spPr>
          <a:xfrm>
            <a:off x="0" y="5806440"/>
            <a:ext cx="10077840" cy="1752480"/>
          </a:xfrm>
          <a:prstGeom prst="rect">
            <a:avLst/>
          </a:prstGeom>
          <a:ln w="0">
            <a:noFill/>
          </a:ln>
        </p:spPr>
      </p:pic>
      <p:sp>
        <p:nvSpPr>
          <p:cNvPr id="25"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7"/>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9" name="PlaceHolder 5"/>
          <p:cNvSpPr>
            <a:spLocks noGrp="1"/>
          </p:cNvSpPr>
          <p:nvPr>
            <p:ph type="sldNum" idx="8"/>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BB5369F-A482-43B3-AE6F-E2C958F3807C}"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30" name="PlaceHolder 6"/>
          <p:cNvSpPr>
            <a:spLocks noGrp="1"/>
          </p:cNvSpPr>
          <p:nvPr>
            <p:ph type="dt" idx="9"/>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 name="" descr=""/>
          <p:cNvPicPr/>
          <p:nvPr/>
        </p:nvPicPr>
        <p:blipFill>
          <a:blip r:embed="rId2"/>
          <a:stretch/>
        </p:blipFill>
        <p:spPr>
          <a:xfrm>
            <a:off x="0" y="5806440"/>
            <a:ext cx="10077840" cy="1752480"/>
          </a:xfrm>
          <a:prstGeom prst="rect">
            <a:avLst/>
          </a:prstGeom>
          <a:ln w="0">
            <a:noFill/>
          </a:ln>
        </p:spPr>
      </p:pic>
      <p:sp>
        <p:nvSpPr>
          <p:cNvPr id="35"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8"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9"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40" name="PlaceHolder 6"/>
          <p:cNvSpPr>
            <a:spLocks noGrp="1"/>
          </p:cNvSpPr>
          <p:nvPr>
            <p:ph type="ftr" idx="10"/>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41" name="PlaceHolder 7"/>
          <p:cNvSpPr>
            <a:spLocks noGrp="1"/>
          </p:cNvSpPr>
          <p:nvPr>
            <p:ph type="sldNum" idx="11"/>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BEA28E7-8D3B-4910-8F78-6CA8ACD26A4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42" name="PlaceHolder 8"/>
          <p:cNvSpPr>
            <a:spLocks noGrp="1"/>
          </p:cNvSpPr>
          <p:nvPr>
            <p:ph type="dt" idx="12"/>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2"/>
          <a:stretch/>
        </p:blipFill>
        <p:spPr>
          <a:xfrm>
            <a:off x="0" y="5806440"/>
            <a:ext cx="10077840" cy="1752480"/>
          </a:xfrm>
          <a:prstGeom prst="rect">
            <a:avLst/>
          </a:prstGeom>
          <a:ln w="0">
            <a:noFill/>
          </a:ln>
        </p:spPr>
      </p:pic>
      <p:sp>
        <p:nvSpPr>
          <p:cNvPr id="49" name="PlaceHolder 1"/>
          <p:cNvSpPr>
            <a:spLocks noGrp="1"/>
          </p:cNvSpPr>
          <p:nvPr>
            <p:ph type="ftr" idx="13"/>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0" name="PlaceHolder 2"/>
          <p:cNvSpPr>
            <a:spLocks noGrp="1"/>
          </p:cNvSpPr>
          <p:nvPr>
            <p:ph type="sldNum" idx="14"/>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A9EF57E-8B85-4815-BA8A-5BF4C76ECA8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1" name="PlaceHolder 3"/>
          <p:cNvSpPr>
            <a:spLocks noGrp="1"/>
          </p:cNvSpPr>
          <p:nvPr>
            <p:ph type="dt" idx="15"/>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 descr=""/>
          <p:cNvPicPr/>
          <p:nvPr/>
        </p:nvPicPr>
        <p:blipFill>
          <a:blip r:embed="rId2"/>
          <a:stretch/>
        </p:blipFill>
        <p:spPr>
          <a:xfrm>
            <a:off x="0" y="5806440"/>
            <a:ext cx="10077840" cy="1752480"/>
          </a:xfrm>
          <a:prstGeom prst="rect">
            <a:avLst/>
          </a:prstGeom>
          <a:ln w="0">
            <a:noFill/>
          </a:ln>
        </p:spPr>
      </p:pic>
      <p:sp>
        <p:nvSpPr>
          <p:cNvPr id="53" name="PlaceHolder 1"/>
          <p:cNvSpPr>
            <a:spLocks noGrp="1"/>
          </p:cNvSpPr>
          <p:nvPr>
            <p:ph type="ftr" idx="16"/>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54" name="PlaceHolder 2"/>
          <p:cNvSpPr>
            <a:spLocks noGrp="1"/>
          </p:cNvSpPr>
          <p:nvPr>
            <p:ph type="sldNum" idx="17"/>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84BA20D-D9C1-4379-AF87-F4B73714EB1A}"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55" name="PlaceHolder 3"/>
          <p:cNvSpPr>
            <a:spLocks noGrp="1"/>
          </p:cNvSpPr>
          <p:nvPr>
            <p:ph type="dt" idx="18"/>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 descr=""/>
          <p:cNvPicPr/>
          <p:nvPr/>
        </p:nvPicPr>
        <p:blipFill>
          <a:blip r:embed="rId2"/>
          <a:stretch/>
        </p:blipFill>
        <p:spPr>
          <a:xfrm>
            <a:off x="0" y="5806440"/>
            <a:ext cx="10077840" cy="1752480"/>
          </a:xfrm>
          <a:prstGeom prst="rect">
            <a:avLst/>
          </a:prstGeom>
          <a:ln w="0">
            <a:noFill/>
          </a:ln>
        </p:spPr>
      </p:pic>
      <p:sp>
        <p:nvSpPr>
          <p:cNvPr id="5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5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9" name="PlaceHolder 3"/>
          <p:cNvSpPr>
            <a:spLocks noGrp="1"/>
          </p:cNvSpPr>
          <p:nvPr>
            <p:ph type="ftr" idx="19"/>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0" name="PlaceHolder 4"/>
          <p:cNvSpPr>
            <a:spLocks noGrp="1"/>
          </p:cNvSpPr>
          <p:nvPr>
            <p:ph type="sldNum" idx="20"/>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789C0EC8-A8F5-4D2A-86E0-7F2C0EC2609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1" name="PlaceHolder 5"/>
          <p:cNvSpPr>
            <a:spLocks noGrp="1"/>
          </p:cNvSpPr>
          <p:nvPr>
            <p:ph type="dt" idx="21"/>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 descr=""/>
          <p:cNvPicPr/>
          <p:nvPr/>
        </p:nvPicPr>
        <p:blipFill>
          <a:blip r:embed="rId2"/>
          <a:stretch/>
        </p:blipFill>
        <p:spPr>
          <a:xfrm>
            <a:off x="0" y="5806440"/>
            <a:ext cx="10077840" cy="1752480"/>
          </a:xfrm>
          <a:prstGeom prst="rect">
            <a:avLst/>
          </a:prstGeom>
          <a:ln w="0">
            <a:noFill/>
          </a:ln>
        </p:spPr>
      </p:pic>
      <p:sp>
        <p:nvSpPr>
          <p:cNvPr id="65"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6"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3"/>
          <p:cNvSpPr>
            <a:spLocks noGrp="1"/>
          </p:cNvSpPr>
          <p:nvPr>
            <p:ph type="ftr" idx="22"/>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68" name="PlaceHolder 4"/>
          <p:cNvSpPr>
            <a:spLocks noGrp="1"/>
          </p:cNvSpPr>
          <p:nvPr>
            <p:ph type="sldNum" idx="23"/>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37D9825-3819-46D5-B7DA-403AADDC7643}"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69" name="PlaceHolder 5"/>
          <p:cNvSpPr>
            <a:spLocks noGrp="1"/>
          </p:cNvSpPr>
          <p:nvPr>
            <p:ph type="dt" idx="24"/>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 descr=""/>
          <p:cNvPicPr/>
          <p:nvPr/>
        </p:nvPicPr>
        <p:blipFill>
          <a:blip r:embed="rId2"/>
          <a:stretch/>
        </p:blipFill>
        <p:spPr>
          <a:xfrm>
            <a:off x="0" y="5806440"/>
            <a:ext cx="10077840" cy="1752480"/>
          </a:xfrm>
          <a:prstGeom prst="rect">
            <a:avLst/>
          </a:prstGeom>
          <a:ln w="0">
            <a:noFill/>
          </a:ln>
        </p:spPr>
      </p:pic>
      <p:sp>
        <p:nvSpPr>
          <p:cNvPr id="7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4"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5"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4"/>
          <p:cNvSpPr>
            <a:spLocks noGrp="1"/>
          </p:cNvSpPr>
          <p:nvPr>
            <p:ph type="ftr" idx="25"/>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77" name="PlaceHolder 5"/>
          <p:cNvSpPr>
            <a:spLocks noGrp="1"/>
          </p:cNvSpPr>
          <p:nvPr>
            <p:ph type="sldNum" idx="26"/>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B8D4EC1D-7456-4B88-9012-338366058588}"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78" name="PlaceHolder 6"/>
          <p:cNvSpPr>
            <a:spLocks noGrp="1"/>
          </p:cNvSpPr>
          <p:nvPr>
            <p:ph type="dt" idx="27"/>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 descr=""/>
          <p:cNvPicPr/>
          <p:nvPr/>
        </p:nvPicPr>
        <p:blipFill>
          <a:blip r:embed="rId2"/>
          <a:stretch/>
        </p:blipFill>
        <p:spPr>
          <a:xfrm>
            <a:off x="0" y="5806440"/>
            <a:ext cx="10077840" cy="1752480"/>
          </a:xfrm>
          <a:prstGeom prst="rect">
            <a:avLst/>
          </a:prstGeom>
          <a:ln w="0">
            <a:noFill/>
          </a:ln>
        </p:spPr>
      </p:pic>
      <p:sp>
        <p:nvSpPr>
          <p:cNvPr id="83"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84" name="PlaceHolder 2"/>
          <p:cNvSpPr>
            <a:spLocks noGrp="1"/>
          </p:cNvSpPr>
          <p:nvPr>
            <p:ph type="ftr" idx="28"/>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85" name="PlaceHolder 3"/>
          <p:cNvSpPr>
            <a:spLocks noGrp="1"/>
          </p:cNvSpPr>
          <p:nvPr>
            <p:ph type="sldNum" idx="29"/>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9BEC402-82AA-4A45-A6D7-A37975DA728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86" name="PlaceHolder 4"/>
          <p:cNvSpPr>
            <a:spLocks noGrp="1"/>
          </p:cNvSpPr>
          <p:nvPr>
            <p:ph type="dt" idx="30"/>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7"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 descr=""/>
          <p:cNvPicPr/>
          <p:nvPr/>
        </p:nvPicPr>
        <p:blipFill>
          <a:blip r:embed="rId2"/>
          <a:stretch/>
        </p:blipFill>
        <p:spPr>
          <a:xfrm>
            <a:off x="0" y="5806440"/>
            <a:ext cx="10077840" cy="1752480"/>
          </a:xfrm>
          <a:prstGeom prst="rect">
            <a:avLst/>
          </a:prstGeom>
          <a:ln w="0">
            <a:noFill/>
          </a:ln>
        </p:spPr>
      </p:pic>
      <p:sp>
        <p:nvSpPr>
          <p:cNvPr id="90" name="PlaceHolder 1"/>
          <p:cNvSpPr>
            <a:spLocks noGrp="1"/>
          </p:cNvSpPr>
          <p:nvPr>
            <p:ph type="ftr" idx="31"/>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1" name="PlaceHolder 2"/>
          <p:cNvSpPr>
            <a:spLocks noGrp="1"/>
          </p:cNvSpPr>
          <p:nvPr>
            <p:ph type="sldNum" idx="32"/>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832B3068-462B-45AE-99E5-680473F862B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92" name="PlaceHolder 3"/>
          <p:cNvSpPr>
            <a:spLocks noGrp="1"/>
          </p:cNvSpPr>
          <p:nvPr>
            <p:ph type="dt" idx="33"/>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 descr=""/>
          <p:cNvPicPr/>
          <p:nvPr/>
        </p:nvPicPr>
        <p:blipFill>
          <a:blip r:embed="rId2"/>
          <a:stretch/>
        </p:blipFill>
        <p:spPr>
          <a:xfrm>
            <a:off x="0" y="5806440"/>
            <a:ext cx="10077840" cy="1752480"/>
          </a:xfrm>
          <a:prstGeom prst="rect">
            <a:avLst/>
          </a:prstGeom>
          <a:ln w="0">
            <a:noFill/>
          </a:ln>
        </p:spPr>
      </p:pic>
      <p:sp>
        <p:nvSpPr>
          <p:cNvPr id="94"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5"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6"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7"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8" name="PlaceHolder 5"/>
          <p:cNvSpPr>
            <a:spLocks noGrp="1"/>
          </p:cNvSpPr>
          <p:nvPr>
            <p:ph type="ftr" idx="34"/>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99" name="PlaceHolder 6"/>
          <p:cNvSpPr>
            <a:spLocks noGrp="1"/>
          </p:cNvSpPr>
          <p:nvPr>
            <p:ph type="sldNum" idx="35"/>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675633F-4509-4B12-B132-872DAF724FBB}"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00" name="PlaceHolder 7"/>
          <p:cNvSpPr>
            <a:spLocks noGrp="1"/>
          </p:cNvSpPr>
          <p:nvPr>
            <p:ph type="dt" idx="36"/>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6"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0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08"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09"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0" name="PlaceHolder 4"/>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1" name="PlaceHolder 5"/>
          <p:cNvSpPr>
            <a:spLocks noGrp="1"/>
          </p:cNvSpPr>
          <p:nvPr>
            <p:ph type="ftr" idx="37"/>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12" name="PlaceHolder 6"/>
          <p:cNvSpPr>
            <a:spLocks noGrp="1"/>
          </p:cNvSpPr>
          <p:nvPr>
            <p:ph type="sldNum" idx="38"/>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988751C-76A1-46F4-9E36-E4482CFFCA9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13" name="PlaceHolder 7"/>
          <p:cNvSpPr>
            <a:spLocks noGrp="1"/>
          </p:cNvSpPr>
          <p:nvPr>
            <p:ph type="dt" idx="39"/>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19"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20"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1" name="PlaceHolder 2"/>
          <p:cNvSpPr>
            <a:spLocks noGrp="1"/>
          </p:cNvSpPr>
          <p:nvPr>
            <p:ph type="body"/>
          </p:nvPr>
        </p:nvSpPr>
        <p:spPr>
          <a:xfrm>
            <a:off x="504000" y="176868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2" name="PlaceHolder 3"/>
          <p:cNvSpPr>
            <a:spLocks noGrp="1"/>
          </p:cNvSpPr>
          <p:nvPr>
            <p:ph type="body"/>
          </p:nvPr>
        </p:nvSpPr>
        <p:spPr>
          <a:xfrm>
            <a:off x="504000" y="4058640"/>
            <a:ext cx="9071640" cy="2090520"/>
          </a:xfrm>
          <a:prstGeom prst="rect">
            <a:avLst/>
          </a:prstGeom>
          <a:noFill/>
          <a:ln w="0">
            <a:noFill/>
          </a:ln>
        </p:spPr>
        <p:txBody>
          <a:bodyPr lIns="0" rIns="0" tIns="0" bIns="0" anchor="t">
            <a:normAutofit fontScale="8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23" name="PlaceHolder 4"/>
          <p:cNvSpPr>
            <a:spLocks noGrp="1"/>
          </p:cNvSpPr>
          <p:nvPr>
            <p:ph type="ftr" idx="40"/>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24" name="PlaceHolder 5"/>
          <p:cNvSpPr>
            <a:spLocks noGrp="1"/>
          </p:cNvSpPr>
          <p:nvPr>
            <p:ph type="sldNum" idx="41"/>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7449C07-4893-41F4-BE0B-5E17FEB0D3D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25" name="PlaceHolder 6"/>
          <p:cNvSpPr>
            <a:spLocks noGrp="1"/>
          </p:cNvSpPr>
          <p:nvPr>
            <p:ph type="dt" idx="42"/>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0"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31"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2"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3"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4"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5" name="PlaceHolder 5"/>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6" name="PlaceHolder 6"/>
          <p:cNvSpPr>
            <a:spLocks noGrp="1"/>
          </p:cNvSpPr>
          <p:nvPr>
            <p:ph type="ftr" idx="43"/>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37" name="PlaceHolder 7"/>
          <p:cNvSpPr>
            <a:spLocks noGrp="1"/>
          </p:cNvSpPr>
          <p:nvPr>
            <p:ph type="sldNum" idx="44"/>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60FEE61-88FE-4E6A-9DA3-08C6F2AF5B15}"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38" name="PlaceHolder 8"/>
          <p:cNvSpPr>
            <a:spLocks noGrp="1"/>
          </p:cNvSpPr>
          <p:nvPr>
            <p:ph type="dt" idx="45"/>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5"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46" name="PlaceHolder 1"/>
          <p:cNvSpPr>
            <a:spLocks noGrp="1"/>
          </p:cNvSpPr>
          <p:nvPr>
            <p:ph type="ftr" idx="46"/>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47" name="PlaceHolder 2"/>
          <p:cNvSpPr>
            <a:spLocks noGrp="1"/>
          </p:cNvSpPr>
          <p:nvPr>
            <p:ph type="sldNum" idx="47"/>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BE63284-0321-43FE-89FF-5AD5ECADFCD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48" name="PlaceHolder 3"/>
          <p:cNvSpPr>
            <a:spLocks noGrp="1"/>
          </p:cNvSpPr>
          <p:nvPr>
            <p:ph type="dt" idx="48"/>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0"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1" name="PlaceHolder 1"/>
          <p:cNvSpPr>
            <a:spLocks noGrp="1"/>
          </p:cNvSpPr>
          <p:nvPr>
            <p:ph type="ftr" idx="49"/>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52" name="PlaceHolder 2"/>
          <p:cNvSpPr>
            <a:spLocks noGrp="1"/>
          </p:cNvSpPr>
          <p:nvPr>
            <p:ph type="sldNum" idx="50"/>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47C88753-D30B-4524-B1E4-B090D597A69D}"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53" name="PlaceHolder 3"/>
          <p:cNvSpPr>
            <a:spLocks noGrp="1"/>
          </p:cNvSpPr>
          <p:nvPr>
            <p:ph type="dt" idx="51"/>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54" name="PlaceHolder 4"/>
          <p:cNvSpPr>
            <a:spLocks noGrp="1"/>
          </p:cNvSpPr>
          <p:nvPr>
            <p:ph type="title"/>
          </p:nvPr>
        </p:nvSpPr>
        <p:spPr>
          <a:xfrm>
            <a:off x="504000" y="301320"/>
            <a:ext cx="9072000" cy="1261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55" name="PlaceHolder 5"/>
          <p:cNvSpPr>
            <a:spLocks noGrp="1"/>
          </p:cNvSpPr>
          <p:nvPr>
            <p:ph type="body"/>
          </p:nvPr>
        </p:nvSpPr>
        <p:spPr>
          <a:xfrm>
            <a:off x="504000" y="1768680"/>
            <a:ext cx="9072000" cy="43840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7"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58"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59"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0" name="PlaceHolder 3"/>
          <p:cNvSpPr>
            <a:spLocks noGrp="1"/>
          </p:cNvSpPr>
          <p:nvPr>
            <p:ph type="ftr" idx="52"/>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61" name="PlaceHolder 4"/>
          <p:cNvSpPr>
            <a:spLocks noGrp="1"/>
          </p:cNvSpPr>
          <p:nvPr>
            <p:ph type="sldNum" idx="53"/>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D596445-53B2-4F99-BBC1-6BC009277FBE}"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62" name="PlaceHolder 5"/>
          <p:cNvSpPr>
            <a:spLocks noGrp="1"/>
          </p:cNvSpPr>
          <p:nvPr>
            <p:ph type="dt" idx="54"/>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6"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6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68" name="PlaceHolder 2"/>
          <p:cNvSpPr>
            <a:spLocks noGrp="1"/>
          </p:cNvSpPr>
          <p:nvPr>
            <p:ph type="body"/>
          </p:nvPr>
        </p:nvSpPr>
        <p:spPr>
          <a:xfrm>
            <a:off x="504000" y="1768680"/>
            <a:ext cx="907164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69" name="PlaceHolder 3"/>
          <p:cNvSpPr>
            <a:spLocks noGrp="1"/>
          </p:cNvSpPr>
          <p:nvPr>
            <p:ph type="ftr" idx="55"/>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70" name="PlaceHolder 4"/>
          <p:cNvSpPr>
            <a:spLocks noGrp="1"/>
          </p:cNvSpPr>
          <p:nvPr>
            <p:ph type="sldNum" idx="56"/>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1C3D16E6-3305-42E0-A812-FA24BE07641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71" name="PlaceHolder 5"/>
          <p:cNvSpPr>
            <a:spLocks noGrp="1"/>
          </p:cNvSpPr>
          <p:nvPr>
            <p:ph type="dt" idx="57"/>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5"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76"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7"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8"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9" name="PlaceHolder 4"/>
          <p:cNvSpPr>
            <a:spLocks noGrp="1"/>
          </p:cNvSpPr>
          <p:nvPr>
            <p:ph type="ftr" idx="58"/>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0" name="PlaceHolder 5"/>
          <p:cNvSpPr>
            <a:spLocks noGrp="1"/>
          </p:cNvSpPr>
          <p:nvPr>
            <p:ph type="sldNum" idx="59"/>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AB3BA240-A724-482A-8B30-C798E5B8F1C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81" name="PlaceHolder 6"/>
          <p:cNvSpPr>
            <a:spLocks noGrp="1"/>
          </p:cNvSpPr>
          <p:nvPr>
            <p:ph type="dt" idx="60"/>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6"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87"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88" name="PlaceHolder 2"/>
          <p:cNvSpPr>
            <a:spLocks noGrp="1"/>
          </p:cNvSpPr>
          <p:nvPr>
            <p:ph type="ftr" idx="61"/>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89" name="PlaceHolder 3"/>
          <p:cNvSpPr>
            <a:spLocks noGrp="1"/>
          </p:cNvSpPr>
          <p:nvPr>
            <p:ph type="sldNum" idx="62"/>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590F9A7D-CF95-440A-9502-052FB1A60FBF}"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0" name="PlaceHolder 4"/>
          <p:cNvSpPr>
            <a:spLocks noGrp="1"/>
          </p:cNvSpPr>
          <p:nvPr>
            <p:ph type="dt" idx="63"/>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3"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4" name="PlaceHolder 1"/>
          <p:cNvSpPr>
            <a:spLocks noGrp="1"/>
          </p:cNvSpPr>
          <p:nvPr>
            <p:ph type="ftr" idx="64"/>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195" name="PlaceHolder 2"/>
          <p:cNvSpPr>
            <a:spLocks noGrp="1"/>
          </p:cNvSpPr>
          <p:nvPr>
            <p:ph type="sldNum" idx="65"/>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3F184D50-20A3-4326-8C76-3D0E24CE84D2}"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196" name="PlaceHolder 3"/>
          <p:cNvSpPr>
            <a:spLocks noGrp="1"/>
          </p:cNvSpPr>
          <p:nvPr>
            <p:ph type="dt" idx="66"/>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8"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199"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00" name="PlaceHolder 2"/>
          <p:cNvSpPr>
            <a:spLocks noGrp="1"/>
          </p:cNvSpPr>
          <p:nvPr>
            <p:ph type="body"/>
          </p:nvPr>
        </p:nvSpPr>
        <p:spPr>
          <a:xfrm>
            <a:off x="50400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1" name="PlaceHolder 3"/>
          <p:cNvSpPr>
            <a:spLocks noGrp="1"/>
          </p:cNvSpPr>
          <p:nvPr>
            <p:ph type="body"/>
          </p:nvPr>
        </p:nvSpPr>
        <p:spPr>
          <a:xfrm>
            <a:off x="515268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2" name="PlaceHolder 4"/>
          <p:cNvSpPr>
            <a:spLocks noGrp="1"/>
          </p:cNvSpPr>
          <p:nvPr>
            <p:ph type="body"/>
          </p:nvPr>
        </p:nvSpPr>
        <p:spPr>
          <a:xfrm>
            <a:off x="50400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03" name="PlaceHolder 5"/>
          <p:cNvSpPr>
            <a:spLocks noGrp="1"/>
          </p:cNvSpPr>
          <p:nvPr>
            <p:ph type="ftr" idx="67"/>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04" name="PlaceHolder 6"/>
          <p:cNvSpPr>
            <a:spLocks noGrp="1"/>
          </p:cNvSpPr>
          <p:nvPr>
            <p:ph type="sldNum" idx="68"/>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2C91C854-CB6F-4D21-9F39-E71B38559549}"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05" name="PlaceHolder 7"/>
          <p:cNvSpPr>
            <a:spLocks noGrp="1"/>
          </p:cNvSpPr>
          <p:nvPr>
            <p:ph type="dt" idx="69"/>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
          <p:cNvSpPr/>
          <p:nvPr/>
        </p:nvSpPr>
        <p:spPr>
          <a:xfrm>
            <a:off x="0" y="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1" name=""/>
          <p:cNvSpPr/>
          <p:nvPr/>
        </p:nvSpPr>
        <p:spPr>
          <a:xfrm>
            <a:off x="0" y="6620400"/>
            <a:ext cx="10074960" cy="939960"/>
          </a:xfrm>
          <a:prstGeom prst="rect">
            <a:avLst/>
          </a:prstGeom>
          <a:gradFill rotWithShape="0">
            <a:gsLst>
              <a:gs pos="0">
                <a:srgbClr val="dff2fc"/>
              </a:gs>
              <a:gs pos="100000">
                <a:srgbClr val="009bdd"/>
              </a:gs>
            </a:gsLst>
            <a:lin ang="1080000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a typeface="DejaVu Sans"/>
            </a:endParaRPr>
          </a:p>
        </p:txBody>
      </p:sp>
      <p:sp>
        <p:nvSpPr>
          <p:cNvPr id="212" name="PlaceHolder 1"/>
          <p:cNvSpPr>
            <a:spLocks noGrp="1"/>
          </p:cNvSpPr>
          <p:nvPr>
            <p:ph type="title"/>
          </p:nvPr>
        </p:nvSpPr>
        <p:spPr>
          <a:xfrm>
            <a:off x="504000" y="301320"/>
            <a:ext cx="9071640" cy="1261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3" name="PlaceHolder 2"/>
          <p:cNvSpPr>
            <a:spLocks noGrp="1"/>
          </p:cNvSpPr>
          <p:nvPr>
            <p:ph type="body"/>
          </p:nvPr>
        </p:nvSpPr>
        <p:spPr>
          <a:xfrm>
            <a:off x="504000" y="1768680"/>
            <a:ext cx="4426560" cy="43837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4" name="PlaceHolder 3"/>
          <p:cNvSpPr>
            <a:spLocks noGrp="1"/>
          </p:cNvSpPr>
          <p:nvPr>
            <p:ph type="body"/>
          </p:nvPr>
        </p:nvSpPr>
        <p:spPr>
          <a:xfrm>
            <a:off x="5152680" y="176868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5" name="PlaceHolder 4"/>
          <p:cNvSpPr>
            <a:spLocks noGrp="1"/>
          </p:cNvSpPr>
          <p:nvPr>
            <p:ph type="body"/>
          </p:nvPr>
        </p:nvSpPr>
        <p:spPr>
          <a:xfrm>
            <a:off x="5152680" y="4058640"/>
            <a:ext cx="4426560" cy="2090520"/>
          </a:xfrm>
          <a:prstGeom prst="rect">
            <a:avLst/>
          </a:prstGeom>
          <a:noFill/>
          <a:ln w="0">
            <a:noFill/>
          </a:ln>
        </p:spPr>
        <p:txBody>
          <a:bodyPr lIns="0" rIns="0" tIns="0" bIns="0" anchor="t">
            <a:normAutofit fontScale="71666"/>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16" name="PlaceHolder 5"/>
          <p:cNvSpPr>
            <a:spLocks noGrp="1"/>
          </p:cNvSpPr>
          <p:nvPr>
            <p:ph type="ftr" idx="70"/>
          </p:nvPr>
        </p:nvSpPr>
        <p:spPr>
          <a:xfrm>
            <a:off x="3447360" y="6887160"/>
            <a:ext cx="3193200" cy="519480"/>
          </a:xfrm>
          <a:prstGeom prst="rect">
            <a:avLst/>
          </a:prstGeom>
          <a:noFill/>
          <a:ln w="0">
            <a:noFill/>
          </a:ln>
        </p:spPr>
        <p:txBody>
          <a:bodyPr lIns="0" rIns="0" tIns="0" bIns="0" anchor="t">
            <a:noAutofit/>
          </a:bodyPr>
          <a:lstStyle>
            <a:lvl1pPr indent="0" algn="ctr">
              <a:lnSpc>
                <a:spcPct val="100000"/>
              </a:lnSpc>
              <a:buNone/>
              <a:tabLst>
                <a:tab algn="l" pos="0"/>
              </a:tabLst>
              <a:defRPr b="0" lang="en-IN" sz="1400" spc="-1" strike="noStrike">
                <a:solidFill>
                  <a:srgbClr val="000000"/>
                </a:solidFill>
                <a:latin typeface="Arial"/>
              </a:defRPr>
            </a:lvl1pPr>
          </a:lstStyle>
          <a:p>
            <a:pPr indent="0" algn="ctr">
              <a:lnSpc>
                <a:spcPct val="100000"/>
              </a:lnSpc>
              <a:buNone/>
              <a:tabLst>
                <a:tab algn="l" pos="0"/>
              </a:tabLst>
            </a:pPr>
            <a:r>
              <a:rPr b="0" lang="en-IN" sz="1400" spc="-1" strike="noStrike">
                <a:solidFill>
                  <a:srgbClr val="000000"/>
                </a:solidFill>
                <a:latin typeface="Arial"/>
              </a:rPr>
              <a:t>&lt;footer&gt;</a:t>
            </a:r>
            <a:endParaRPr b="0" lang="en-US" sz="1400" spc="-1" strike="noStrike">
              <a:solidFill>
                <a:srgbClr val="000000"/>
              </a:solidFill>
              <a:latin typeface="Times New Roman"/>
            </a:endParaRPr>
          </a:p>
        </p:txBody>
      </p:sp>
      <p:sp>
        <p:nvSpPr>
          <p:cNvPr id="217" name="PlaceHolder 6"/>
          <p:cNvSpPr>
            <a:spLocks noGrp="1"/>
          </p:cNvSpPr>
          <p:nvPr>
            <p:ph type="sldNum" idx="71"/>
          </p:nvPr>
        </p:nvSpPr>
        <p:spPr>
          <a:xfrm>
            <a:off x="7227360" y="6887160"/>
            <a:ext cx="2346480" cy="519480"/>
          </a:xfrm>
          <a:prstGeom prst="rect">
            <a:avLst/>
          </a:prstGeom>
          <a:noFill/>
          <a:ln w="0">
            <a:noFill/>
          </a:ln>
        </p:spPr>
        <p:txBody>
          <a:bodyPr lIns="0" rIns="0" tIns="0" bIns="0" anchor="t">
            <a:noAutofit/>
          </a:bodyPr>
          <a:lstStyle>
            <a:lvl1pPr indent="0" algn="r">
              <a:lnSpc>
                <a:spcPct val="100000"/>
              </a:lnSpc>
              <a:buNone/>
              <a:tabLst>
                <a:tab algn="l" pos="0"/>
              </a:tabLst>
              <a:defRPr b="0" lang="en-IN" sz="1400" spc="-1" strike="noStrike">
                <a:solidFill>
                  <a:srgbClr val="000000"/>
                </a:solidFill>
                <a:latin typeface="Arial"/>
              </a:defRPr>
            </a:lvl1pPr>
          </a:lstStyle>
          <a:p>
            <a:pPr indent="0" algn="r">
              <a:lnSpc>
                <a:spcPct val="100000"/>
              </a:lnSpc>
              <a:buNone/>
              <a:tabLst>
                <a:tab algn="l" pos="0"/>
              </a:tabLst>
            </a:pPr>
            <a:fld id="{E2283DE7-E23D-4426-8017-CDD4EE26D906}" type="slidenum">
              <a:rPr b="0" lang="en-IN" sz="1400" spc="-1" strike="noStrike">
                <a:solidFill>
                  <a:srgbClr val="000000"/>
                </a:solidFill>
                <a:latin typeface="Arial"/>
              </a:rPr>
              <a:t>&lt;number&gt;</a:t>
            </a:fld>
            <a:endParaRPr b="0" lang="en-US" sz="1400" spc="-1" strike="noStrike">
              <a:solidFill>
                <a:srgbClr val="000000"/>
              </a:solidFill>
              <a:latin typeface="Times New Roman"/>
            </a:endParaRPr>
          </a:p>
        </p:txBody>
      </p:sp>
      <p:sp>
        <p:nvSpPr>
          <p:cNvPr id="218" name="PlaceHolder 7"/>
          <p:cNvSpPr>
            <a:spLocks noGrp="1"/>
          </p:cNvSpPr>
          <p:nvPr>
            <p:ph type="dt" idx="72"/>
          </p:nvPr>
        </p:nvSpPr>
        <p:spPr>
          <a:xfrm>
            <a:off x="504000" y="6887160"/>
            <a:ext cx="2346480" cy="51948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0" y="2341080"/>
            <a:ext cx="9069840" cy="1260360"/>
          </a:xfrm>
          <a:prstGeom prst="rect">
            <a:avLst/>
          </a:prstGeom>
          <a:noFill/>
          <a:ln w="0">
            <a:noFill/>
          </a:ln>
        </p:spPr>
        <p:txBody>
          <a:bodyPr lIns="0" rIns="0" tIns="0" bIns="0" anchor="ctr">
            <a:noAutofit/>
          </a:bodyPr>
          <a:p>
            <a:pPr indent="0" algn="ctr">
              <a:lnSpc>
                <a:spcPct val="100000"/>
              </a:lnSpc>
              <a:buNone/>
              <a:tabLst>
                <a:tab algn="l" pos="0"/>
              </a:tabLst>
            </a:pPr>
            <a:r>
              <a:rPr b="0" lang="en-IN" sz="4400" spc="-1" strike="noStrike">
                <a:solidFill>
                  <a:srgbClr val="006699"/>
                </a:solidFill>
                <a:latin typeface="Arial"/>
              </a:rPr>
              <a:t>Systemd</a:t>
            </a:r>
            <a:endParaRPr b="0" lang="en-US"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25" name=""/>
          <p:cNvSpPr/>
          <p:nvPr/>
        </p:nvSpPr>
        <p:spPr>
          <a:xfrm>
            <a:off x="114840" y="1080000"/>
            <a:ext cx="10179360" cy="6159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Systemd is a suite of computer programs aimed to manage and interconnect different parts of system together. It is designed as a replacement for SystemV and LSB-style startup scrips, which were prevalent since 1980s. Systemd consists of these components: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Init is the first process (PID 1) started by the Linux kernel during boot, and it stays running as the parent of all services and user sessions. There are multiple implementations for init, Sys Vini, launched, systemd...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ls -l /sbin/init, if it is not symbolic link it is system V or ../lib/systemd/systemd</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systemd, which is the system and service manager . systemctl, a command line tool to interact with systemd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journald, a unified logging framework logind, a daemon that handles user logins and seats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resolved,  timesyncd, and networkd, which are responsible for network connection, domain name resolution and synchronizing time with internet resources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systemctl --  Control the systemd system and service manager</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systemctl status SERVICE_NAME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systemctl start/stop SERVICE_NAME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 systemctl enable/disable SERVICE_NAME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$systemctl list-units --type=service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$systemctl list-units --type=service --all | less</a:t>
            </a:r>
            <a:endParaRPr b="0" lang="en-US" sz="1200" spc="-1" strike="noStrike">
              <a:solidFill>
                <a:srgbClr val="000000"/>
              </a:solidFill>
              <a:latin typeface="Arial"/>
            </a:endParaRPr>
          </a:p>
          <a:p>
            <a:pPr>
              <a:lnSpc>
                <a:spcPct val="100000"/>
              </a:lnSpc>
            </a:pPr>
            <a:r>
              <a:rPr b="0" lang="en-IN" sz="1000" spc="-1" strike="noStrike">
                <a:solidFill>
                  <a:srgbClr val="000000"/>
                </a:solidFill>
                <a:latin typeface="Arial"/>
                <a:ea typeface="DejaVu Sans"/>
              </a:rPr>
              <a:t> </a:t>
            </a:r>
            <a:endParaRPr b="0" lang="en-US" sz="10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$systemd-analyze</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$systemctl list-dependencies </a:t>
            </a:r>
            <a:endParaRPr b="0" lang="en-US" sz="1200" spc="-1" strike="noStrike">
              <a:solidFill>
                <a:srgbClr val="000000"/>
              </a:solidFill>
              <a:latin typeface="Arial"/>
            </a:endParaRPr>
          </a:p>
          <a:p>
            <a:pPr>
              <a:lnSpc>
                <a:spcPct val="100000"/>
              </a:lnSpc>
            </a:pPr>
            <a:r>
              <a:rPr b="0" lang="en-IN" sz="1200" spc="-1" strike="noStrike">
                <a:solidFill>
                  <a:srgbClr val="000000"/>
                </a:solidFill>
                <a:latin typeface="Arial"/>
                <a:ea typeface="DejaVu Sans"/>
              </a:rPr>
              <a:t>$systemctl list-timers</a:t>
            </a:r>
            <a:endParaRPr b="0" lang="en-US" sz="12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
        <p:nvSpPr>
          <p:cNvPr id="226" name=""/>
          <p:cNvSpPr/>
          <p:nvPr/>
        </p:nvSpPr>
        <p:spPr>
          <a:xfrm>
            <a:off x="73800" y="5655600"/>
            <a:ext cx="10183680" cy="18882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The kernel.* parameters are part of the Linux kernel's sysctl interface, which allows you to view and modify kernel parameters at runtime. These parameters are accessible via:</a:t>
            </a:r>
            <a:endParaRPr b="0" lang="en-US" sz="1400" spc="-1" strike="noStrike">
              <a:solidFill>
                <a:srgbClr val="000000"/>
              </a:solidFill>
              <a:latin typeface="Arial"/>
            </a:endParaRPr>
          </a:p>
          <a:p>
            <a:pPr>
              <a:lnSpc>
                <a:spcPct val="100000"/>
              </a:lnSpc>
            </a:pPr>
            <a:br>
              <a:rPr sz="1400"/>
            </a:br>
            <a:r>
              <a:rPr b="0" lang="en-IN" sz="1400" spc="-1" strike="noStrike">
                <a:solidFill>
                  <a:srgbClr val="000000"/>
                </a:solidFill>
                <a:latin typeface="Arial"/>
                <a:ea typeface="DejaVu Sans"/>
              </a:rPr>
              <a:t>sysctl -a | grep ^kernel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ls /proc/sys/kernel/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sysctl kernel.pid_max</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sudo sysctl -w kernel.pid_max=131072</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Set (permanently): Add to /etc/sysctl.conf or a .conf file under /etc/sysctl.d/: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sudo sysctl -p</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
          <p:cNvSpPr/>
          <p:nvPr/>
        </p:nvSpPr>
        <p:spPr>
          <a:xfrm>
            <a:off x="51480" y="1080000"/>
            <a:ext cx="9883440" cy="3956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Create systemd 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1. Create Your Executable Script or Command</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Example: Let's say you have a script at /usr/local/bin/myscript.sh</a:t>
            </a:r>
            <a:br>
              <a:rPr sz="1400"/>
            </a:br>
            <a:r>
              <a:rPr b="0" lang="en-IN" sz="1400" spc="-1" strike="noStrike">
                <a:solidFill>
                  <a:srgbClr val="000000"/>
                </a:solidFill>
                <a:latin typeface="Arial"/>
                <a:ea typeface="DejaVu Sans"/>
              </a:rPr>
              <a:t>#!/bin/bash</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echo "My custom service is running..." &gt;&gt; /var/log/myservice.log</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2. chmod +x /usr/local/bin/myscript.sh</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3.  /etc/systemd/system/myservice.service</a:t>
            </a:r>
            <a:br>
              <a:rPr sz="1400"/>
            </a:br>
            <a:r>
              <a:rPr b="0" lang="en-IN" sz="1400" spc="-1" strike="noStrike">
                <a:solidFill>
                  <a:srgbClr val="000000"/>
                </a:solidFill>
                <a:latin typeface="Arial"/>
                <a:ea typeface="DejaVu Sans"/>
              </a:rPr>
              <a:t>[Unit]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Description=My Custom 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After=network.target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Type=simple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ExecStart=/usr/local/bin/myscript.sh</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Restart=on-failure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[Install]</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WantedBy=multi-user.target</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4. sudo systemctl daemon-reexec</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5. sudo systemctl enable myservice.service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6. sudo systemctl start myservice.service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7. systemctl status myservice.service</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8. journalctl -u myservice.service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504000" y="301320"/>
            <a:ext cx="9069840" cy="63576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229" name=""/>
          <p:cNvSpPr/>
          <p:nvPr/>
        </p:nvSpPr>
        <p:spPr>
          <a:xfrm>
            <a:off x="31320" y="1322640"/>
            <a:ext cx="9902880" cy="5299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400" spc="-1" strike="noStrike">
                <a:solidFill>
                  <a:srgbClr val="000000"/>
                </a:solidFill>
                <a:latin typeface="Arial"/>
                <a:ea typeface="DejaVu Sans"/>
              </a:rPr>
              <a:t>udevadm is the userspace utility for managing and interacting with udev, the device manager for the Linux kernel. It allows you to query information about devices, trigger events, and monitor device actions.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You can use the udevadm command to query the udev database and sysfs. udev might be too heavy-weight for some embedded systems, the udevd daemon staying in the background waiting for events. BusyBox provides a simpler alternative called mdev, available by enabling the MDEV configuration option.</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udevadm info --query=path --name=/dev/sda</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/devices/pci0000:00/0000:00:0d.0/host0/target0:0:0/0:0:0:0/block/sda</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 udevadm info --query=property –name=/dev/sda</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#udevadm test  /sys/bus/pci/devices/0000\:03\:00.0</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#udevadm test /sys/class/net/enp1s0</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#udevadm monitor --udev --subsystem-match=usb</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To use mdev, the proc and sysfs filesystems must be mounted. mdev must be enabled as the hotplug event manager.</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echo /sbin/mdev &gt; /proc/sys/kernel/hotplug</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Need to mount /dev as a tmpfs:</a:t>
            </a:r>
            <a:endParaRPr b="0" lang="en-US" sz="1400" spc="-1" strike="noStrike">
              <a:solidFill>
                <a:srgbClr val="000000"/>
              </a:solidFill>
              <a:latin typeface="Arial"/>
            </a:endParaRPr>
          </a:p>
          <a:p>
            <a:pPr>
              <a:lnSpc>
                <a:spcPct val="100000"/>
              </a:lnSpc>
            </a:pPr>
            <a:r>
              <a:rPr b="0" lang="en-IN" sz="1400" spc="-1" strike="noStrike">
                <a:solidFill>
                  <a:srgbClr val="000000"/>
                </a:solidFill>
                <a:latin typeface="Arial"/>
                <a:ea typeface="DejaVu Sans"/>
              </a:rPr>
              <a:t>mount -t tmpfs mdev /dev</a:t>
            </a:r>
            <a:endParaRPr b="0" lang="en-US" sz="1400" spc="-1" strike="noStrike">
              <a:solidFill>
                <a:srgbClr val="000000"/>
              </a:solidFill>
              <a:latin typeface="Arial"/>
            </a:endParaRPr>
          </a:p>
        </p:txBody>
      </p:sp>
      <p:sp>
        <p:nvSpPr>
          <p:cNvPr id="230" name=""/>
          <p:cNvSpPr/>
          <p:nvPr/>
        </p:nvSpPr>
        <p:spPr>
          <a:xfrm>
            <a:off x="103320" y="1008000"/>
            <a:ext cx="2630880" cy="662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IN" sz="1300" spc="-1" strike="noStrike">
                <a:solidFill>
                  <a:srgbClr val="000000"/>
                </a:solidFill>
                <a:latin typeface="Arial"/>
                <a:ea typeface="DejaVu Sans"/>
              </a:rPr>
              <a:t>udevadm monitor --env</a:t>
            </a:r>
            <a:endParaRPr b="0" lang="en-US" sz="1300" spc="-1" strike="noStrike">
              <a:solidFill>
                <a:srgbClr val="000000"/>
              </a:solidFill>
              <a:latin typeface="Arial"/>
            </a:endParaRPr>
          </a:p>
        </p:txBody>
      </p:sp>
      <p:sp>
        <p:nvSpPr>
          <p:cNvPr id="231" name=""/>
          <p:cNvSpPr txBox="1"/>
          <p:nvPr/>
        </p:nvSpPr>
        <p:spPr>
          <a:xfrm>
            <a:off x="0" y="4931640"/>
            <a:ext cx="8229600" cy="1640160"/>
          </a:xfrm>
          <a:prstGeom prst="rect">
            <a:avLst/>
          </a:prstGeom>
          <a:noFill/>
          <a:ln w="0">
            <a:noFill/>
          </a:ln>
        </p:spPr>
        <p:txBody>
          <a:bodyPr lIns="90000" rIns="90000" tIns="45000" bIns="45000" anchor="t">
            <a:noAutofit/>
          </a:bodyPr>
          <a:p>
            <a:pPr>
              <a:lnSpc>
                <a:spcPct val="100000"/>
              </a:lnSpc>
            </a:pPr>
            <a:r>
              <a:rPr b="1" lang="en-US" sz="1400" spc="-1" strike="noStrike">
                <a:solidFill>
                  <a:srgbClr val="000000"/>
                </a:solidFill>
                <a:latin typeface="Arial"/>
                <a:ea typeface="Noto Sans CJK SC"/>
              </a:rPr>
              <a:t>Assignment</a:t>
            </a:r>
            <a:r>
              <a:rPr b="0" lang="en-US" sz="1400" spc="-1" strike="noStrike">
                <a:solidFill>
                  <a:srgbClr val="000000"/>
                </a:solidFill>
                <a:latin typeface="Arial"/>
                <a:ea typeface="Noto Sans CJK SC"/>
              </a:rPr>
              <a:t>:</a:t>
            </a:r>
            <a:br>
              <a:rPr sz="1400"/>
            </a:br>
            <a:br>
              <a:rPr sz="1400"/>
            </a:br>
            <a:r>
              <a:rPr b="0" lang="en-US" sz="1400" spc="-1" strike="noStrike">
                <a:solidFill>
                  <a:srgbClr val="000000"/>
                </a:solidFill>
                <a:latin typeface="Arial"/>
                <a:ea typeface="Noto Sans CJK SC"/>
              </a:rPr>
              <a:t>→ What’s the relationship between journalctl and systemctl?</a:t>
            </a:r>
            <a:br>
              <a:rPr sz="1400"/>
            </a:br>
            <a:br>
              <a:rPr sz="1400"/>
            </a:br>
            <a:r>
              <a:rPr b="0" lang="en-US" sz="1400" spc="-1" strike="noStrike">
                <a:solidFill>
                  <a:srgbClr val="000000"/>
                </a:solidFill>
                <a:latin typeface="Arial"/>
                <a:ea typeface="Noto Sans CJK SC"/>
              </a:rPr>
              <a:t>→ Insert usb pen driver and observe logs with </a:t>
            </a:r>
            <a:br>
              <a:rPr sz="1400"/>
            </a:br>
            <a:r>
              <a:rPr b="0" lang="en-US" sz="1400" spc="-1" strike="noStrike">
                <a:solidFill>
                  <a:srgbClr val="000000"/>
                </a:solidFill>
                <a:latin typeface="Arial"/>
              </a:rPr>
              <a:t>   udevadm monitor --kernel --property </a:t>
            </a:r>
            <a:endParaRPr b="0" lang="en-US" sz="1400" spc="-1" strike="noStrike">
              <a:solidFill>
                <a:srgbClr val="000000"/>
              </a:solidFill>
              <a:latin typeface="Arial"/>
            </a:endParaRPr>
          </a:p>
          <a:p>
            <a:r>
              <a:rPr b="0" lang="en-US" sz="1400" spc="-1" strike="noStrike">
                <a:solidFill>
                  <a:srgbClr val="000000"/>
                </a:solidFill>
                <a:latin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1408</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2023-05-23T10:36:21Z</dcterms:created>
  <dc:creator/>
  <dc:description/>
  <dc:language>en-IN</dc:language>
  <cp:lastModifiedBy/>
  <dcterms:modified xsi:type="dcterms:W3CDTF">2025-11-02T23:12:53Z</dcterms:modified>
  <cp:revision>20</cp:revision>
  <dc:subject/>
  <dc:title>Blue Curve</dc:title>
</cp:coreProperties>
</file>

<file path=docProps/custom.xml><?xml version="1.0" encoding="utf-8"?>
<Properties xmlns="http://schemas.openxmlformats.org/officeDocument/2006/custom-properties" xmlns:vt="http://schemas.openxmlformats.org/officeDocument/2006/docPropsVTypes"/>
</file>