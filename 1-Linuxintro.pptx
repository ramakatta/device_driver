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31.xml.rels" ContentType="application/vnd.openxmlformats-package.relationships+xml"/>
  <Override PartName="/ppt/slideMasters/_rels/slideMaster37.xml.rels" ContentType="application/vnd.openxmlformats-package.relationships+xml"/>
  <Override PartName="/ppt/slideMasters/_rels/slideMaster3.xml.rels" ContentType="application/vnd.openxmlformats-package.relationships+xml"/>
  <Override PartName="/ppt/slideMasters/_rels/slideMaster30.xml.rels" ContentType="application/vnd.openxmlformats-package.relationships+xml"/>
  <Override PartName="/ppt/slideMasters/_rels/slideMaster36.xml.rels" ContentType="application/vnd.openxmlformats-package.relationships+xml"/>
  <Override PartName="/ppt/slideMasters/_rels/slideMaster9.xml.rels" ContentType="application/vnd.openxmlformats-package.relationships+xml"/>
  <Override PartName="/ppt/slideMasters/_rels/slideMaster2.xml.rels" ContentType="application/vnd.openxmlformats-package.relationships+xml"/>
  <Override PartName="/ppt/slideMasters/_rels/slideMaster35.xml.rels" ContentType="application/vnd.openxmlformats-package.relationships+xml"/>
  <Override PartName="/ppt/slideMasters/_rels/slideMaster8.xml.rels" ContentType="application/vnd.openxmlformats-package.relationships+xml"/>
  <Override PartName="/ppt/slideMasters/_rels/slideMaster34.xml.rels" ContentType="application/vnd.openxmlformats-package.relationships+xml"/>
  <Override PartName="/ppt/slideMasters/_rels/slideMaster7.xml.rels" ContentType="application/vnd.openxmlformats-package.relationships+xml"/>
  <Override PartName="/ppt/slideMasters/_rels/slideMaster33.xml.rels" ContentType="application/vnd.openxmlformats-package.relationships+xml"/>
  <Override PartName="/ppt/slideMasters/_rels/slideMaster6.xml.rels" ContentType="application/vnd.openxmlformats-package.relationships+xml"/>
  <Override PartName="/ppt/slideMasters/_rels/slideMaster73.xml.rels" ContentType="application/vnd.openxmlformats-package.relationships+xml"/>
  <Override PartName="/ppt/slideMasters/_rels/slideMaster1.xml.rels" ContentType="application/vnd.openxmlformats-package.relationships+xml"/>
  <Override PartName="/ppt/slideMasters/_rels/slideMaster44.xml.rels" ContentType="application/vnd.openxmlformats-package.relationships+xml"/>
  <Override PartName="/ppt/slideMasters/_rels/slideMaster59.xml.rels" ContentType="application/vnd.openxmlformats-package.relationships+xml"/>
  <Override PartName="/ppt/slideMasters/_rels/slideMaster22.xml.rels" ContentType="application/vnd.openxmlformats-package.relationships+xml"/>
  <Override PartName="/ppt/slideMasters/_rels/slideMaster61.xml.rels" ContentType="application/vnd.openxmlformats-package.relationships+xml"/>
  <Override PartName="/ppt/slideMasters/_rels/slideMaster19.xml.rels" ContentType="application/vnd.openxmlformats-package.relationships+xml"/>
  <Override PartName="/ppt/slideMasters/_rels/slideMaster57.xml.rels" ContentType="application/vnd.openxmlformats-package.relationships+xml"/>
  <Override PartName="/ppt/slideMasters/_rels/slideMaster20.xml.rels" ContentType="application/vnd.openxmlformats-package.relationships+xml"/>
  <Override PartName="/ppt/slideMasters/_rels/slideMaster23.xml.rels" ContentType="application/vnd.openxmlformats-package.relationships+xml"/>
  <Override PartName="/ppt/slideMasters/_rels/slideMaster58.xml.rels" ContentType="application/vnd.openxmlformats-package.relationships+xml"/>
  <Override PartName="/ppt/slideMasters/_rels/slideMaster21.xml.rels" ContentType="application/vnd.openxmlformats-package.relationships+xml"/>
  <Override PartName="/ppt/slideMasters/_rels/slideMaster60.xml.rels" ContentType="application/vnd.openxmlformats-package.relationships+xml"/>
  <Override PartName="/ppt/slideMasters/_rels/slideMaster18.xml.rels" ContentType="application/vnd.openxmlformats-package.relationships+xml"/>
  <Override PartName="/ppt/slideMasters/_rels/slideMaster56.xml.rels" ContentType="application/vnd.openxmlformats-package.relationships+xml"/>
  <Override PartName="/ppt/slideMasters/_rels/slideMaster55.xml.rels" ContentType="application/vnd.openxmlformats-package.relationships+xml"/>
  <Override PartName="/ppt/slideMasters/_rels/slideMaster43.xml.rels" ContentType="application/vnd.openxmlformats-package.relationships+xml"/>
  <Override PartName="/ppt/slideMasters/_rels/slideMaster17.xml.rels" ContentType="application/vnd.openxmlformats-package.relationships+xml"/>
  <Override PartName="/ppt/slideMasters/_rels/slideMaster54.xml.rels" ContentType="application/vnd.openxmlformats-package.relationships+xml"/>
  <Override PartName="/ppt/slideMasters/_rels/slideMaster42.xml.rels" ContentType="application/vnd.openxmlformats-package.relationships+xml"/>
  <Override PartName="/ppt/slideMasters/_rels/slideMaster16.xml.rels" ContentType="application/vnd.openxmlformats-package.relationships+xml"/>
  <Override PartName="/ppt/slideMasters/_rels/slideMaster53.xml.rels" ContentType="application/vnd.openxmlformats-package.relationships+xml"/>
  <Override PartName="/ppt/slideMasters/_rels/slideMaster15.xml.rels" ContentType="application/vnd.openxmlformats-package.relationships+xml"/>
  <Override PartName="/ppt/slideMasters/_rels/slideMaster52.xml.rels" ContentType="application/vnd.openxmlformats-package.relationships+xml"/>
  <Override PartName="/ppt/slideMasters/_rels/slideMaster51.xml.rels" ContentType="application/vnd.openxmlformats-package.relationships+xml"/>
  <Override PartName="/ppt/slideMasters/_rels/slideMaster50.xml.rels" ContentType="application/vnd.openxmlformats-package.relationships+xml"/>
  <Override PartName="/ppt/slideMasters/_rels/slideMaster41.xml.rels" ContentType="application/vnd.openxmlformats-package.relationships+xml"/>
  <Override PartName="/ppt/slideMasters/_rels/slideMaster39.xml.rels" ContentType="application/vnd.openxmlformats-package.relationships+xml"/>
  <Override PartName="/ppt/slideMasters/_rels/slideMaster40.xml.rels" ContentType="application/vnd.openxmlformats-package.relationships+xml"/>
  <Override PartName="/ppt/slideMasters/_rels/slideMaster38.xml.rels" ContentType="application/vnd.openxmlformats-package.relationships+xml"/>
  <Override PartName="/ppt/slideMasters/_rels/slideMaster24.xml.rels" ContentType="application/vnd.openxmlformats-package.relationships+xml"/>
  <Override PartName="/ppt/slideMasters/_rels/slideMaster72.xml.rels" ContentType="application/vnd.openxmlformats-package.relationships+xml"/>
  <Override PartName="/ppt/slideMasters/_rels/slideMaster71.xml.rels" ContentType="application/vnd.openxmlformats-package.relationships+xml"/>
  <Override PartName="/ppt/slideMasters/_rels/slideMaster29.xml.rels" ContentType="application/vnd.openxmlformats-package.relationships+xml"/>
  <Override PartName="/ppt/slideMasters/_rels/slideMaster69.xml.rels" ContentType="application/vnd.openxmlformats-package.relationships+xml"/>
  <Override PartName="/ppt/slideMasters/_rels/slideMaster5.xml.rels" ContentType="application/vnd.openxmlformats-package.relationships+xml"/>
  <Override PartName="/ppt/slideMasters/_rels/slideMaster32.xml.rels" ContentType="application/vnd.openxmlformats-package.relationships+xml"/>
  <Override PartName="/ppt/slideMasters/_rels/slideMaster70.xml.rels" ContentType="application/vnd.openxmlformats-package.relationships+xml"/>
  <Override PartName="/ppt/slideMasters/_rels/slideMaster28.xml.rels" ContentType="application/vnd.openxmlformats-package.relationships+xml"/>
  <Override PartName="/ppt/slideMasters/_rels/slideMaster68.xml.rels" ContentType="application/vnd.openxmlformats-package.relationships+xml"/>
  <Override PartName="/ppt/slideMasters/_rels/slideMaster67.xml.rels" ContentType="application/vnd.openxmlformats-package.relationships+xml"/>
  <Override PartName="/ppt/slideMasters/_rels/slideMaster66.xml.rels" ContentType="application/vnd.openxmlformats-package.relationships+xml"/>
  <Override PartName="/ppt/slideMasters/_rels/slideMaster65.xml.rels" ContentType="application/vnd.openxmlformats-package.relationships+xml"/>
  <Override PartName="/ppt/slideMasters/_rels/slideMaster64.xml.rels" ContentType="application/vnd.openxmlformats-package.relationships+xml"/>
  <Override PartName="/ppt/slideMasters/_rels/slideMaster63.xml.rels" ContentType="application/vnd.openxmlformats-package.relationships+xml"/>
  <Override PartName="/ppt/slideMasters/_rels/slideMaster25.xml.rels" ContentType="application/vnd.openxmlformats-package.relationships+xml"/>
  <Override PartName="/ppt/slideMasters/_rels/slideMaster62.xml.rels" ContentType="application/vnd.openxmlformats-package.relationships+xml"/>
  <Override PartName="/ppt/slideMasters/_rels/slideMaster14.xml.rels" ContentType="application/vnd.openxmlformats-package.relationships+xml"/>
  <Override PartName="/ppt/slideMasters/_rels/slideMaster26.xml.rels" ContentType="application/vnd.openxmlformats-package.relationships+xml"/>
  <Override PartName="/ppt/slideMasters/_rels/slideMaster13.xml.rels" ContentType="application/vnd.openxmlformats-package.relationships+xml"/>
  <Override PartName="/ppt/slideMasters/_rels/slideMaster27.xml.rels" ContentType="application/vnd.openxmlformats-package.relationships+xml"/>
  <Override PartName="/ppt/slideMasters/_rels/slideMaster45.xml.rels" ContentType="application/vnd.openxmlformats-package.relationships+xml"/>
  <Override PartName="/ppt/slideMasters/_rels/slideMaster46.xml.rels" ContentType="application/vnd.openxmlformats-package.relationships+xml"/>
  <Override PartName="/ppt/slideMasters/_rels/slideMaster10.xml.rels" ContentType="application/vnd.openxmlformats-package.relationships+xml"/>
  <Override PartName="/ppt/slideMasters/_rels/slideMaster47.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12.xml.rels" ContentType="application/vnd.openxmlformats-package.relationships+xml"/>
  <Override PartName="/ppt/slideMasters/_rels/slideMaster49.xml.rels" ContentType="application/vnd.openxmlformats-package.relationships+xml"/>
  <Override PartName="/ppt/slideMasters/slideMaster56.xml" ContentType="application/vnd.openxmlformats-officedocument.presentationml.slideMaster+xml"/>
  <Override PartName="/ppt/slideMasters/slideMaster55.xml" ContentType="application/vnd.openxmlformats-officedocument.presentationml.slideMaster+xml"/>
  <Override PartName="/ppt/slideMasters/slideMaster54.xml" ContentType="application/vnd.openxmlformats-officedocument.presentationml.slideMaster+xml"/>
  <Override PartName="/ppt/slideMasters/slideMaster53.xml" ContentType="application/vnd.openxmlformats-officedocument.presentationml.slideMaster+xml"/>
  <Override PartName="/ppt/slideMasters/slideMaster52.xml" ContentType="application/vnd.openxmlformats-officedocument.presentationml.slideMaster+xml"/>
  <Override PartName="/ppt/slideMasters/slideMaster51.xml" ContentType="application/vnd.openxmlformats-officedocument.presentationml.slideMaster+xml"/>
  <Override PartName="/ppt/slideMasters/slideMaster50.xml" ContentType="application/vnd.openxmlformats-officedocument.presentationml.slideMaster+xml"/>
  <Override PartName="/ppt/slideMasters/slideMaster43.xml" ContentType="application/vnd.openxmlformats-officedocument.presentationml.slideMaster+xml"/>
  <Override PartName="/ppt/slideMasters/slideMaster42.xml" ContentType="application/vnd.openxmlformats-officedocument.presentationml.slideMaster+xml"/>
  <Override PartName="/ppt/slideMasters/slideMaster41.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5.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60.xml" ContentType="application/vnd.openxmlformats-officedocument.presentationml.slideMaster+xml"/>
  <Override PartName="/ppt/slideMasters/slideMaster20.xml" ContentType="application/vnd.openxmlformats-officedocument.presentationml.slideMaster+xml"/>
  <Override PartName="/ppt/slideMasters/slideMaster57.xml" ContentType="application/vnd.openxmlformats-officedocument.presentationml.slideMaster+xml"/>
  <Override PartName="/ppt/slideMasters/slideMaster19.xml" ContentType="application/vnd.openxmlformats-officedocument.presentationml.slideMaster+xml"/>
  <Override PartName="/ppt/slideMasters/slideMaster61.xml" ContentType="application/vnd.openxmlformats-officedocument.presentationml.slideMaster+xml"/>
  <Override PartName="/ppt/slideMasters/slideMaster21.xml" ContentType="application/vnd.openxmlformats-officedocument.presentationml.slideMaster+xml"/>
  <Override PartName="/ppt/slideMasters/slideMaster58.xml" ContentType="application/vnd.openxmlformats-officedocument.presentationml.slideMaster+xml"/>
  <Override PartName="/ppt/slideMasters/slideMaster22.xml" ContentType="application/vnd.openxmlformats-officedocument.presentationml.slideMaster+xml"/>
  <Override PartName="/ppt/slideMasters/slideMaster59.xml" ContentType="application/vnd.openxmlformats-officedocument.presentationml.slideMaster+xml"/>
  <Override PartName="/ppt/slideMasters/slideMaster23.xml" ContentType="application/vnd.openxmlformats-officedocument.presentationml.slideMaster+xml"/>
  <Override PartName="/ppt/slideMasters/slideMaster73.xml" ContentType="application/vnd.openxmlformats-officedocument.presentationml.slideMaster+xml"/>
  <Override PartName="/ppt/slideMasters/slideMaster24.xml" ContentType="application/vnd.openxmlformats-officedocument.presentationml.slideMaster+xml"/>
  <Override PartName="/ppt/slideMasters/slideMaster72.xml" ContentType="application/vnd.openxmlformats-officedocument.presentationml.slideMaster+xml"/>
  <Override PartName="/ppt/slideMasters/slideMaster71.xml" ContentType="application/vnd.openxmlformats-officedocument.presentationml.slideMaster+xml"/>
  <Override PartName="/ppt/slideMasters/slideMaster29.xml" ContentType="application/vnd.openxmlformats-officedocument.presentationml.slideMaster+xml"/>
  <Override PartName="/ppt/slideMasters/slideMaster69.xml" ContentType="application/vnd.openxmlformats-officedocument.presentationml.slideMaster+xml"/>
  <Override PartName="/ppt/slideMasters/slideMaster32.xml" ContentType="application/vnd.openxmlformats-officedocument.presentationml.slideMaster+xml"/>
  <Override PartName="/ppt/slideMasters/slideMaster70.xml" ContentType="application/vnd.openxmlformats-officedocument.presentationml.slideMaster+xml"/>
  <Override PartName="/ppt/slideMasters/slideMaster28.xml" ContentType="application/vnd.openxmlformats-officedocument.presentationml.slideMaster+xml"/>
  <Override PartName="/ppt/slideMasters/slideMaster68.xml" ContentType="application/vnd.openxmlformats-officedocument.presentationml.slideMaster+xml"/>
  <Override PartName="/ppt/slideMasters/slideMaster31.xml" ContentType="application/vnd.openxmlformats-officedocument.presentationml.slideMaster+xml"/>
  <Override PartName="/ppt/slideMasters/slideMaster67.xml" ContentType="application/vnd.openxmlformats-officedocument.presentationml.slideMaster+xml"/>
  <Override PartName="/ppt/slideMasters/slideMaster30.xml" ContentType="application/vnd.openxmlformats-officedocument.presentationml.slideMaster+xml"/>
  <Override PartName="/ppt/slideMasters/slideMaster66.xml" ContentType="application/vnd.openxmlformats-officedocument.presentationml.slideMaster+xml"/>
  <Override PartName="/ppt/slideMasters/slideMaster65.xml" ContentType="application/vnd.openxmlformats-officedocument.presentationml.slideMaster+xml"/>
  <Override PartName="/ppt/slideMasters/slideMaster64.xml" ContentType="application/vnd.openxmlformats-officedocument.presentationml.slideMaster+xml"/>
  <Override PartName="/ppt/slideMasters/slideMaster63.xml" ContentType="application/vnd.openxmlformats-officedocument.presentationml.slideMaster+xml"/>
  <Override PartName="/ppt/slideMasters/slideMaster25.xml" ContentType="application/vnd.openxmlformats-officedocument.presentationml.slideMaster+xml"/>
  <Override PartName="/ppt/slideMasters/slideMaster62.xml" ContentType="application/vnd.openxmlformats-officedocument.presentationml.slideMaster+xml"/>
  <Override PartName="/ppt/slideMasters/slideMaster14.xml" ContentType="application/vnd.openxmlformats-officedocument.presentationml.slideMaster+xml"/>
  <Override PartName="/ppt/slideMasters/slideMaster8.xml" ContentType="application/vnd.openxmlformats-officedocument.presentationml.slideMaster+xml"/>
  <Override PartName="/ppt/slideMasters/slideMaster26.xml" ContentType="application/vnd.openxmlformats-officedocument.presentationml.slideMaster+xml"/>
  <Override PartName="/ppt/slideMasters/slideMaster44.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slideMasters/slideMaster27.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10.xml" ContentType="application/vnd.openxmlformats-officedocument.presentationml.slideMaster+xml"/>
  <Override PartName="/ppt/slideMasters/slideMaster47.xml" ContentType="application/vnd.openxmlformats-officedocument.presentationml.slideMaster+xml"/>
  <Override PartName="/ppt/slideMasters/slideMaster38.xml" ContentType="application/vnd.openxmlformats-officedocument.presentationml.slideMaster+xml"/>
  <Override PartName="/ppt/slideMasters/slideMaster4.xml" ContentType="application/vnd.openxmlformats-officedocument.presentationml.slideMaster+xml"/>
  <Override PartName="/ppt/slideMasters/slideMaster11.xml" ContentType="application/vnd.openxmlformats-officedocument.presentationml.slideMaster+xml"/>
  <Override PartName="/ppt/slideMasters/slideMaster48.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49.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1.xml" ContentType="application/vnd.openxmlformats-officedocument.presentationml.slideMaster+xml"/>
  <Override PartName="/ppt/slideMasters/slideMaster35.xml" ContentType="application/vnd.openxmlformats-officedocument.presentationml.slideMaster+xml"/>
  <Override PartName="/ppt/slideMasters/slideMaster2.xml" ContentType="application/vnd.openxmlformats-officedocument.presentationml.slideMaster+xml"/>
  <Override PartName="/ppt/slideMasters/slideMaster36.xml" ContentType="application/vnd.openxmlformats-officedocument.presentationml.slideMaster+xml"/>
  <Override PartName="/ppt/slideMasters/slideMaster3.xml" ContentType="application/vnd.openxmlformats-officedocument.presentationml.slideMaster+xml"/>
  <Override PartName="/ppt/slideMasters/slideMaster37.xml" ContentType="application/vnd.openxmlformats-officedocument.presentationml.slideMaster+xml"/>
  <Override PartName="/ppt/presProps.xml" ContentType="application/vnd.openxmlformats-officedocument.presentationml.presProps+xml"/>
  <Override PartName="/ppt/theme/theme56.xml" ContentType="application/vnd.openxmlformats-officedocument.theme+xml"/>
  <Override PartName="/ppt/theme/theme55.xml" ContentType="application/vnd.openxmlformats-officedocument.theme+xml"/>
  <Override PartName="/ppt/theme/theme54.xml" ContentType="application/vnd.openxmlformats-officedocument.theme+xml"/>
  <Override PartName="/ppt/theme/theme53.xml" ContentType="application/vnd.openxmlformats-officedocument.theme+xml"/>
  <Override PartName="/ppt/theme/theme52.xml" ContentType="application/vnd.openxmlformats-officedocument.theme+xml"/>
  <Override PartName="/ppt/theme/theme51.xml" ContentType="application/vnd.openxmlformats-officedocument.theme+xml"/>
  <Override PartName="/ppt/theme/theme50.xml" ContentType="application/vnd.openxmlformats-officedocument.theme+xml"/>
  <Override PartName="/ppt/theme/theme46.xml" ContentType="application/vnd.openxmlformats-officedocument.theme+xml"/>
  <Override PartName="/ppt/theme/theme45.xml" ContentType="application/vnd.openxmlformats-officedocument.theme+xml"/>
  <Override PartName="/ppt/theme/theme44.xml" ContentType="application/vnd.openxmlformats-officedocument.theme+xml"/>
  <Override PartName="/ppt/theme/theme43.xml" ContentType="application/vnd.openxmlformats-officedocument.theme+xml"/>
  <Override PartName="/ppt/theme/theme42.xml" ContentType="application/vnd.openxmlformats-officedocument.theme+xml"/>
  <Override PartName="/ppt/theme/theme41.xml" ContentType="application/vnd.openxmlformats-officedocument.theme+xml"/>
  <Override PartName="/ppt/theme/theme40.xml" ContentType="application/vnd.openxmlformats-officedocument.theme+xml"/>
  <Override PartName="/ppt/theme/theme39.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60.xml" ContentType="application/vnd.openxmlformats-officedocument.theme+xml"/>
  <Override PartName="/ppt/theme/theme20.xml" ContentType="application/vnd.openxmlformats-officedocument.theme+xml"/>
  <Override PartName="/ppt/theme/theme57.xml" ContentType="application/vnd.openxmlformats-officedocument.theme+xml"/>
  <Override PartName="/ppt/theme/theme19.xml" ContentType="application/vnd.openxmlformats-officedocument.theme+xml"/>
  <Override PartName="/ppt/theme/theme61.xml" ContentType="application/vnd.openxmlformats-officedocument.theme+xml"/>
  <Override PartName="/ppt/theme/theme21.xml" ContentType="application/vnd.openxmlformats-officedocument.theme+xml"/>
  <Override PartName="/ppt/theme/theme58.xml" ContentType="application/vnd.openxmlformats-officedocument.theme+xml"/>
  <Override PartName="/ppt/theme/theme22.xml" ContentType="application/vnd.openxmlformats-officedocument.theme+xml"/>
  <Override PartName="/ppt/theme/theme59.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74.xml" ContentType="application/vnd.openxmlformats-officedocument.theme+xml"/>
  <Override PartName="/ppt/theme/theme25.xml" ContentType="application/vnd.openxmlformats-officedocument.theme+xml"/>
  <Override PartName="/ppt/theme/theme62.xml" ContentType="application/vnd.openxmlformats-officedocument.theme+xml"/>
  <Override PartName="/ppt/theme/theme73.xml" ContentType="application/vnd.openxmlformats-officedocument.theme+xml"/>
  <Override PartName="/ppt/theme/theme72.xml" ContentType="application/vnd.openxmlformats-officedocument.theme+xml"/>
  <Override PartName="/ppt/theme/theme71.xml" ContentType="application/vnd.openxmlformats-officedocument.theme+xml"/>
  <Override PartName="/ppt/theme/theme69.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70.xml" ContentType="application/vnd.openxmlformats-officedocument.theme+xml"/>
  <Override PartName="/ppt/theme/theme68.xml" ContentType="application/vnd.openxmlformats-officedocument.theme+xml"/>
  <Override PartName="/ppt/theme/theme29.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67.xml" ContentType="application/vnd.openxmlformats-officedocument.theme+xml"/>
  <Override PartName="/ppt/theme/theme28.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66.xml" ContentType="application/vnd.openxmlformats-officedocument.theme+xml"/>
  <Override PartName="/ppt/theme/theme65.xml" ContentType="application/vnd.openxmlformats-officedocument.theme+xml"/>
  <Override PartName="/ppt/theme/theme64.xml" ContentType="application/vnd.openxmlformats-officedocument.theme+xml"/>
  <Override PartName="/ppt/theme/theme63.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26.xml" ContentType="application/vnd.openxmlformats-officedocument.theme+xml"/>
  <Override PartName="/ppt/theme/theme11.xml" ContentType="application/vnd.openxmlformats-officedocument.theme+xml"/>
  <Override PartName="/ppt/theme/theme48.xml" ContentType="application/vnd.openxmlformats-officedocument.theme+xml"/>
  <Override PartName="/ppt/theme/theme2.xml" ContentType="application/vnd.openxmlformats-officedocument.theme+xml"/>
  <Override PartName="/ppt/theme/theme27.xml" ContentType="application/vnd.openxmlformats-officedocument.theme+xml"/>
  <Override PartName="/ppt/theme/theme12.xml" ContentType="application/vnd.openxmlformats-officedocument.theme+xml"/>
  <Override PartName="/ppt/theme/theme49.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10.xml" ContentType="application/vnd.openxmlformats-officedocument.theme+xml"/>
  <Override PartName="/ppt/theme/theme47.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_rels/presentation.xml.rels" ContentType="application/vnd.openxmlformats-package.relationships+xml"/>
  <Override PartName="/ppt/media/image27.wmf" ContentType="image/x-wmf"/>
  <Override PartName="/ppt/media/image26.wmf" ContentType="image/x-wmf"/>
  <Override PartName="/ppt/media/image25.wmf" ContentType="image/x-wmf"/>
  <Override PartName="/ppt/media/image24.png" ContentType="image/png"/>
  <Override PartName="/ppt/media/image23.png" ContentType="image/png"/>
  <Override PartName="/ppt/media/image22.png" ContentType="image/png"/>
  <Override PartName="/ppt/media/image21.png" ContentType="image/png"/>
  <Override PartName="/ppt/media/image17.png" ContentType="image/png"/>
  <Override PartName="/ppt/media/image8.png" ContentType="image/png"/>
  <Override PartName="/ppt/media/image20.png" ContentType="image/png"/>
  <Override PartName="/ppt/media/image18.png" ContentType="image/png"/>
  <Override PartName="/ppt/media/image9.png" ContentType="image/png"/>
  <Override PartName="/ppt/media/image3.png" ContentType="image/png"/>
  <Override PartName="/ppt/media/image35.jpeg" ContentType="image/jpeg"/>
  <Override PartName="/ppt/media/image12.png" ContentType="image/png"/>
  <Override PartName="/ppt/media/image30.wmf" ContentType="image/x-wmf"/>
  <Override PartName="/ppt/media/image28.wmf" ContentType="image/x-wmf"/>
  <Override PartName="/ppt/media/image33.png" ContentType="image/png"/>
  <Override PartName="/ppt/media/image13.png" ContentType="image/png"/>
  <Override PartName="/ppt/media/image32.tif" ContentType="image/tiff"/>
  <Override PartName="/ppt/media/image36.png" ContentType="image/png"/>
  <Override PartName="/ppt/media/image11.png" ContentType="image/png"/>
  <Override PartName="/ppt/media/image2.png" ContentType="image/png"/>
  <Override PartName="/ppt/media/image34.png" ContentType="image/png"/>
  <Override PartName="/ppt/media/image29.wmf" ContentType="image/x-wmf"/>
  <Override PartName="/ppt/media/image31.png" ContentType="image/png"/>
  <Override PartName="/ppt/media/image5.wmf" ContentType="image/x-wmf"/>
  <Override PartName="/ppt/media/image7.png" ContentType="image/png"/>
  <Override PartName="/ppt/media/image16.png" ContentType="image/png"/>
  <Override PartName="/ppt/media/image6.wmf" ContentType="image/x-wmf"/>
  <Override PartName="/ppt/media/image10.png" ContentType="image/png"/>
  <Override PartName="/ppt/media/image1.jpeg" ContentType="image/jpeg"/>
  <Override PartName="/ppt/media/image4.wmf" ContentType="image/x-wmf"/>
  <Override PartName="/ppt/media/image14.png" ContentType="image/png"/>
  <Override PartName="/ppt/media/image15.png" ContentType="image/png"/>
  <Override PartName="/ppt/media/image19.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embeddings/oleObject1.docx" ContentType="application/vnd.openxmlformats-officedocument.wordprocessingml.document"/>
  <Override PartName="/ppt/embeddings/oleObject2.bin" ContentType="application/vnd.openxmlformats-officedocument.oleObject"/>
  <Override PartName="/ppt/embeddings/oleObject3.bin" ContentType="application/vnd.openxmlformats-officedocument.oleObject"/>
  <Override PartName="/ppt/embeddings/oleObject10.docx" ContentType="application/vnd.openxmlformats-officedocument.wordprocessingml.document"/>
  <Override PartName="/ppt/embeddings/oleObject1.bin" ContentType="application/vnd.openxmlformats-officedocument.oleObject"/>
  <Override PartName="/ppt/embeddings/oleObject11.docx" ContentType="application/vnd.openxmlformats-officedocument.wordprocessingml.documen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9.docx" ContentType="application/vnd.openxmlformats-officedocument.wordprocessingml.document"/>
  <Override PartName="/ppt/embeddings/oleObject8.bin" ContentType="application/vnd.openxmlformats-officedocument.oleObject"/>
  <Override PartName="/ppt/embeddings/oleObject12.docx" ContentType="application/vnd.openxmlformats-officedocument.wordprocessingml.document"/>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8.xml" ContentType="application/vnd.openxmlformats-officedocument.presentationml.slideLayout+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52.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51.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57.xml.rels" ContentType="application/vnd.openxmlformats-package.relationships+xml"/>
  <Override PartName="/ppt/slideLayouts/_rels/slideLayout20.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60.xml.rels" ContentType="application/vnd.openxmlformats-package.relationships+xml"/>
  <Override PartName="/ppt/slideLayouts/_rels/slideLayout18.xml.rels" ContentType="application/vnd.openxmlformats-package.relationships+xml"/>
  <Override PartName="/ppt/slideLayouts/_rels/slideLayout15.xml.rels" ContentType="application/vnd.openxmlformats-package.relationships+xml"/>
  <Override PartName="/ppt/slideLayouts/_rels/slideLayout27.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36.xml.rels" ContentType="application/vnd.openxmlformats-package.relationships+xml"/>
  <Override PartName="/ppt/slideLayouts/_rels/slideLayout56.xml.rels" ContentType="application/vnd.openxmlformats-package.relationships+xml"/>
  <Override PartName="/ppt/slideLayouts/_rels/slideLayout44.xml.rels" ContentType="application/vnd.openxmlformats-package.relationships+xml"/>
  <Override PartName="/ppt/slideLayouts/_rels/slideLayout55.xml.rels" ContentType="application/vnd.openxmlformats-package.relationships+xml"/>
  <Override PartName="/ppt/slideLayouts/_rels/slideLayout43.xml.rels" ContentType="application/vnd.openxmlformats-package.relationships+xml"/>
  <Override PartName="/ppt/slideLayouts/_rels/slideLayout17.xml.rels" ContentType="application/vnd.openxmlformats-package.relationships+xml"/>
  <Override PartName="/ppt/slideLayouts/_rels/slideLayout54.xml.rels" ContentType="application/vnd.openxmlformats-package.relationships+xml"/>
  <Override PartName="/ppt/slideLayouts/_rels/slideLayout42.xml.rels" ContentType="application/vnd.openxmlformats-package.relationships+xml"/>
  <Override PartName="/ppt/slideLayouts/_rels/slideLayout16.xml.rels" ContentType="application/vnd.openxmlformats-package.relationships+xml"/>
  <Override PartName="/ppt/slideLayouts/_rels/slideLayout53.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46.xml.rels" ContentType="application/vnd.openxmlformats-package.relationships+xml"/>
  <Override PartName="/ppt/slideLayouts/_rels/slideLayout45.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58.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73.xml.rels" ContentType="application/vnd.openxmlformats-package.relationships+xml"/>
  <Override PartName="/ppt/slideLayouts/_rels/slideLayout59.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72.xml.rels" ContentType="application/vnd.openxmlformats-package.relationships+xml"/>
  <Override PartName="/ppt/slideLayouts/_rels/slideLayout71.xml.rels" ContentType="application/vnd.openxmlformats-package.relationships+xml"/>
  <Override PartName="/ppt/slideLayouts/_rels/slideLayout9.xml.rels" ContentType="application/vnd.openxmlformats-package.relationships+xml"/>
  <Override PartName="/ppt/slideLayouts/_rels/slideLayout29.xml.rels" ContentType="application/vnd.openxmlformats-package.relationships+xml"/>
  <Override PartName="/ppt/slideLayouts/_rels/slideLayout69.xml.rels" ContentType="application/vnd.openxmlformats-package.relationships+xml"/>
  <Override PartName="/ppt/slideLayouts/_rels/slideLayout32.xml.rels" ContentType="application/vnd.openxmlformats-package.relationships+xml"/>
  <Override PartName="/ppt/slideLayouts/_rels/slideLayout70.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68.xml.rels" ContentType="application/vnd.openxmlformats-package.relationships+xml"/>
  <Override PartName="/ppt/slideLayouts/_rels/slideLayout31.xml.rels" ContentType="application/vnd.openxmlformats-package.relationships+xml"/>
  <Override PartName="/ppt/slideLayouts/_rels/slideLayout67.xml.rels" ContentType="application/vnd.openxmlformats-package.relationships+xml"/>
  <Override PartName="/ppt/slideLayouts/_rels/slideLayout30.xml.rels" ContentType="application/vnd.openxmlformats-package.relationships+xml"/>
  <Override PartName="/ppt/slideLayouts/_rels/slideLayout66.xml.rels" ContentType="application/vnd.openxmlformats-package.relationships+xml"/>
  <Override PartName="/ppt/slideLayouts/_rels/slideLayout65.xml.rels" ContentType="application/vnd.openxmlformats-package.relationships+xml"/>
  <Override PartName="/ppt/slideLayouts/_rels/slideLayout6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63.xml.rels" ContentType="application/vnd.openxmlformats-package.relationships+xml"/>
  <Override PartName="/ppt/slideLayouts/_rels/slideLayout62.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9.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57.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58.xml" ContentType="application/vnd.openxmlformats-officedocument.presentationml.slideLayout+xml"/>
  <Override PartName="/ppt/slideLayouts/slideLayout73.xml" ContentType="application/vnd.openxmlformats-officedocument.presentationml.slideLayout+xml"/>
  <Override PartName="/ppt/slideLayouts/slideLayout2.xml" ContentType="application/vnd.openxmlformats-officedocument.presentationml.slideLayout+xml"/>
  <Override PartName="/ppt/slideLayouts/slideLayout59.xml" ContentType="application/vnd.openxmlformats-officedocument.presentationml.slideLayout+xml"/>
  <Override PartName="/ppt/slideLayouts/slideLayout72.xml" ContentType="application/vnd.openxmlformats-officedocument.presentationml.slideLayout+xml"/>
  <Override PartName="/ppt/slideLayouts/slideLayout71.xml" ContentType="application/vnd.openxmlformats-officedocument.presentationml.slideLayout+xml"/>
  <Override PartName="/ppt/slideLayouts/slideLayout29.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70.xml" ContentType="application/vnd.openxmlformats-officedocument.presentationml.slideLayout+xml"/>
  <Override PartName="/ppt/slideLayouts/slideLayout28.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26.xml" ContentType="application/vnd.openxmlformats-officedocument.presentationml.slideLayout+xml"/>
  <Override PartName="/ppt/slideLayouts/slideLayout63.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62.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23.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s/_rels/slide7.xml.rels" ContentType="application/vnd.openxmlformats-package.relationships+xml"/>
  <Override PartName="/ppt/slides/_rels/slide24.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notesSlides/notesSlide15.xml" ContentType="application/vnd.openxmlformats-officedocument.presentationml.notesSlide+xml"/>
  <Override PartName="/ppt/notesSlides/notesSlide27.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_rels/notesSlide26.xml.rels" ContentType="application/vnd.openxmlformats-package.relationships+xml"/>
  <Override PartName="/ppt/notesSlides/_rels/notesSlide24.xml.rels" ContentType="application/vnd.openxmlformats-package.relationships+xml"/>
  <Override PartName="/ppt/notesSlides/_rels/notesSlide23.xml.rels" ContentType="application/vnd.openxmlformats-package.relationships+xml"/>
  <Override PartName="/ppt/notesSlides/_rels/notesSlide22.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16.xml.rels" ContentType="application/vnd.openxmlformats-package.relationships+xml"/>
  <Override PartName="/ppt/notesSlides/_rels/notesSlide27.xml.rels" ContentType="application/vnd.openxmlformats-package.relationships+xml"/>
  <Override PartName="/ppt/notesSlides/_rels/notesSlide15.xml.rels" ContentType="application/vnd.openxmlformats-package.relationship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 id="2147483746" r:id="rId51"/>
    <p:sldMasterId id="2147483748" r:id="rId52"/>
    <p:sldMasterId id="2147483750" r:id="rId53"/>
    <p:sldMasterId id="2147483752" r:id="rId54"/>
    <p:sldMasterId id="2147483754" r:id="rId55"/>
    <p:sldMasterId id="2147483756" r:id="rId56"/>
    <p:sldMasterId id="2147483758" r:id="rId57"/>
    <p:sldMasterId id="2147483760" r:id="rId58"/>
    <p:sldMasterId id="2147483762" r:id="rId59"/>
    <p:sldMasterId id="2147483764" r:id="rId60"/>
    <p:sldMasterId id="2147483766" r:id="rId61"/>
    <p:sldMasterId id="2147483768" r:id="rId62"/>
    <p:sldMasterId id="2147483770" r:id="rId63"/>
    <p:sldMasterId id="2147483772" r:id="rId64"/>
    <p:sldMasterId id="2147483774" r:id="rId65"/>
    <p:sldMasterId id="2147483776" r:id="rId66"/>
    <p:sldMasterId id="2147483778" r:id="rId67"/>
    <p:sldMasterId id="2147483780" r:id="rId68"/>
    <p:sldMasterId id="2147483782" r:id="rId69"/>
    <p:sldMasterId id="2147483784" r:id="rId70"/>
    <p:sldMasterId id="2147483786" r:id="rId71"/>
    <p:sldMasterId id="2147483788" r:id="rId72"/>
    <p:sldMasterId id="2147483790" r:id="rId73"/>
    <p:sldMasterId id="2147483792" r:id="rId74"/>
  </p:sldMasterIdLst>
  <p:notesMasterIdLst>
    <p:notesMasterId r:id="rId75"/>
  </p:notesMasterIdLst>
  <p:sldIdLst>
    <p:sldId id="256" r:id="rId76"/>
    <p:sldId id="257" r:id="rId77"/>
    <p:sldId id="258" r:id="rId78"/>
    <p:sldId id="259" r:id="rId79"/>
    <p:sldId id="260" r:id="rId80"/>
    <p:sldId id="261" r:id="rId81"/>
    <p:sldId id="262" r:id="rId82"/>
    <p:sldId id="263" r:id="rId83"/>
    <p:sldId id="264" r:id="rId84"/>
    <p:sldId id="265" r:id="rId85"/>
    <p:sldId id="266" r:id="rId86"/>
    <p:sldId id="267" r:id="rId87"/>
    <p:sldId id="268" r:id="rId88"/>
    <p:sldId id="269" r:id="rId89"/>
    <p:sldId id="270" r:id="rId90"/>
    <p:sldId id="271" r:id="rId91"/>
    <p:sldId id="272" r:id="rId92"/>
    <p:sldId id="273" r:id="rId93"/>
    <p:sldId id="274" r:id="rId94"/>
    <p:sldId id="275" r:id="rId95"/>
    <p:sldId id="276" r:id="rId96"/>
    <p:sldId id="277" r:id="rId97"/>
    <p:sldId id="278" r:id="rId98"/>
    <p:sldId id="279" r:id="rId99"/>
    <p:sldId id="280" r:id="rId100"/>
    <p:sldId id="281" r:id="rId101"/>
    <p:sldId id="282" r:id="rId102"/>
    <p:sldId id="283" r:id="rId103"/>
    <p:sldId id="284" r:id="rId104"/>
    <p:sldId id="285" r:id="rId105"/>
    <p:sldId id="286" r:id="rId106"/>
    <p:sldId id="287" r:id="rId107"/>
    <p:sldId id="288" r:id="rId108"/>
    <p:sldId id="289" r:id="rId109"/>
    <p:sldId id="290" r:id="rId110"/>
    <p:sldId id="291" r:id="rId111"/>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slideMaster" Target="slideMasters/slideMaster50.xml"/><Relationship Id="rId52" Type="http://schemas.openxmlformats.org/officeDocument/2006/relationships/slideMaster" Target="slideMasters/slideMaster51.xml"/><Relationship Id="rId53" Type="http://schemas.openxmlformats.org/officeDocument/2006/relationships/slideMaster" Target="slideMasters/slideMaster52.xml"/><Relationship Id="rId54" Type="http://schemas.openxmlformats.org/officeDocument/2006/relationships/slideMaster" Target="slideMasters/slideMaster53.xml"/><Relationship Id="rId55" Type="http://schemas.openxmlformats.org/officeDocument/2006/relationships/slideMaster" Target="slideMasters/slideMaster54.xml"/><Relationship Id="rId56" Type="http://schemas.openxmlformats.org/officeDocument/2006/relationships/slideMaster" Target="slideMasters/slideMaster55.xml"/><Relationship Id="rId57" Type="http://schemas.openxmlformats.org/officeDocument/2006/relationships/slideMaster" Target="slideMasters/slideMaster56.xml"/><Relationship Id="rId58" Type="http://schemas.openxmlformats.org/officeDocument/2006/relationships/slideMaster" Target="slideMasters/slideMaster57.xml"/><Relationship Id="rId59" Type="http://schemas.openxmlformats.org/officeDocument/2006/relationships/slideMaster" Target="slideMasters/slideMaster58.xml"/><Relationship Id="rId60" Type="http://schemas.openxmlformats.org/officeDocument/2006/relationships/slideMaster" Target="slideMasters/slideMaster59.xml"/><Relationship Id="rId61" Type="http://schemas.openxmlformats.org/officeDocument/2006/relationships/slideMaster" Target="slideMasters/slideMaster60.xml"/><Relationship Id="rId62" Type="http://schemas.openxmlformats.org/officeDocument/2006/relationships/slideMaster" Target="slideMasters/slideMaster61.xml"/><Relationship Id="rId63" Type="http://schemas.openxmlformats.org/officeDocument/2006/relationships/slideMaster" Target="slideMasters/slideMaster62.xml"/><Relationship Id="rId64" Type="http://schemas.openxmlformats.org/officeDocument/2006/relationships/slideMaster" Target="slideMasters/slideMaster63.xml"/><Relationship Id="rId65" Type="http://schemas.openxmlformats.org/officeDocument/2006/relationships/slideMaster" Target="slideMasters/slideMaster64.xml"/><Relationship Id="rId66" Type="http://schemas.openxmlformats.org/officeDocument/2006/relationships/slideMaster" Target="slideMasters/slideMaster65.xml"/><Relationship Id="rId67" Type="http://schemas.openxmlformats.org/officeDocument/2006/relationships/slideMaster" Target="slideMasters/slideMaster66.xml"/><Relationship Id="rId68" Type="http://schemas.openxmlformats.org/officeDocument/2006/relationships/slideMaster" Target="slideMasters/slideMaster67.xml"/><Relationship Id="rId69" Type="http://schemas.openxmlformats.org/officeDocument/2006/relationships/slideMaster" Target="slideMasters/slideMaster68.xml"/><Relationship Id="rId70" Type="http://schemas.openxmlformats.org/officeDocument/2006/relationships/slideMaster" Target="slideMasters/slideMaster69.xml"/><Relationship Id="rId71" Type="http://schemas.openxmlformats.org/officeDocument/2006/relationships/slideMaster" Target="slideMasters/slideMaster70.xml"/><Relationship Id="rId72" Type="http://schemas.openxmlformats.org/officeDocument/2006/relationships/slideMaster" Target="slideMasters/slideMaster71.xml"/><Relationship Id="rId73" Type="http://schemas.openxmlformats.org/officeDocument/2006/relationships/slideMaster" Target="slideMasters/slideMaster72.xml"/><Relationship Id="rId74" Type="http://schemas.openxmlformats.org/officeDocument/2006/relationships/slideMaster" Target="slideMasters/slideMaster73.xml"/><Relationship Id="rId75" Type="http://schemas.openxmlformats.org/officeDocument/2006/relationships/notesMaster" Target="notesMasters/notesMaster1.xml"/><Relationship Id="rId76" Type="http://schemas.openxmlformats.org/officeDocument/2006/relationships/slide" Target="slides/slide1.xml"/><Relationship Id="rId77" Type="http://schemas.openxmlformats.org/officeDocument/2006/relationships/slide" Target="slides/slide2.xml"/><Relationship Id="rId78" Type="http://schemas.openxmlformats.org/officeDocument/2006/relationships/slide" Target="slides/slide3.xml"/><Relationship Id="rId79" Type="http://schemas.openxmlformats.org/officeDocument/2006/relationships/slide" Target="slides/slide4.xml"/><Relationship Id="rId80" Type="http://schemas.openxmlformats.org/officeDocument/2006/relationships/slide" Target="slides/slide5.xml"/><Relationship Id="rId81" Type="http://schemas.openxmlformats.org/officeDocument/2006/relationships/slide" Target="slides/slide6.xml"/><Relationship Id="rId82" Type="http://schemas.openxmlformats.org/officeDocument/2006/relationships/slide" Target="slides/slide7.xml"/><Relationship Id="rId83" Type="http://schemas.openxmlformats.org/officeDocument/2006/relationships/slide" Target="slides/slide8.xml"/><Relationship Id="rId84" Type="http://schemas.openxmlformats.org/officeDocument/2006/relationships/slide" Target="slides/slide9.xml"/><Relationship Id="rId85" Type="http://schemas.openxmlformats.org/officeDocument/2006/relationships/slide" Target="slides/slide10.xml"/><Relationship Id="rId86" Type="http://schemas.openxmlformats.org/officeDocument/2006/relationships/slide" Target="slides/slide11.xml"/><Relationship Id="rId87" Type="http://schemas.openxmlformats.org/officeDocument/2006/relationships/slide" Target="slides/slide12.xml"/><Relationship Id="rId88" Type="http://schemas.openxmlformats.org/officeDocument/2006/relationships/slide" Target="slides/slide13.xml"/><Relationship Id="rId89" Type="http://schemas.openxmlformats.org/officeDocument/2006/relationships/slide" Target="slides/slide14.xml"/><Relationship Id="rId90" Type="http://schemas.openxmlformats.org/officeDocument/2006/relationships/slide" Target="slides/slide15.xml"/><Relationship Id="rId91" Type="http://schemas.openxmlformats.org/officeDocument/2006/relationships/slide" Target="slides/slide16.xml"/><Relationship Id="rId92" Type="http://schemas.openxmlformats.org/officeDocument/2006/relationships/slide" Target="slides/slide17.xml"/><Relationship Id="rId93" Type="http://schemas.openxmlformats.org/officeDocument/2006/relationships/slide" Target="slides/slide18.xml"/><Relationship Id="rId94" Type="http://schemas.openxmlformats.org/officeDocument/2006/relationships/slide" Target="slides/slide19.xml"/><Relationship Id="rId95" Type="http://schemas.openxmlformats.org/officeDocument/2006/relationships/slide" Target="slides/slide20.xml"/><Relationship Id="rId96" Type="http://schemas.openxmlformats.org/officeDocument/2006/relationships/slide" Target="slides/slide21.xml"/><Relationship Id="rId97" Type="http://schemas.openxmlformats.org/officeDocument/2006/relationships/slide" Target="slides/slide22.xml"/><Relationship Id="rId98" Type="http://schemas.openxmlformats.org/officeDocument/2006/relationships/slide" Target="slides/slide23.xml"/><Relationship Id="rId99" Type="http://schemas.openxmlformats.org/officeDocument/2006/relationships/slide" Target="slides/slide24.xml"/><Relationship Id="rId100" Type="http://schemas.openxmlformats.org/officeDocument/2006/relationships/slide" Target="slides/slide25.xml"/><Relationship Id="rId101" Type="http://schemas.openxmlformats.org/officeDocument/2006/relationships/slide" Target="slides/slide26.xml"/><Relationship Id="rId102" Type="http://schemas.openxmlformats.org/officeDocument/2006/relationships/slide" Target="slides/slide27.xml"/><Relationship Id="rId103" Type="http://schemas.openxmlformats.org/officeDocument/2006/relationships/slide" Target="slides/slide28.xml"/><Relationship Id="rId104" Type="http://schemas.openxmlformats.org/officeDocument/2006/relationships/slide" Target="slides/slide29.xml"/><Relationship Id="rId105" Type="http://schemas.openxmlformats.org/officeDocument/2006/relationships/slide" Target="slides/slide30.xml"/><Relationship Id="rId106" Type="http://schemas.openxmlformats.org/officeDocument/2006/relationships/slide" Target="slides/slide31.xml"/><Relationship Id="rId107" Type="http://schemas.openxmlformats.org/officeDocument/2006/relationships/slide" Target="slides/slide32.xml"/><Relationship Id="rId108" Type="http://schemas.openxmlformats.org/officeDocument/2006/relationships/slide" Target="slides/slide33.xml"/><Relationship Id="rId109" Type="http://schemas.openxmlformats.org/officeDocument/2006/relationships/slide" Target="slides/slide34.xml"/><Relationship Id="rId110" Type="http://schemas.openxmlformats.org/officeDocument/2006/relationships/slide" Target="slides/slide35.xml"/><Relationship Id="rId111" Type="http://schemas.openxmlformats.org/officeDocument/2006/relationships/slide" Target="slides/slide36.xml"/><Relationship Id="rId1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6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5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652" name="PlaceHolder 4"/>
          <p:cNvSpPr>
            <a:spLocks noGrp="1"/>
          </p:cNvSpPr>
          <p:nvPr>
            <p:ph type="dt" idx="18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53" name="PlaceHolder 5"/>
          <p:cNvSpPr>
            <a:spLocks noGrp="1"/>
          </p:cNvSpPr>
          <p:nvPr>
            <p:ph type="ftr" idx="18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54" name="PlaceHolder 6"/>
          <p:cNvSpPr>
            <a:spLocks noGrp="1"/>
          </p:cNvSpPr>
          <p:nvPr>
            <p:ph type="sldNum" idx="18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EB1DB01-4EFD-48EE-B9CB-877F1C07E6D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4" name=""/>
          <p:cNvSpPr/>
          <p:nvPr/>
        </p:nvSpPr>
        <p:spPr>
          <a:xfrm>
            <a:off x="4282200" y="10155600"/>
            <a:ext cx="3272040" cy="530280"/>
          </a:xfrm>
          <a:custGeom>
            <a:avLst/>
            <a:gdLst>
              <a:gd name="textAreaLeft" fmla="*/ 0 w 3272040"/>
              <a:gd name="textAreaRight" fmla="*/ 3272400 w 3272040"/>
              <a:gd name="textAreaTop" fmla="*/ 0 h 530280"/>
              <a:gd name="textAreaBottom" fmla="*/ 530640 h 530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0E219F65-B6B1-4B4D-89A1-F97F6C8D5BB3}"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
        <p:nvSpPr>
          <p:cNvPr id="815" name="PlaceHolder 1"/>
          <p:cNvSpPr>
            <a:spLocks noGrp="1"/>
          </p:cNvSpPr>
          <p:nvPr>
            <p:ph type="sldImg"/>
          </p:nvPr>
        </p:nvSpPr>
        <p:spPr>
          <a:xfrm>
            <a:off x="1107000" y="812520"/>
            <a:ext cx="5343120" cy="4006800"/>
          </a:xfrm>
          <a:prstGeom prst="rect">
            <a:avLst/>
          </a:prstGeom>
          <a:ln w="0">
            <a:noFill/>
          </a:ln>
        </p:spPr>
      </p:sp>
      <p:sp>
        <p:nvSpPr>
          <p:cNvPr id="816" name="PlaceHolder 2"/>
          <p:cNvSpPr>
            <a:spLocks noGrp="1"/>
          </p:cNvSpPr>
          <p:nvPr>
            <p:ph type="body"/>
          </p:nvPr>
        </p:nvSpPr>
        <p:spPr>
          <a:xfrm>
            <a:off x="756000" y="5078520"/>
            <a:ext cx="6045480" cy="480888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817" name=""/>
          <p:cNvSpPr/>
          <p:nvPr/>
        </p:nvSpPr>
        <p:spPr>
          <a:xfrm>
            <a:off x="4282200" y="10155600"/>
            <a:ext cx="3273840" cy="532440"/>
          </a:xfrm>
          <a:custGeom>
            <a:avLst/>
            <a:gdLst>
              <a:gd name="textAreaLeft" fmla="*/ 0 w 3273840"/>
              <a:gd name="textAreaRight" fmla="*/ 3274200 w 3273840"/>
              <a:gd name="textAreaTop" fmla="*/ 0 h 532440"/>
              <a:gd name="textAreaBottom" fmla="*/ 53280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D72EC31C-FBDE-4835-96E8-C778A7B00998}"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8" name=""/>
          <p:cNvSpPr/>
          <p:nvPr/>
        </p:nvSpPr>
        <p:spPr>
          <a:xfrm>
            <a:off x="4282200" y="10155600"/>
            <a:ext cx="3272040" cy="530280"/>
          </a:xfrm>
          <a:custGeom>
            <a:avLst/>
            <a:gdLst>
              <a:gd name="textAreaLeft" fmla="*/ 0 w 3272040"/>
              <a:gd name="textAreaRight" fmla="*/ 3272400 w 3272040"/>
              <a:gd name="textAreaTop" fmla="*/ 0 h 530280"/>
              <a:gd name="textAreaBottom" fmla="*/ 530640 h 530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D2B161BD-1743-4B6B-B7CD-2821FCE18311}"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819" name="PlaceHolder 1"/>
          <p:cNvSpPr>
            <a:spLocks noGrp="1"/>
          </p:cNvSpPr>
          <p:nvPr>
            <p:ph type="sldImg"/>
          </p:nvPr>
        </p:nvSpPr>
        <p:spPr>
          <a:xfrm>
            <a:off x="1107000" y="812520"/>
            <a:ext cx="5343120" cy="4006800"/>
          </a:xfrm>
          <a:prstGeom prst="rect">
            <a:avLst/>
          </a:prstGeom>
          <a:ln w="0">
            <a:noFill/>
          </a:ln>
        </p:spPr>
      </p:sp>
      <p:sp>
        <p:nvSpPr>
          <p:cNvPr id="820" name="PlaceHolder 2"/>
          <p:cNvSpPr>
            <a:spLocks noGrp="1"/>
          </p:cNvSpPr>
          <p:nvPr>
            <p:ph type="body"/>
          </p:nvPr>
        </p:nvSpPr>
        <p:spPr>
          <a:xfrm>
            <a:off x="756000" y="5078520"/>
            <a:ext cx="6045480" cy="480888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821" name=""/>
          <p:cNvSpPr/>
          <p:nvPr/>
        </p:nvSpPr>
        <p:spPr>
          <a:xfrm>
            <a:off x="4282200" y="10155600"/>
            <a:ext cx="3273840" cy="532440"/>
          </a:xfrm>
          <a:custGeom>
            <a:avLst/>
            <a:gdLst>
              <a:gd name="textAreaLeft" fmla="*/ 0 w 3273840"/>
              <a:gd name="textAreaRight" fmla="*/ 3274200 w 3273840"/>
              <a:gd name="textAreaTop" fmla="*/ 0 h 532440"/>
              <a:gd name="textAreaBottom" fmla="*/ 53280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ABAB351D-2123-4962-BA99-083BD7AF0398}"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
          <p:cNvSpPr/>
          <p:nvPr/>
        </p:nvSpPr>
        <p:spPr>
          <a:xfrm>
            <a:off x="4282200" y="10155600"/>
            <a:ext cx="3272040" cy="530280"/>
          </a:xfrm>
          <a:custGeom>
            <a:avLst/>
            <a:gdLst>
              <a:gd name="textAreaLeft" fmla="*/ 0 w 3272040"/>
              <a:gd name="textAreaRight" fmla="*/ 3272400 w 3272040"/>
              <a:gd name="textAreaTop" fmla="*/ 0 h 530280"/>
              <a:gd name="textAreaBottom" fmla="*/ 530640 h 530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A85111F3-FB54-418B-8DD7-CBA89EE6613D}"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
        <p:nvSpPr>
          <p:cNvPr id="823" name="PlaceHolder 1"/>
          <p:cNvSpPr>
            <a:spLocks noGrp="1"/>
          </p:cNvSpPr>
          <p:nvPr>
            <p:ph type="sldImg"/>
          </p:nvPr>
        </p:nvSpPr>
        <p:spPr>
          <a:xfrm>
            <a:off x="1107000" y="812520"/>
            <a:ext cx="5343120" cy="4006800"/>
          </a:xfrm>
          <a:prstGeom prst="rect">
            <a:avLst/>
          </a:prstGeom>
          <a:ln w="0">
            <a:noFill/>
          </a:ln>
        </p:spPr>
      </p:sp>
      <p:sp>
        <p:nvSpPr>
          <p:cNvPr id="824" name="PlaceHolder 2"/>
          <p:cNvSpPr>
            <a:spLocks noGrp="1"/>
          </p:cNvSpPr>
          <p:nvPr>
            <p:ph type="body"/>
          </p:nvPr>
        </p:nvSpPr>
        <p:spPr>
          <a:xfrm>
            <a:off x="756000" y="5078520"/>
            <a:ext cx="6045480" cy="480888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825" name=""/>
          <p:cNvSpPr/>
          <p:nvPr/>
        </p:nvSpPr>
        <p:spPr>
          <a:xfrm>
            <a:off x="4282200" y="10155240"/>
            <a:ext cx="3273840" cy="532440"/>
          </a:xfrm>
          <a:custGeom>
            <a:avLst/>
            <a:gdLst>
              <a:gd name="textAreaLeft" fmla="*/ 0 w 3273840"/>
              <a:gd name="textAreaRight" fmla="*/ 3274200 w 3273840"/>
              <a:gd name="textAreaTop" fmla="*/ 0 h 532440"/>
              <a:gd name="textAreaBottom" fmla="*/ 53280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E7FBE7D5-67EC-4966-957D-4DED5E76F136}"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6" name=""/>
          <p:cNvSpPr/>
          <p:nvPr/>
        </p:nvSpPr>
        <p:spPr>
          <a:xfrm>
            <a:off x="4282200" y="10155600"/>
            <a:ext cx="3272040" cy="530280"/>
          </a:xfrm>
          <a:custGeom>
            <a:avLst/>
            <a:gdLst>
              <a:gd name="textAreaLeft" fmla="*/ 0 w 3272040"/>
              <a:gd name="textAreaRight" fmla="*/ 3272400 w 3272040"/>
              <a:gd name="textAreaTop" fmla="*/ 0 h 530280"/>
              <a:gd name="textAreaBottom" fmla="*/ 530640 h 530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605986A5-7483-455B-B581-EF14B626A1F4}"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827" name="PlaceHolder 1"/>
          <p:cNvSpPr>
            <a:spLocks noGrp="1"/>
          </p:cNvSpPr>
          <p:nvPr>
            <p:ph type="sldImg"/>
          </p:nvPr>
        </p:nvSpPr>
        <p:spPr>
          <a:xfrm>
            <a:off x="1107000" y="812520"/>
            <a:ext cx="5343120" cy="4006800"/>
          </a:xfrm>
          <a:prstGeom prst="rect">
            <a:avLst/>
          </a:prstGeom>
          <a:ln w="0">
            <a:noFill/>
          </a:ln>
        </p:spPr>
      </p:sp>
      <p:sp>
        <p:nvSpPr>
          <p:cNvPr id="828" name="PlaceHolder 2"/>
          <p:cNvSpPr>
            <a:spLocks noGrp="1"/>
          </p:cNvSpPr>
          <p:nvPr>
            <p:ph type="body"/>
          </p:nvPr>
        </p:nvSpPr>
        <p:spPr>
          <a:xfrm>
            <a:off x="756000" y="5078520"/>
            <a:ext cx="6045480" cy="480888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829" name=""/>
          <p:cNvSpPr/>
          <p:nvPr/>
        </p:nvSpPr>
        <p:spPr>
          <a:xfrm>
            <a:off x="4282200" y="10155240"/>
            <a:ext cx="3273840" cy="532440"/>
          </a:xfrm>
          <a:custGeom>
            <a:avLst/>
            <a:gdLst>
              <a:gd name="textAreaLeft" fmla="*/ 0 w 3273840"/>
              <a:gd name="textAreaRight" fmla="*/ 3274200 w 3273840"/>
              <a:gd name="textAreaTop" fmla="*/ 0 h 532440"/>
              <a:gd name="textAreaBottom" fmla="*/ 53280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96C8CA17-9B62-4FDD-A27E-31E4637EB266}"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0" name=""/>
          <p:cNvSpPr/>
          <p:nvPr/>
        </p:nvSpPr>
        <p:spPr>
          <a:xfrm>
            <a:off x="4282200" y="10155600"/>
            <a:ext cx="3272040" cy="530280"/>
          </a:xfrm>
          <a:custGeom>
            <a:avLst/>
            <a:gdLst>
              <a:gd name="textAreaLeft" fmla="*/ 0 w 3272040"/>
              <a:gd name="textAreaRight" fmla="*/ 3272400 w 3272040"/>
              <a:gd name="textAreaTop" fmla="*/ 0 h 530280"/>
              <a:gd name="textAreaBottom" fmla="*/ 530640 h 530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E14947E4-7171-42D2-9DF6-1422678044C7}"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
        <p:nvSpPr>
          <p:cNvPr id="831" name="PlaceHolder 1"/>
          <p:cNvSpPr>
            <a:spLocks noGrp="1"/>
          </p:cNvSpPr>
          <p:nvPr>
            <p:ph type="sldImg"/>
          </p:nvPr>
        </p:nvSpPr>
        <p:spPr>
          <a:xfrm>
            <a:off x="1107000" y="812520"/>
            <a:ext cx="5343120" cy="4006800"/>
          </a:xfrm>
          <a:prstGeom prst="rect">
            <a:avLst/>
          </a:prstGeom>
          <a:ln w="0">
            <a:noFill/>
          </a:ln>
        </p:spPr>
      </p:sp>
      <p:sp>
        <p:nvSpPr>
          <p:cNvPr id="832" name="PlaceHolder 2"/>
          <p:cNvSpPr>
            <a:spLocks noGrp="1"/>
          </p:cNvSpPr>
          <p:nvPr>
            <p:ph type="body"/>
          </p:nvPr>
        </p:nvSpPr>
        <p:spPr>
          <a:xfrm>
            <a:off x="756000" y="5078520"/>
            <a:ext cx="6045480" cy="480888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833" name=""/>
          <p:cNvSpPr/>
          <p:nvPr/>
        </p:nvSpPr>
        <p:spPr>
          <a:xfrm>
            <a:off x="4282200" y="10155240"/>
            <a:ext cx="3273840" cy="532440"/>
          </a:xfrm>
          <a:custGeom>
            <a:avLst/>
            <a:gdLst>
              <a:gd name="textAreaLeft" fmla="*/ 0 w 3273840"/>
              <a:gd name="textAreaRight" fmla="*/ 3274200 w 3273840"/>
              <a:gd name="textAreaTop" fmla="*/ 0 h 532440"/>
              <a:gd name="textAreaBottom" fmla="*/ 53280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B220EE2D-0382-423C-99FA-02900991CB27}"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
          <p:cNvSpPr/>
          <p:nvPr/>
        </p:nvSpPr>
        <p:spPr>
          <a:xfrm>
            <a:off x="4282200" y="10155600"/>
            <a:ext cx="3272040" cy="530280"/>
          </a:xfrm>
          <a:custGeom>
            <a:avLst/>
            <a:gdLst>
              <a:gd name="textAreaLeft" fmla="*/ 0 w 3272040"/>
              <a:gd name="textAreaRight" fmla="*/ 3272400 w 3272040"/>
              <a:gd name="textAreaTop" fmla="*/ 0 h 530280"/>
              <a:gd name="textAreaBottom" fmla="*/ 530640 h 530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2304294E-129F-4000-A008-8DAF6515FAF6}"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835" name="PlaceHolder 1"/>
          <p:cNvSpPr>
            <a:spLocks noGrp="1"/>
          </p:cNvSpPr>
          <p:nvPr>
            <p:ph type="sldImg"/>
          </p:nvPr>
        </p:nvSpPr>
        <p:spPr>
          <a:xfrm>
            <a:off x="1107000" y="812520"/>
            <a:ext cx="5343120" cy="4006800"/>
          </a:xfrm>
          <a:prstGeom prst="rect">
            <a:avLst/>
          </a:prstGeom>
          <a:ln w="0">
            <a:noFill/>
          </a:ln>
        </p:spPr>
      </p:sp>
      <p:sp>
        <p:nvSpPr>
          <p:cNvPr id="836" name="PlaceHolder 2"/>
          <p:cNvSpPr>
            <a:spLocks noGrp="1"/>
          </p:cNvSpPr>
          <p:nvPr>
            <p:ph type="body"/>
          </p:nvPr>
        </p:nvSpPr>
        <p:spPr>
          <a:xfrm>
            <a:off x="756000" y="5078520"/>
            <a:ext cx="6045480" cy="480888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837" name=""/>
          <p:cNvSpPr/>
          <p:nvPr/>
        </p:nvSpPr>
        <p:spPr>
          <a:xfrm>
            <a:off x="4282200" y="10155600"/>
            <a:ext cx="3273840" cy="532440"/>
          </a:xfrm>
          <a:custGeom>
            <a:avLst/>
            <a:gdLst>
              <a:gd name="textAreaLeft" fmla="*/ 0 w 3273840"/>
              <a:gd name="textAreaRight" fmla="*/ 3274200 w 3273840"/>
              <a:gd name="textAreaTop" fmla="*/ 0 h 532440"/>
              <a:gd name="textAreaBottom" fmla="*/ 53280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F852750A-C56D-46B7-BB73-AA806F7D57FD}"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8" name=""/>
          <p:cNvSpPr/>
          <p:nvPr/>
        </p:nvSpPr>
        <p:spPr>
          <a:xfrm>
            <a:off x="4282200" y="10155600"/>
            <a:ext cx="3272040" cy="530280"/>
          </a:xfrm>
          <a:custGeom>
            <a:avLst/>
            <a:gdLst>
              <a:gd name="textAreaLeft" fmla="*/ 0 w 3272040"/>
              <a:gd name="textAreaRight" fmla="*/ 3272400 w 3272040"/>
              <a:gd name="textAreaTop" fmla="*/ 0 h 530280"/>
              <a:gd name="textAreaBottom" fmla="*/ 530640 h 530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3D0E6AF0-983D-4278-BA39-7FA25A6D22CF}"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839" name="PlaceHolder 1"/>
          <p:cNvSpPr>
            <a:spLocks noGrp="1"/>
          </p:cNvSpPr>
          <p:nvPr>
            <p:ph type="sldImg"/>
          </p:nvPr>
        </p:nvSpPr>
        <p:spPr>
          <a:xfrm>
            <a:off x="1107000" y="812520"/>
            <a:ext cx="5343120" cy="4006800"/>
          </a:xfrm>
          <a:prstGeom prst="rect">
            <a:avLst/>
          </a:prstGeom>
          <a:ln w="0">
            <a:noFill/>
          </a:ln>
        </p:spPr>
      </p:sp>
      <p:sp>
        <p:nvSpPr>
          <p:cNvPr id="840" name="PlaceHolder 2"/>
          <p:cNvSpPr>
            <a:spLocks noGrp="1"/>
          </p:cNvSpPr>
          <p:nvPr>
            <p:ph type="body"/>
          </p:nvPr>
        </p:nvSpPr>
        <p:spPr>
          <a:xfrm>
            <a:off x="756000" y="5078520"/>
            <a:ext cx="6045480" cy="480888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841" name=""/>
          <p:cNvSpPr/>
          <p:nvPr/>
        </p:nvSpPr>
        <p:spPr>
          <a:xfrm>
            <a:off x="4282200" y="10155600"/>
            <a:ext cx="3273840" cy="532440"/>
          </a:xfrm>
          <a:custGeom>
            <a:avLst/>
            <a:gdLst>
              <a:gd name="textAreaLeft" fmla="*/ 0 w 3273840"/>
              <a:gd name="textAreaRight" fmla="*/ 3274200 w 3273840"/>
              <a:gd name="textAreaTop" fmla="*/ 0 h 532440"/>
              <a:gd name="textAreaBottom" fmla="*/ 53280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D3BCFB47-AB8B-4BC7-82BF-7AA0F2D8E35A}"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2" name=""/>
          <p:cNvSpPr/>
          <p:nvPr/>
        </p:nvSpPr>
        <p:spPr>
          <a:xfrm>
            <a:off x="4282200" y="10155600"/>
            <a:ext cx="3272040" cy="530280"/>
          </a:xfrm>
          <a:custGeom>
            <a:avLst/>
            <a:gdLst>
              <a:gd name="textAreaLeft" fmla="*/ 0 w 3272040"/>
              <a:gd name="textAreaRight" fmla="*/ 3272400 w 3272040"/>
              <a:gd name="textAreaTop" fmla="*/ 0 h 530280"/>
              <a:gd name="textAreaBottom" fmla="*/ 530640 h 530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9497DEDB-0DA7-46AC-97F3-797227F530E6}"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
        <p:nvSpPr>
          <p:cNvPr id="843" name="PlaceHolder 1"/>
          <p:cNvSpPr>
            <a:spLocks noGrp="1"/>
          </p:cNvSpPr>
          <p:nvPr>
            <p:ph type="sldImg"/>
          </p:nvPr>
        </p:nvSpPr>
        <p:spPr>
          <a:xfrm>
            <a:off x="1107000" y="812520"/>
            <a:ext cx="5343120" cy="4006800"/>
          </a:xfrm>
          <a:prstGeom prst="rect">
            <a:avLst/>
          </a:prstGeom>
          <a:ln w="0">
            <a:noFill/>
          </a:ln>
        </p:spPr>
      </p:sp>
      <p:sp>
        <p:nvSpPr>
          <p:cNvPr id="844" name="PlaceHolder 2"/>
          <p:cNvSpPr>
            <a:spLocks noGrp="1"/>
          </p:cNvSpPr>
          <p:nvPr>
            <p:ph type="body"/>
          </p:nvPr>
        </p:nvSpPr>
        <p:spPr>
          <a:xfrm>
            <a:off x="756000" y="5078520"/>
            <a:ext cx="6045480" cy="480888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845" name=""/>
          <p:cNvSpPr/>
          <p:nvPr/>
        </p:nvSpPr>
        <p:spPr>
          <a:xfrm>
            <a:off x="4282200" y="10155600"/>
            <a:ext cx="3273840" cy="532440"/>
          </a:xfrm>
          <a:custGeom>
            <a:avLst/>
            <a:gdLst>
              <a:gd name="textAreaLeft" fmla="*/ 0 w 3273840"/>
              <a:gd name="textAreaRight" fmla="*/ 3274200 w 3273840"/>
              <a:gd name="textAreaTop" fmla="*/ 0 h 532440"/>
              <a:gd name="textAreaBottom" fmla="*/ 53280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435BBD23-6DFB-4737-942A-86573D3B406A}"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
          <p:cNvSpPr/>
          <p:nvPr/>
        </p:nvSpPr>
        <p:spPr>
          <a:xfrm>
            <a:off x="4282200" y="10155600"/>
            <a:ext cx="3272040" cy="530280"/>
          </a:xfrm>
          <a:custGeom>
            <a:avLst/>
            <a:gdLst>
              <a:gd name="textAreaLeft" fmla="*/ 0 w 3272040"/>
              <a:gd name="textAreaRight" fmla="*/ 3272400 w 3272040"/>
              <a:gd name="textAreaTop" fmla="*/ 0 h 530280"/>
              <a:gd name="textAreaBottom" fmla="*/ 530640 h 530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7B91090B-B2BE-4926-A0C8-E38B27DDC76F}"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847" name="PlaceHolder 1"/>
          <p:cNvSpPr>
            <a:spLocks noGrp="1"/>
          </p:cNvSpPr>
          <p:nvPr>
            <p:ph type="sldImg"/>
          </p:nvPr>
        </p:nvSpPr>
        <p:spPr>
          <a:xfrm>
            <a:off x="1107000" y="812520"/>
            <a:ext cx="5343120" cy="4006800"/>
          </a:xfrm>
          <a:prstGeom prst="rect">
            <a:avLst/>
          </a:prstGeom>
          <a:ln w="0">
            <a:noFill/>
          </a:ln>
        </p:spPr>
      </p:sp>
      <p:sp>
        <p:nvSpPr>
          <p:cNvPr id="848" name="PlaceHolder 2"/>
          <p:cNvSpPr>
            <a:spLocks noGrp="1"/>
          </p:cNvSpPr>
          <p:nvPr>
            <p:ph type="body"/>
          </p:nvPr>
        </p:nvSpPr>
        <p:spPr>
          <a:xfrm>
            <a:off x="756000" y="5078520"/>
            <a:ext cx="6045480" cy="480888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849" name=""/>
          <p:cNvSpPr/>
          <p:nvPr/>
        </p:nvSpPr>
        <p:spPr>
          <a:xfrm>
            <a:off x="4282200" y="10155600"/>
            <a:ext cx="3273840" cy="532440"/>
          </a:xfrm>
          <a:custGeom>
            <a:avLst/>
            <a:gdLst>
              <a:gd name="textAreaLeft" fmla="*/ 0 w 3273840"/>
              <a:gd name="textAreaRight" fmla="*/ 3274200 w 3273840"/>
              <a:gd name="textAreaTop" fmla="*/ 0 h 532440"/>
              <a:gd name="textAreaBottom" fmla="*/ 532800 h 5324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0F8504BC-5766-43BB-944E-7D9E41A80B5A}"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3.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4.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6.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7.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8.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9.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60.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2.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3.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4.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5.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7.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8.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9.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70.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71.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72.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63107234-3E2A-407C-A06E-18AB82E6516F}"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5A682E76-B8C9-4A68-B9E8-71DB4F31EE77}"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EA28D771-FC03-489C-83B3-ED47C9790667}"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87F6351B-5BF4-4CAF-9607-70316B6AFF28}"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2FF1D23F-D0CA-4F90-AEB0-C234ED9EFD51}"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8330FFA6-A2E9-4E9F-94BB-C2B6092BF5FC}"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B88D6D03-3306-41C4-BA96-23314D5F1003}"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7"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B9C808A0-BDB0-4C6B-9F62-98F0AC371297}"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6"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7"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95E549F7-375E-4617-A806-D9C69D4BA599}"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B5BDE068-57D9-4B3A-8DA6-041261042D25}"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3D56A901-828E-46F9-8954-3CA579E507E2}"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8"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9"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0"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C1DBC559-316F-4B4C-84F9-D743BAFC4797}" type="slidenum">
              <a:t>&lt;#&gt;</a:t>
            </a:fld>
          </a:p>
        </p:txBody>
      </p:sp>
      <p:sp>
        <p:nvSpPr>
          <p:cNvPr id="8" name="PlaceHolder 7"/>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12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1"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2"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3"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DE74E1FB-E1CB-4C57-9E5A-62C62C0DC15F}" type="slidenum">
              <a:t>&lt;#&gt;</a:t>
            </a:fld>
          </a:p>
        </p:txBody>
      </p:sp>
      <p:sp>
        <p:nvSpPr>
          <p:cNvPr id="8" name="PlaceHolder 7"/>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13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3"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4"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9C76FF62-9615-4025-9D47-E10BA2173ECD}" type="slidenum">
              <a:t>&lt;#&gt;</a:t>
            </a:fld>
          </a:p>
        </p:txBody>
      </p:sp>
      <p:sp>
        <p:nvSpPr>
          <p:cNvPr id="7" name="PlaceHolder 6"/>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14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6"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7"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8"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9"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3"/>
          </p:nvPr>
        </p:nvSpPr>
        <p:spPr/>
        <p:txBody>
          <a:bodyPr/>
          <a:p>
            <a:r>
              <a:t>Footer</a:t>
            </a:r>
          </a:p>
        </p:txBody>
      </p:sp>
      <p:sp>
        <p:nvSpPr>
          <p:cNvPr id="8" name="PlaceHolder 7"/>
          <p:cNvSpPr>
            <a:spLocks noGrp="1"/>
          </p:cNvSpPr>
          <p:nvPr>
            <p:ph type="sldNum" idx="44"/>
          </p:nvPr>
        </p:nvSpPr>
        <p:spPr/>
        <p:txBody>
          <a:bodyPr/>
          <a:p>
            <a:fld id="{8BB780EE-19D7-48FD-8D46-50721CE1ACF7}" type="slidenum">
              <a:t>&lt;#&gt;</a:t>
            </a:fld>
          </a:p>
        </p:txBody>
      </p:sp>
      <p:sp>
        <p:nvSpPr>
          <p:cNvPr id="9" name="PlaceHolder 8"/>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D67D3C8A-8F20-427F-90E9-AB85A9E5EA8C}"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FBB4F031-EDC3-45C0-8E7A-FF261414CF6C}"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17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6"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DF268199-3575-425A-B331-0BA90889F990}"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8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5"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2A5562E8-A690-4C07-AFB8-DE1C6427AB4C}"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9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5"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6"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7AE56F3C-4335-48B7-A377-5D0D1D86631C}" type="slidenum">
              <a:t>&lt;#&gt;</a:t>
            </a:fld>
          </a:p>
        </p:txBody>
      </p:sp>
      <p:sp>
        <p:nvSpPr>
          <p:cNvPr id="7" name="PlaceHolder 6"/>
          <p:cNvSpPr>
            <a:spLocks noGrp="1"/>
          </p:cNvSpPr>
          <p:nvPr>
            <p:ph type="dt" idx="60"/>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20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AD255CB4-D116-4939-B60F-9327714E542E}" type="slidenum">
              <a:t>&lt;#&gt;</a:t>
            </a:fld>
          </a:p>
        </p:txBody>
      </p:sp>
      <p:sp>
        <p:nvSpPr>
          <p:cNvPr id="5" name="PlaceHolder 4"/>
          <p:cNvSpPr>
            <a:spLocks noGrp="1"/>
          </p:cNvSpPr>
          <p:nvPr>
            <p:ph type="dt" idx="63"/>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9">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5C98FBE4-6EFD-4946-ABAC-65446D04A594}" type="slidenum">
              <a:t>&lt;#&gt;</a:t>
            </a:fld>
          </a:p>
        </p:txBody>
      </p:sp>
      <p:sp>
        <p:nvSpPr>
          <p:cNvPr id="4" name="PlaceHolder 3"/>
          <p:cNvSpPr>
            <a:spLocks noGrp="1"/>
          </p:cNvSpPr>
          <p:nvPr>
            <p:ph type="dt" idx="6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21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9"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0"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1"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7"/>
          </p:nvPr>
        </p:nvSpPr>
        <p:spPr/>
        <p:txBody>
          <a:bodyPr/>
          <a:p>
            <a:r>
              <a:t>Footer</a:t>
            </a:r>
          </a:p>
        </p:txBody>
      </p:sp>
      <p:sp>
        <p:nvSpPr>
          <p:cNvPr id="7" name="PlaceHolder 6"/>
          <p:cNvSpPr>
            <a:spLocks noGrp="1"/>
          </p:cNvSpPr>
          <p:nvPr>
            <p:ph type="sldNum" idx="68"/>
          </p:nvPr>
        </p:nvSpPr>
        <p:spPr/>
        <p:txBody>
          <a:bodyPr/>
          <a:p>
            <a:fld id="{CCF7F3D1-7F3E-48F7-8DCB-D25EFFA5E2BB}" type="slidenum">
              <a:t>&lt;#&gt;</a:t>
            </a:fld>
          </a:p>
        </p:txBody>
      </p:sp>
      <p:sp>
        <p:nvSpPr>
          <p:cNvPr id="8" name="PlaceHolder 7"/>
          <p:cNvSpPr>
            <a:spLocks noGrp="1"/>
          </p:cNvSpPr>
          <p:nvPr>
            <p:ph type="dt" idx="69"/>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23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2"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3"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4"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0"/>
          </p:nvPr>
        </p:nvSpPr>
        <p:spPr/>
        <p:txBody>
          <a:bodyPr/>
          <a:p>
            <a:r>
              <a:t>Footer</a:t>
            </a:r>
          </a:p>
        </p:txBody>
      </p:sp>
      <p:sp>
        <p:nvSpPr>
          <p:cNvPr id="7" name="PlaceHolder 6"/>
          <p:cNvSpPr>
            <a:spLocks noGrp="1"/>
          </p:cNvSpPr>
          <p:nvPr>
            <p:ph type="sldNum" idx="71"/>
          </p:nvPr>
        </p:nvSpPr>
        <p:spPr/>
        <p:txBody>
          <a:bodyPr/>
          <a:p>
            <a:fld id="{33A0F414-E838-430C-BCFE-DBF0D1BBEA57}" type="slidenum">
              <a:t>&lt;#&gt;</a:t>
            </a:fld>
          </a:p>
        </p:txBody>
      </p:sp>
      <p:sp>
        <p:nvSpPr>
          <p:cNvPr id="8" name="PlaceHolder 7"/>
          <p:cNvSpPr>
            <a:spLocks noGrp="1"/>
          </p:cNvSpPr>
          <p:nvPr>
            <p:ph type="dt" idx="72"/>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2">
    <p:spTree>
      <p:nvGrpSpPr>
        <p:cNvPr id="1" name=""/>
        <p:cNvGrpSpPr/>
        <p:nvPr/>
      </p:nvGrpSpPr>
      <p:grpSpPr>
        <a:xfrm>
          <a:off x="0" y="0"/>
          <a:ext cx="0" cy="0"/>
          <a:chOff x="0" y="0"/>
          <a:chExt cx="0" cy="0"/>
        </a:xfrm>
      </p:grpSpPr>
      <p:sp>
        <p:nvSpPr>
          <p:cNvPr id="24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5"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6"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7"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3"/>
          </p:nvPr>
        </p:nvSpPr>
        <p:spPr/>
        <p:txBody>
          <a:bodyPr/>
          <a:p>
            <a:r>
              <a:t>Footer</a:t>
            </a:r>
          </a:p>
        </p:txBody>
      </p:sp>
      <p:sp>
        <p:nvSpPr>
          <p:cNvPr id="7" name="PlaceHolder 6"/>
          <p:cNvSpPr>
            <a:spLocks noGrp="1"/>
          </p:cNvSpPr>
          <p:nvPr>
            <p:ph type="sldNum" idx="74"/>
          </p:nvPr>
        </p:nvSpPr>
        <p:spPr/>
        <p:txBody>
          <a:bodyPr/>
          <a:p>
            <a:fld id="{51BDA9F7-2991-4092-9674-AD6A2415FA87}" type="slidenum">
              <a:t>&lt;#&gt;</a:t>
            </a:fld>
          </a:p>
        </p:txBody>
      </p:sp>
      <p:sp>
        <p:nvSpPr>
          <p:cNvPr id="8" name="PlaceHolder 7"/>
          <p:cNvSpPr>
            <a:spLocks noGrp="1"/>
          </p:cNvSpPr>
          <p:nvPr>
            <p:ph type="dt" idx="75"/>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3">
    <p:spTree>
      <p:nvGrpSpPr>
        <p:cNvPr id="1" name=""/>
        <p:cNvGrpSpPr/>
        <p:nvPr/>
      </p:nvGrpSpPr>
      <p:grpSpPr>
        <a:xfrm>
          <a:off x="0" y="0"/>
          <a:ext cx="0" cy="0"/>
          <a:chOff x="0" y="0"/>
          <a:chExt cx="0" cy="0"/>
        </a:xfrm>
      </p:grpSpPr>
      <p:sp>
        <p:nvSpPr>
          <p:cNvPr id="25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7"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8"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6"/>
          </p:nvPr>
        </p:nvSpPr>
        <p:spPr/>
        <p:txBody>
          <a:bodyPr/>
          <a:p>
            <a:r>
              <a:t>Footer</a:t>
            </a:r>
          </a:p>
        </p:txBody>
      </p:sp>
      <p:sp>
        <p:nvSpPr>
          <p:cNvPr id="6" name="PlaceHolder 5"/>
          <p:cNvSpPr>
            <a:spLocks noGrp="1"/>
          </p:cNvSpPr>
          <p:nvPr>
            <p:ph type="sldNum" idx="77"/>
          </p:nvPr>
        </p:nvSpPr>
        <p:spPr/>
        <p:txBody>
          <a:bodyPr/>
          <a:p>
            <a:fld id="{A225B222-87A4-4A58-8ABD-C22FD9E50280}" type="slidenum">
              <a:t>&lt;#&gt;</a:t>
            </a:fld>
          </a:p>
        </p:txBody>
      </p:sp>
      <p:sp>
        <p:nvSpPr>
          <p:cNvPr id="7" name="PlaceHolder 6"/>
          <p:cNvSpPr>
            <a:spLocks noGrp="1"/>
          </p:cNvSpPr>
          <p:nvPr>
            <p:ph type="dt" idx="78"/>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4">
    <p:spTree>
      <p:nvGrpSpPr>
        <p:cNvPr id="1" name=""/>
        <p:cNvGrpSpPr/>
        <p:nvPr/>
      </p:nvGrpSpPr>
      <p:grpSpPr>
        <a:xfrm>
          <a:off x="0" y="0"/>
          <a:ext cx="0" cy="0"/>
          <a:chOff x="0" y="0"/>
          <a:chExt cx="0" cy="0"/>
        </a:xfrm>
      </p:grpSpPr>
      <p:sp>
        <p:nvSpPr>
          <p:cNvPr id="26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0"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2"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3"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79"/>
          </p:nvPr>
        </p:nvSpPr>
        <p:spPr/>
        <p:txBody>
          <a:bodyPr/>
          <a:p>
            <a:r>
              <a:t>Footer</a:t>
            </a:r>
          </a:p>
        </p:txBody>
      </p:sp>
      <p:sp>
        <p:nvSpPr>
          <p:cNvPr id="8" name="PlaceHolder 7"/>
          <p:cNvSpPr>
            <a:spLocks noGrp="1"/>
          </p:cNvSpPr>
          <p:nvPr>
            <p:ph type="sldNum" idx="80"/>
          </p:nvPr>
        </p:nvSpPr>
        <p:spPr/>
        <p:txBody>
          <a:bodyPr/>
          <a:p>
            <a:fld id="{E694A4B5-0B48-41F6-97F6-527EF489E6CD}" type="slidenum">
              <a:t>&lt;#&gt;</a:t>
            </a:fld>
          </a:p>
        </p:txBody>
      </p:sp>
      <p:sp>
        <p:nvSpPr>
          <p:cNvPr id="9" name="PlaceHolder 8"/>
          <p:cNvSpPr>
            <a:spLocks noGrp="1"/>
          </p:cNvSpPr>
          <p:nvPr>
            <p:ph type="dt" idx="81"/>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spTree>
      <p:nvGrpSpPr>
        <p:cNvPr id="1" name=""/>
        <p:cNvGrpSpPr/>
        <p:nvPr/>
      </p:nvGrpSpPr>
      <p:grpSpPr>
        <a:xfrm>
          <a:off x="0" y="0"/>
          <a:ext cx="0" cy="0"/>
          <a:chOff x="0" y="0"/>
          <a:chExt cx="0" cy="0"/>
        </a:xfrm>
      </p:grpSpPr>
      <p:sp>
        <p:nvSpPr>
          <p:cNvPr id="2" name="PlaceHolder 1"/>
          <p:cNvSpPr>
            <a:spLocks noGrp="1"/>
          </p:cNvSpPr>
          <p:nvPr>
            <p:ph type="ftr" idx="82"/>
          </p:nvPr>
        </p:nvSpPr>
        <p:spPr/>
        <p:txBody>
          <a:bodyPr/>
          <a:p>
            <a:r>
              <a:t>Footer</a:t>
            </a:r>
          </a:p>
        </p:txBody>
      </p:sp>
      <p:sp>
        <p:nvSpPr>
          <p:cNvPr id="3" name="PlaceHolder 2"/>
          <p:cNvSpPr>
            <a:spLocks noGrp="1"/>
          </p:cNvSpPr>
          <p:nvPr>
            <p:ph type="sldNum" idx="83"/>
          </p:nvPr>
        </p:nvSpPr>
        <p:spPr/>
        <p:txBody>
          <a:bodyPr/>
          <a:p>
            <a:fld id="{FE7F8FB4-D4D0-4649-AB08-B6E759DFC596}" type="slidenum">
              <a:t>&lt;#&gt;</a:t>
            </a:fld>
          </a:p>
        </p:txBody>
      </p:sp>
      <p:sp>
        <p:nvSpPr>
          <p:cNvPr id="4" name="PlaceHolder 3"/>
          <p:cNvSpPr>
            <a:spLocks noGrp="1"/>
          </p:cNvSpPr>
          <p:nvPr>
            <p:ph type="dt" idx="84"/>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spTree>
      <p:nvGrpSpPr>
        <p:cNvPr id="1" name=""/>
        <p:cNvGrpSpPr/>
        <p:nvPr/>
      </p:nvGrpSpPr>
      <p:grpSpPr>
        <a:xfrm>
          <a:off x="0" y="0"/>
          <a:ext cx="0" cy="0"/>
          <a:chOff x="0" y="0"/>
          <a:chExt cx="0" cy="0"/>
        </a:xfrm>
      </p:grpSpPr>
      <p:sp>
        <p:nvSpPr>
          <p:cNvPr id="2" name="PlaceHolder 1"/>
          <p:cNvSpPr>
            <a:spLocks noGrp="1"/>
          </p:cNvSpPr>
          <p:nvPr>
            <p:ph type="ftr" idx="85"/>
          </p:nvPr>
        </p:nvSpPr>
        <p:spPr/>
        <p:txBody>
          <a:bodyPr/>
          <a:p>
            <a:r>
              <a:t>Footer</a:t>
            </a:r>
          </a:p>
        </p:txBody>
      </p:sp>
      <p:sp>
        <p:nvSpPr>
          <p:cNvPr id="3" name="PlaceHolder 2"/>
          <p:cNvSpPr>
            <a:spLocks noGrp="1"/>
          </p:cNvSpPr>
          <p:nvPr>
            <p:ph type="sldNum" idx="86"/>
          </p:nvPr>
        </p:nvSpPr>
        <p:spPr/>
        <p:txBody>
          <a:bodyPr/>
          <a:p>
            <a:fld id="{002ACBD1-D98B-464C-8FCC-AAD251E1047D}" type="slidenum">
              <a:t>&lt;#&gt;</a:t>
            </a:fld>
          </a:p>
        </p:txBody>
      </p:sp>
      <p:sp>
        <p:nvSpPr>
          <p:cNvPr id="4" name="PlaceHolder 3"/>
          <p:cNvSpPr>
            <a:spLocks noGrp="1"/>
          </p:cNvSpPr>
          <p:nvPr>
            <p:ph type="dt" idx="8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7">
    <p:spTree>
      <p:nvGrpSpPr>
        <p:cNvPr id="1" name=""/>
        <p:cNvGrpSpPr/>
        <p:nvPr/>
      </p:nvGrpSpPr>
      <p:grpSpPr>
        <a:xfrm>
          <a:off x="0" y="0"/>
          <a:ext cx="0" cy="0"/>
          <a:chOff x="0" y="0"/>
          <a:chExt cx="0" cy="0"/>
        </a:xfrm>
      </p:grpSpPr>
      <p:sp>
        <p:nvSpPr>
          <p:cNvPr id="29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0"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88"/>
          </p:nvPr>
        </p:nvSpPr>
        <p:spPr/>
        <p:txBody>
          <a:bodyPr/>
          <a:p>
            <a:r>
              <a:t>Footer</a:t>
            </a:r>
          </a:p>
        </p:txBody>
      </p:sp>
      <p:sp>
        <p:nvSpPr>
          <p:cNvPr id="5" name="PlaceHolder 4"/>
          <p:cNvSpPr>
            <a:spLocks noGrp="1"/>
          </p:cNvSpPr>
          <p:nvPr>
            <p:ph type="sldNum" idx="89"/>
          </p:nvPr>
        </p:nvSpPr>
        <p:spPr/>
        <p:txBody>
          <a:bodyPr/>
          <a:p>
            <a:fld id="{643A1E8C-D561-4278-91F1-2F1D7CDAC2E2}" type="slidenum">
              <a:t>&lt;#&gt;</a:t>
            </a:fld>
          </a:p>
        </p:txBody>
      </p:sp>
      <p:sp>
        <p:nvSpPr>
          <p:cNvPr id="6" name="PlaceHolder 5"/>
          <p:cNvSpPr>
            <a:spLocks noGrp="1"/>
          </p:cNvSpPr>
          <p:nvPr>
            <p:ph type="dt" idx="90"/>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8">
    <p:spTree>
      <p:nvGrpSpPr>
        <p:cNvPr id="1" name=""/>
        <p:cNvGrpSpPr/>
        <p:nvPr/>
      </p:nvGrpSpPr>
      <p:grpSpPr>
        <a:xfrm>
          <a:off x="0" y="0"/>
          <a:ext cx="0" cy="0"/>
          <a:chOff x="0" y="0"/>
          <a:chExt cx="0" cy="0"/>
        </a:xfrm>
      </p:grpSpPr>
      <p:sp>
        <p:nvSpPr>
          <p:cNvPr id="30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91"/>
          </p:nvPr>
        </p:nvSpPr>
        <p:spPr/>
        <p:txBody>
          <a:bodyPr/>
          <a:p>
            <a:r>
              <a:t>Footer</a:t>
            </a:r>
          </a:p>
        </p:txBody>
      </p:sp>
      <p:sp>
        <p:nvSpPr>
          <p:cNvPr id="5" name="PlaceHolder 4"/>
          <p:cNvSpPr>
            <a:spLocks noGrp="1"/>
          </p:cNvSpPr>
          <p:nvPr>
            <p:ph type="sldNum" idx="92"/>
          </p:nvPr>
        </p:nvSpPr>
        <p:spPr/>
        <p:txBody>
          <a:bodyPr/>
          <a:p>
            <a:fld id="{2F5B6457-4AEB-46BC-BF8D-60913EE5AD0D}" type="slidenum">
              <a:t>&lt;#&gt;</a:t>
            </a:fld>
          </a:p>
        </p:txBody>
      </p:sp>
      <p:sp>
        <p:nvSpPr>
          <p:cNvPr id="6" name="PlaceHolder 5"/>
          <p:cNvSpPr>
            <a:spLocks noGrp="1"/>
          </p:cNvSpPr>
          <p:nvPr>
            <p:ph type="dt" idx="93"/>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9">
    <p:spTree>
      <p:nvGrpSpPr>
        <p:cNvPr id="1" name=""/>
        <p:cNvGrpSpPr/>
        <p:nvPr/>
      </p:nvGrpSpPr>
      <p:grpSpPr>
        <a:xfrm>
          <a:off x="0" y="0"/>
          <a:ext cx="0" cy="0"/>
          <a:chOff x="0" y="0"/>
          <a:chExt cx="0" cy="0"/>
        </a:xfrm>
      </p:grpSpPr>
      <p:sp>
        <p:nvSpPr>
          <p:cNvPr id="31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9"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0"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94"/>
          </p:nvPr>
        </p:nvSpPr>
        <p:spPr/>
        <p:txBody>
          <a:bodyPr/>
          <a:p>
            <a:r>
              <a:t>Footer</a:t>
            </a:r>
          </a:p>
        </p:txBody>
      </p:sp>
      <p:sp>
        <p:nvSpPr>
          <p:cNvPr id="6" name="PlaceHolder 5"/>
          <p:cNvSpPr>
            <a:spLocks noGrp="1"/>
          </p:cNvSpPr>
          <p:nvPr>
            <p:ph type="sldNum" idx="95"/>
          </p:nvPr>
        </p:nvSpPr>
        <p:spPr/>
        <p:txBody>
          <a:bodyPr/>
          <a:p>
            <a:fld id="{004E1CF6-90EC-4D7E-9260-08D4E25EA98A}" type="slidenum">
              <a:t>&lt;#&gt;</a:t>
            </a:fld>
          </a:p>
        </p:txBody>
      </p:sp>
      <p:sp>
        <p:nvSpPr>
          <p:cNvPr id="7" name="PlaceHolder 6"/>
          <p:cNvSpPr>
            <a:spLocks noGrp="1"/>
          </p:cNvSpPr>
          <p:nvPr>
            <p:ph type="dt" idx="96"/>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0">
    <p:spTree>
      <p:nvGrpSpPr>
        <p:cNvPr id="1" name=""/>
        <p:cNvGrpSpPr/>
        <p:nvPr/>
      </p:nvGrpSpPr>
      <p:grpSpPr>
        <a:xfrm>
          <a:off x="0" y="0"/>
          <a:ext cx="0" cy="0"/>
          <a:chOff x="0" y="0"/>
          <a:chExt cx="0" cy="0"/>
        </a:xfrm>
      </p:grpSpPr>
      <p:sp>
        <p:nvSpPr>
          <p:cNvPr id="32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97"/>
          </p:nvPr>
        </p:nvSpPr>
        <p:spPr/>
        <p:txBody>
          <a:bodyPr/>
          <a:p>
            <a:r>
              <a:t>Footer</a:t>
            </a:r>
          </a:p>
        </p:txBody>
      </p:sp>
      <p:sp>
        <p:nvSpPr>
          <p:cNvPr id="4" name="PlaceHolder 3"/>
          <p:cNvSpPr>
            <a:spLocks noGrp="1"/>
          </p:cNvSpPr>
          <p:nvPr>
            <p:ph type="sldNum" idx="98"/>
          </p:nvPr>
        </p:nvSpPr>
        <p:spPr/>
        <p:txBody>
          <a:bodyPr/>
          <a:p>
            <a:fld id="{BDA2F5C2-D546-4D95-BC4B-D28045FE061B}" type="slidenum">
              <a:t>&lt;#&gt;</a:t>
            </a:fld>
          </a:p>
        </p:txBody>
      </p:sp>
      <p:sp>
        <p:nvSpPr>
          <p:cNvPr id="5" name="PlaceHolder 4"/>
          <p:cNvSpPr>
            <a:spLocks noGrp="1"/>
          </p:cNvSpPr>
          <p:nvPr>
            <p:ph type="dt" idx="9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21">
    <p:spTree>
      <p:nvGrpSpPr>
        <p:cNvPr id="1" name=""/>
        <p:cNvGrpSpPr/>
        <p:nvPr/>
      </p:nvGrpSpPr>
      <p:grpSpPr>
        <a:xfrm>
          <a:off x="0" y="0"/>
          <a:ext cx="0" cy="0"/>
          <a:chOff x="0" y="0"/>
          <a:chExt cx="0" cy="0"/>
        </a:xfrm>
      </p:grpSpPr>
      <p:sp>
        <p:nvSpPr>
          <p:cNvPr id="2" name="PlaceHolder 1"/>
          <p:cNvSpPr>
            <a:spLocks noGrp="1"/>
          </p:cNvSpPr>
          <p:nvPr>
            <p:ph type="ftr" idx="100"/>
          </p:nvPr>
        </p:nvSpPr>
        <p:spPr/>
        <p:txBody>
          <a:bodyPr/>
          <a:p>
            <a:r>
              <a:t>Footer</a:t>
            </a:r>
          </a:p>
        </p:txBody>
      </p:sp>
      <p:sp>
        <p:nvSpPr>
          <p:cNvPr id="3" name="PlaceHolder 2"/>
          <p:cNvSpPr>
            <a:spLocks noGrp="1"/>
          </p:cNvSpPr>
          <p:nvPr>
            <p:ph type="sldNum" idx="101"/>
          </p:nvPr>
        </p:nvSpPr>
        <p:spPr/>
        <p:txBody>
          <a:bodyPr/>
          <a:p>
            <a:fld id="{890EF9B6-FD0E-4ABE-ACDC-1008FA12B00B}" type="slidenum">
              <a:t>&lt;#&gt;</a:t>
            </a:fld>
          </a:p>
        </p:txBody>
      </p:sp>
      <p:sp>
        <p:nvSpPr>
          <p:cNvPr id="4" name="PlaceHolder 3"/>
          <p:cNvSpPr>
            <a:spLocks noGrp="1"/>
          </p:cNvSpPr>
          <p:nvPr>
            <p:ph type="dt" idx="102"/>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2">
    <p:spTree>
      <p:nvGrpSpPr>
        <p:cNvPr id="1" name=""/>
        <p:cNvGrpSpPr/>
        <p:nvPr/>
      </p:nvGrpSpPr>
      <p:grpSpPr>
        <a:xfrm>
          <a:off x="0" y="0"/>
          <a:ext cx="0" cy="0"/>
          <a:chOff x="0" y="0"/>
          <a:chExt cx="0" cy="0"/>
        </a:xfrm>
      </p:grpSpPr>
      <p:sp>
        <p:nvSpPr>
          <p:cNvPr id="34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3"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4"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5"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3"/>
          </p:nvPr>
        </p:nvSpPr>
        <p:spPr/>
        <p:txBody>
          <a:bodyPr/>
          <a:p>
            <a:r>
              <a:t>Footer</a:t>
            </a:r>
          </a:p>
        </p:txBody>
      </p:sp>
      <p:sp>
        <p:nvSpPr>
          <p:cNvPr id="7" name="PlaceHolder 6"/>
          <p:cNvSpPr>
            <a:spLocks noGrp="1"/>
          </p:cNvSpPr>
          <p:nvPr>
            <p:ph type="sldNum" idx="104"/>
          </p:nvPr>
        </p:nvSpPr>
        <p:spPr/>
        <p:txBody>
          <a:bodyPr/>
          <a:p>
            <a:fld id="{34C287E7-0DC4-4F60-9760-EF6F07422AED}" type="slidenum">
              <a:t>&lt;#&gt;</a:t>
            </a:fld>
          </a:p>
        </p:txBody>
      </p:sp>
      <p:sp>
        <p:nvSpPr>
          <p:cNvPr id="8" name="PlaceHolder 7"/>
          <p:cNvSpPr>
            <a:spLocks noGrp="1"/>
          </p:cNvSpPr>
          <p:nvPr>
            <p:ph type="dt" idx="105"/>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3">
    <p:spTree>
      <p:nvGrpSpPr>
        <p:cNvPr id="1" name=""/>
        <p:cNvGrpSpPr/>
        <p:nvPr/>
      </p:nvGrpSpPr>
      <p:grpSpPr>
        <a:xfrm>
          <a:off x="0" y="0"/>
          <a:ext cx="0" cy="0"/>
          <a:chOff x="0" y="0"/>
          <a:chExt cx="0" cy="0"/>
        </a:xfrm>
      </p:grpSpPr>
      <p:sp>
        <p:nvSpPr>
          <p:cNvPr id="35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6"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7"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8"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6"/>
          </p:nvPr>
        </p:nvSpPr>
        <p:spPr/>
        <p:txBody>
          <a:bodyPr/>
          <a:p>
            <a:r>
              <a:t>Footer</a:t>
            </a:r>
          </a:p>
        </p:txBody>
      </p:sp>
      <p:sp>
        <p:nvSpPr>
          <p:cNvPr id="7" name="PlaceHolder 6"/>
          <p:cNvSpPr>
            <a:spLocks noGrp="1"/>
          </p:cNvSpPr>
          <p:nvPr>
            <p:ph type="sldNum" idx="107"/>
          </p:nvPr>
        </p:nvSpPr>
        <p:spPr/>
        <p:txBody>
          <a:bodyPr/>
          <a:p>
            <a:fld id="{744CEED5-D54A-45D3-B373-F54B0351BD14}" type="slidenum">
              <a:t>&lt;#&gt;</a:t>
            </a:fld>
          </a:p>
        </p:txBody>
      </p:sp>
      <p:sp>
        <p:nvSpPr>
          <p:cNvPr id="8" name="PlaceHolder 7"/>
          <p:cNvSpPr>
            <a:spLocks noGrp="1"/>
          </p:cNvSpPr>
          <p:nvPr>
            <p:ph type="dt" idx="108"/>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4">
    <p:spTree>
      <p:nvGrpSpPr>
        <p:cNvPr id="1" name=""/>
        <p:cNvGrpSpPr/>
        <p:nvPr/>
      </p:nvGrpSpPr>
      <p:grpSpPr>
        <a:xfrm>
          <a:off x="0" y="0"/>
          <a:ext cx="0" cy="0"/>
          <a:chOff x="0" y="0"/>
          <a:chExt cx="0" cy="0"/>
        </a:xfrm>
      </p:grpSpPr>
      <p:sp>
        <p:nvSpPr>
          <p:cNvPr id="36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9"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0"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1"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9"/>
          </p:nvPr>
        </p:nvSpPr>
        <p:spPr/>
        <p:txBody>
          <a:bodyPr/>
          <a:p>
            <a:r>
              <a:t>Footer</a:t>
            </a:r>
          </a:p>
        </p:txBody>
      </p:sp>
      <p:sp>
        <p:nvSpPr>
          <p:cNvPr id="7" name="PlaceHolder 6"/>
          <p:cNvSpPr>
            <a:spLocks noGrp="1"/>
          </p:cNvSpPr>
          <p:nvPr>
            <p:ph type="sldNum" idx="110"/>
          </p:nvPr>
        </p:nvSpPr>
        <p:spPr/>
        <p:txBody>
          <a:bodyPr/>
          <a:p>
            <a:fld id="{E1DBDD9F-E964-43E6-8030-B24900C3B558}" type="slidenum">
              <a:t>&lt;#&gt;</a:t>
            </a:fld>
          </a:p>
        </p:txBody>
      </p:sp>
      <p:sp>
        <p:nvSpPr>
          <p:cNvPr id="8" name="PlaceHolder 7"/>
          <p:cNvSpPr>
            <a:spLocks noGrp="1"/>
          </p:cNvSpPr>
          <p:nvPr>
            <p:ph type="dt" idx="111"/>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5">
    <p:spTree>
      <p:nvGrpSpPr>
        <p:cNvPr id="1" name=""/>
        <p:cNvGrpSpPr/>
        <p:nvPr/>
      </p:nvGrpSpPr>
      <p:grpSpPr>
        <a:xfrm>
          <a:off x="0" y="0"/>
          <a:ext cx="0" cy="0"/>
          <a:chOff x="0" y="0"/>
          <a:chExt cx="0" cy="0"/>
        </a:xfrm>
      </p:grpSpPr>
      <p:sp>
        <p:nvSpPr>
          <p:cNvPr id="38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1"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2"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12"/>
          </p:nvPr>
        </p:nvSpPr>
        <p:spPr/>
        <p:txBody>
          <a:bodyPr/>
          <a:p>
            <a:r>
              <a:t>Footer</a:t>
            </a:r>
          </a:p>
        </p:txBody>
      </p:sp>
      <p:sp>
        <p:nvSpPr>
          <p:cNvPr id="6" name="PlaceHolder 5"/>
          <p:cNvSpPr>
            <a:spLocks noGrp="1"/>
          </p:cNvSpPr>
          <p:nvPr>
            <p:ph type="sldNum" idx="113"/>
          </p:nvPr>
        </p:nvSpPr>
        <p:spPr/>
        <p:txBody>
          <a:bodyPr/>
          <a:p>
            <a:fld id="{C84D8F44-89A3-45E0-8F96-8D83A092FF4B}" type="slidenum">
              <a:t>&lt;#&gt;</a:t>
            </a:fld>
          </a:p>
        </p:txBody>
      </p:sp>
      <p:sp>
        <p:nvSpPr>
          <p:cNvPr id="7" name="PlaceHolder 6"/>
          <p:cNvSpPr>
            <a:spLocks noGrp="1"/>
          </p:cNvSpPr>
          <p:nvPr>
            <p:ph type="dt" idx="114"/>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6">
    <p:spTree>
      <p:nvGrpSpPr>
        <p:cNvPr id="1" name=""/>
        <p:cNvGrpSpPr/>
        <p:nvPr/>
      </p:nvGrpSpPr>
      <p:grpSpPr>
        <a:xfrm>
          <a:off x="0" y="0"/>
          <a:ext cx="0" cy="0"/>
          <a:chOff x="0" y="0"/>
          <a:chExt cx="0" cy="0"/>
        </a:xfrm>
      </p:grpSpPr>
      <p:sp>
        <p:nvSpPr>
          <p:cNvPr id="39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6"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7"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15"/>
          </p:nvPr>
        </p:nvSpPr>
        <p:spPr/>
        <p:txBody>
          <a:bodyPr/>
          <a:p>
            <a:r>
              <a:t>Footer</a:t>
            </a:r>
          </a:p>
        </p:txBody>
      </p:sp>
      <p:sp>
        <p:nvSpPr>
          <p:cNvPr id="8" name="PlaceHolder 7"/>
          <p:cNvSpPr>
            <a:spLocks noGrp="1"/>
          </p:cNvSpPr>
          <p:nvPr>
            <p:ph type="sldNum" idx="116"/>
          </p:nvPr>
        </p:nvSpPr>
        <p:spPr/>
        <p:txBody>
          <a:bodyPr/>
          <a:p>
            <a:fld id="{736F11CB-2D41-4908-9E56-822D691CF796}" type="slidenum">
              <a:t>&lt;#&gt;</a:t>
            </a:fld>
          </a:p>
        </p:txBody>
      </p:sp>
      <p:sp>
        <p:nvSpPr>
          <p:cNvPr id="9" name="PlaceHolder 8"/>
          <p:cNvSpPr>
            <a:spLocks noGrp="1"/>
          </p:cNvSpPr>
          <p:nvPr>
            <p:ph type="dt" idx="117"/>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7">
    <p:spTree>
      <p:nvGrpSpPr>
        <p:cNvPr id="1" name=""/>
        <p:cNvGrpSpPr/>
        <p:nvPr/>
      </p:nvGrpSpPr>
      <p:grpSpPr>
        <a:xfrm>
          <a:off x="0" y="0"/>
          <a:ext cx="0" cy="0"/>
          <a:chOff x="0" y="0"/>
          <a:chExt cx="0" cy="0"/>
        </a:xfrm>
      </p:grpSpPr>
      <p:sp>
        <p:nvSpPr>
          <p:cNvPr id="2" name="PlaceHolder 1"/>
          <p:cNvSpPr>
            <a:spLocks noGrp="1"/>
          </p:cNvSpPr>
          <p:nvPr>
            <p:ph type="ftr" idx="118"/>
          </p:nvPr>
        </p:nvSpPr>
        <p:spPr/>
        <p:txBody>
          <a:bodyPr/>
          <a:p>
            <a:r>
              <a:t>Footer</a:t>
            </a:r>
          </a:p>
        </p:txBody>
      </p:sp>
      <p:sp>
        <p:nvSpPr>
          <p:cNvPr id="3" name="PlaceHolder 2"/>
          <p:cNvSpPr>
            <a:spLocks noGrp="1"/>
          </p:cNvSpPr>
          <p:nvPr>
            <p:ph type="sldNum" idx="119"/>
          </p:nvPr>
        </p:nvSpPr>
        <p:spPr/>
        <p:txBody>
          <a:bodyPr/>
          <a:p>
            <a:fld id="{663B3CD8-A5E7-46FB-85F8-0937F7B8E502}" type="slidenum">
              <a:t>&lt;#&gt;</a:t>
            </a:fld>
          </a:p>
        </p:txBody>
      </p:sp>
      <p:sp>
        <p:nvSpPr>
          <p:cNvPr id="4" name="PlaceHolder 3"/>
          <p:cNvSpPr>
            <a:spLocks noGrp="1"/>
          </p:cNvSpPr>
          <p:nvPr>
            <p:ph type="dt" idx="12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spTree>
      <p:nvGrpSpPr>
        <p:cNvPr id="1" name=""/>
        <p:cNvGrpSpPr/>
        <p:nvPr/>
      </p:nvGrpSpPr>
      <p:grpSpPr>
        <a:xfrm>
          <a:off x="0" y="0"/>
          <a:ext cx="0" cy="0"/>
          <a:chOff x="0" y="0"/>
          <a:chExt cx="0" cy="0"/>
        </a:xfrm>
      </p:grpSpPr>
      <p:sp>
        <p:nvSpPr>
          <p:cNvPr id="2" name="PlaceHolder 1"/>
          <p:cNvSpPr>
            <a:spLocks noGrp="1"/>
          </p:cNvSpPr>
          <p:nvPr>
            <p:ph type="ftr" idx="121"/>
          </p:nvPr>
        </p:nvSpPr>
        <p:spPr/>
        <p:txBody>
          <a:bodyPr/>
          <a:p>
            <a:r>
              <a:t>Footer</a:t>
            </a:r>
          </a:p>
        </p:txBody>
      </p:sp>
      <p:sp>
        <p:nvSpPr>
          <p:cNvPr id="3" name="PlaceHolder 2"/>
          <p:cNvSpPr>
            <a:spLocks noGrp="1"/>
          </p:cNvSpPr>
          <p:nvPr>
            <p:ph type="sldNum" idx="122"/>
          </p:nvPr>
        </p:nvSpPr>
        <p:spPr/>
        <p:txBody>
          <a:bodyPr/>
          <a:p>
            <a:fld id="{A756493F-C32B-4BC9-9F66-11127D2DF3A8}" type="slidenum">
              <a:t>&lt;#&gt;</a:t>
            </a:fld>
          </a:p>
        </p:txBody>
      </p:sp>
      <p:sp>
        <p:nvSpPr>
          <p:cNvPr id="4" name="PlaceHolder 3"/>
          <p:cNvSpPr>
            <a:spLocks noGrp="1"/>
          </p:cNvSpPr>
          <p:nvPr>
            <p:ph type="dt" idx="123"/>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9">
    <p:spTree>
      <p:nvGrpSpPr>
        <p:cNvPr id="1" name=""/>
        <p:cNvGrpSpPr/>
        <p:nvPr/>
      </p:nvGrpSpPr>
      <p:grpSpPr>
        <a:xfrm>
          <a:off x="0" y="0"/>
          <a:ext cx="0" cy="0"/>
          <a:chOff x="0" y="0"/>
          <a:chExt cx="0" cy="0"/>
        </a:xfrm>
      </p:grpSpPr>
      <p:sp>
        <p:nvSpPr>
          <p:cNvPr id="42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4"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24"/>
          </p:nvPr>
        </p:nvSpPr>
        <p:spPr/>
        <p:txBody>
          <a:bodyPr/>
          <a:p>
            <a:r>
              <a:t>Footer</a:t>
            </a:r>
          </a:p>
        </p:txBody>
      </p:sp>
      <p:sp>
        <p:nvSpPr>
          <p:cNvPr id="5" name="PlaceHolder 4"/>
          <p:cNvSpPr>
            <a:spLocks noGrp="1"/>
          </p:cNvSpPr>
          <p:nvPr>
            <p:ph type="sldNum" idx="125"/>
          </p:nvPr>
        </p:nvSpPr>
        <p:spPr/>
        <p:txBody>
          <a:bodyPr/>
          <a:p>
            <a:fld id="{B1E26C9D-A640-42B2-9955-6706CD442B81}" type="slidenum">
              <a:t>&lt;#&gt;</a:t>
            </a:fld>
          </a:p>
        </p:txBody>
      </p:sp>
      <p:sp>
        <p:nvSpPr>
          <p:cNvPr id="6" name="PlaceHolder 5"/>
          <p:cNvSpPr>
            <a:spLocks noGrp="1"/>
          </p:cNvSpPr>
          <p:nvPr>
            <p:ph type="dt" idx="126"/>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0">
    <p:spTree>
      <p:nvGrpSpPr>
        <p:cNvPr id="1" name=""/>
        <p:cNvGrpSpPr/>
        <p:nvPr/>
      </p:nvGrpSpPr>
      <p:grpSpPr>
        <a:xfrm>
          <a:off x="0" y="0"/>
          <a:ext cx="0" cy="0"/>
          <a:chOff x="0" y="0"/>
          <a:chExt cx="0" cy="0"/>
        </a:xfrm>
      </p:grpSpPr>
      <p:sp>
        <p:nvSpPr>
          <p:cNvPr id="43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33"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27"/>
          </p:nvPr>
        </p:nvSpPr>
        <p:spPr/>
        <p:txBody>
          <a:bodyPr/>
          <a:p>
            <a:r>
              <a:t>Footer</a:t>
            </a:r>
          </a:p>
        </p:txBody>
      </p:sp>
      <p:sp>
        <p:nvSpPr>
          <p:cNvPr id="5" name="PlaceHolder 4"/>
          <p:cNvSpPr>
            <a:spLocks noGrp="1"/>
          </p:cNvSpPr>
          <p:nvPr>
            <p:ph type="sldNum" idx="128"/>
          </p:nvPr>
        </p:nvSpPr>
        <p:spPr/>
        <p:txBody>
          <a:bodyPr/>
          <a:p>
            <a:fld id="{D9993235-B13D-4D99-B35C-12AB35BBF5E0}" type="slidenum">
              <a:t>&lt;#&gt;</a:t>
            </a:fld>
          </a:p>
        </p:txBody>
      </p:sp>
      <p:sp>
        <p:nvSpPr>
          <p:cNvPr id="6" name="PlaceHolder 5"/>
          <p:cNvSpPr>
            <a:spLocks noGrp="1"/>
          </p:cNvSpPr>
          <p:nvPr>
            <p:ph type="dt" idx="129"/>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1">
    <p:spTree>
      <p:nvGrpSpPr>
        <p:cNvPr id="1" name=""/>
        <p:cNvGrpSpPr/>
        <p:nvPr/>
      </p:nvGrpSpPr>
      <p:grpSpPr>
        <a:xfrm>
          <a:off x="0" y="0"/>
          <a:ext cx="0" cy="0"/>
          <a:chOff x="0" y="0"/>
          <a:chExt cx="0" cy="0"/>
        </a:xfrm>
      </p:grpSpPr>
      <p:sp>
        <p:nvSpPr>
          <p:cNvPr id="44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3"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4"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30"/>
          </p:nvPr>
        </p:nvSpPr>
        <p:spPr/>
        <p:txBody>
          <a:bodyPr/>
          <a:p>
            <a:r>
              <a:t>Footer</a:t>
            </a:r>
          </a:p>
        </p:txBody>
      </p:sp>
      <p:sp>
        <p:nvSpPr>
          <p:cNvPr id="6" name="PlaceHolder 5"/>
          <p:cNvSpPr>
            <a:spLocks noGrp="1"/>
          </p:cNvSpPr>
          <p:nvPr>
            <p:ph type="sldNum" idx="131"/>
          </p:nvPr>
        </p:nvSpPr>
        <p:spPr/>
        <p:txBody>
          <a:bodyPr/>
          <a:p>
            <a:fld id="{73A744F4-9D03-4A06-B769-E0A1D603DC30}" type="slidenum">
              <a:t>&lt;#&gt;</a:t>
            </a:fld>
          </a:p>
        </p:txBody>
      </p:sp>
      <p:sp>
        <p:nvSpPr>
          <p:cNvPr id="7" name="PlaceHolder 6"/>
          <p:cNvSpPr>
            <a:spLocks noGrp="1"/>
          </p:cNvSpPr>
          <p:nvPr>
            <p:ph type="dt" idx="132"/>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2">
    <p:spTree>
      <p:nvGrpSpPr>
        <p:cNvPr id="1" name=""/>
        <p:cNvGrpSpPr/>
        <p:nvPr/>
      </p:nvGrpSpPr>
      <p:grpSpPr>
        <a:xfrm>
          <a:off x="0" y="0"/>
          <a:ext cx="0" cy="0"/>
          <a:chOff x="0" y="0"/>
          <a:chExt cx="0" cy="0"/>
        </a:xfrm>
      </p:grpSpPr>
      <p:sp>
        <p:nvSpPr>
          <p:cNvPr id="45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3"/>
          </p:nvPr>
        </p:nvSpPr>
        <p:spPr/>
        <p:txBody>
          <a:bodyPr/>
          <a:p>
            <a:r>
              <a:t>Footer</a:t>
            </a:r>
          </a:p>
        </p:txBody>
      </p:sp>
      <p:sp>
        <p:nvSpPr>
          <p:cNvPr id="4" name="PlaceHolder 3"/>
          <p:cNvSpPr>
            <a:spLocks noGrp="1"/>
          </p:cNvSpPr>
          <p:nvPr>
            <p:ph type="sldNum" idx="134"/>
          </p:nvPr>
        </p:nvSpPr>
        <p:spPr/>
        <p:txBody>
          <a:bodyPr/>
          <a:p>
            <a:fld id="{49B34BD8-60E7-43C3-8725-977689790694}" type="slidenum">
              <a:t>&lt;#&gt;</a:t>
            </a:fld>
          </a:p>
        </p:txBody>
      </p:sp>
      <p:sp>
        <p:nvSpPr>
          <p:cNvPr id="5" name="PlaceHolder 4"/>
          <p:cNvSpPr>
            <a:spLocks noGrp="1"/>
          </p:cNvSpPr>
          <p:nvPr>
            <p:ph type="dt" idx="135"/>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33">
    <p:spTree>
      <p:nvGrpSpPr>
        <p:cNvPr id="1" name=""/>
        <p:cNvGrpSpPr/>
        <p:nvPr/>
      </p:nvGrpSpPr>
      <p:grpSpPr>
        <a:xfrm>
          <a:off x="0" y="0"/>
          <a:ext cx="0" cy="0"/>
          <a:chOff x="0" y="0"/>
          <a:chExt cx="0" cy="0"/>
        </a:xfrm>
      </p:grpSpPr>
      <p:sp>
        <p:nvSpPr>
          <p:cNvPr id="2" name="PlaceHolder 1"/>
          <p:cNvSpPr>
            <a:spLocks noGrp="1"/>
          </p:cNvSpPr>
          <p:nvPr>
            <p:ph type="ftr" idx="136"/>
          </p:nvPr>
        </p:nvSpPr>
        <p:spPr/>
        <p:txBody>
          <a:bodyPr/>
          <a:p>
            <a:r>
              <a:t>Footer</a:t>
            </a:r>
          </a:p>
        </p:txBody>
      </p:sp>
      <p:sp>
        <p:nvSpPr>
          <p:cNvPr id="3" name="PlaceHolder 2"/>
          <p:cNvSpPr>
            <a:spLocks noGrp="1"/>
          </p:cNvSpPr>
          <p:nvPr>
            <p:ph type="sldNum" idx="137"/>
          </p:nvPr>
        </p:nvSpPr>
        <p:spPr/>
        <p:txBody>
          <a:bodyPr/>
          <a:p>
            <a:fld id="{6038741C-B53E-4348-AAA7-3C2336F8B7E7}" type="slidenum">
              <a:t>&lt;#&gt;</a:t>
            </a:fld>
          </a:p>
        </p:txBody>
      </p:sp>
      <p:sp>
        <p:nvSpPr>
          <p:cNvPr id="4" name="PlaceHolder 3"/>
          <p:cNvSpPr>
            <a:spLocks noGrp="1"/>
          </p:cNvSpPr>
          <p:nvPr>
            <p:ph type="dt" idx="138"/>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34">
    <p:spTree>
      <p:nvGrpSpPr>
        <p:cNvPr id="1" name=""/>
        <p:cNvGrpSpPr/>
        <p:nvPr/>
      </p:nvGrpSpPr>
      <p:grpSpPr>
        <a:xfrm>
          <a:off x="0" y="0"/>
          <a:ext cx="0" cy="0"/>
          <a:chOff x="0" y="0"/>
          <a:chExt cx="0" cy="0"/>
        </a:xfrm>
      </p:grpSpPr>
      <p:sp>
        <p:nvSpPr>
          <p:cNvPr id="46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67"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8"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9"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39"/>
          </p:nvPr>
        </p:nvSpPr>
        <p:spPr/>
        <p:txBody>
          <a:bodyPr/>
          <a:p>
            <a:r>
              <a:t>Footer</a:t>
            </a:r>
          </a:p>
        </p:txBody>
      </p:sp>
      <p:sp>
        <p:nvSpPr>
          <p:cNvPr id="7" name="PlaceHolder 6"/>
          <p:cNvSpPr>
            <a:spLocks noGrp="1"/>
          </p:cNvSpPr>
          <p:nvPr>
            <p:ph type="sldNum" idx="140"/>
          </p:nvPr>
        </p:nvSpPr>
        <p:spPr/>
        <p:txBody>
          <a:bodyPr/>
          <a:p>
            <a:fld id="{835CBA02-7A5E-4E06-9954-ED9D3D41897E}" type="slidenum">
              <a:t>&lt;#&gt;</a:t>
            </a:fld>
          </a:p>
        </p:txBody>
      </p:sp>
      <p:sp>
        <p:nvSpPr>
          <p:cNvPr id="8" name="PlaceHolder 7"/>
          <p:cNvSpPr>
            <a:spLocks noGrp="1"/>
          </p:cNvSpPr>
          <p:nvPr>
            <p:ph type="dt" idx="141"/>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35">
    <p:spTree>
      <p:nvGrpSpPr>
        <p:cNvPr id="1" name=""/>
        <p:cNvGrpSpPr/>
        <p:nvPr/>
      </p:nvGrpSpPr>
      <p:grpSpPr>
        <a:xfrm>
          <a:off x="0" y="0"/>
          <a:ext cx="0" cy="0"/>
          <a:chOff x="0" y="0"/>
          <a:chExt cx="0" cy="0"/>
        </a:xfrm>
      </p:grpSpPr>
      <p:sp>
        <p:nvSpPr>
          <p:cNvPr id="47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80"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2"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42"/>
          </p:nvPr>
        </p:nvSpPr>
        <p:spPr/>
        <p:txBody>
          <a:bodyPr/>
          <a:p>
            <a:r>
              <a:t>Footer</a:t>
            </a:r>
          </a:p>
        </p:txBody>
      </p:sp>
      <p:sp>
        <p:nvSpPr>
          <p:cNvPr id="7" name="PlaceHolder 6"/>
          <p:cNvSpPr>
            <a:spLocks noGrp="1"/>
          </p:cNvSpPr>
          <p:nvPr>
            <p:ph type="sldNum" idx="143"/>
          </p:nvPr>
        </p:nvSpPr>
        <p:spPr/>
        <p:txBody>
          <a:bodyPr/>
          <a:p>
            <a:fld id="{CC5DBF87-0AE2-4D65-8CEA-38EE7B8C8F6F}" type="slidenum">
              <a:t>&lt;#&gt;</a:t>
            </a:fld>
          </a:p>
        </p:txBody>
      </p:sp>
      <p:sp>
        <p:nvSpPr>
          <p:cNvPr id="8" name="PlaceHolder 7"/>
          <p:cNvSpPr>
            <a:spLocks noGrp="1"/>
          </p:cNvSpPr>
          <p:nvPr>
            <p:ph type="dt" idx="144"/>
          </p:nvPr>
        </p:nvSpPr>
        <p:spPr/>
        <p:txBody>
          <a:bodyPr/>
          <a:p>
            <a:r>
              <a:rPr lang="en-U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36">
    <p:spTree>
      <p:nvGrpSpPr>
        <p:cNvPr id="1" name=""/>
        <p:cNvGrpSpPr/>
        <p:nvPr/>
      </p:nvGrpSpPr>
      <p:grpSpPr>
        <a:xfrm>
          <a:off x="0" y="0"/>
          <a:ext cx="0" cy="0"/>
          <a:chOff x="0" y="0"/>
          <a:chExt cx="0" cy="0"/>
        </a:xfrm>
      </p:grpSpPr>
      <p:sp>
        <p:nvSpPr>
          <p:cNvPr id="49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1"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2"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3"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45"/>
          </p:nvPr>
        </p:nvSpPr>
        <p:spPr/>
        <p:txBody>
          <a:bodyPr/>
          <a:p>
            <a:r>
              <a:t>Footer</a:t>
            </a:r>
          </a:p>
        </p:txBody>
      </p:sp>
      <p:sp>
        <p:nvSpPr>
          <p:cNvPr id="7" name="PlaceHolder 6"/>
          <p:cNvSpPr>
            <a:spLocks noGrp="1"/>
          </p:cNvSpPr>
          <p:nvPr>
            <p:ph type="sldNum" idx="146"/>
          </p:nvPr>
        </p:nvSpPr>
        <p:spPr/>
        <p:txBody>
          <a:bodyPr/>
          <a:p>
            <a:fld id="{DA0B04D4-B670-4F25-BD1C-36E6F5B002CA}" type="slidenum">
              <a:t>&lt;#&gt;</a:t>
            </a:fld>
          </a:p>
        </p:txBody>
      </p:sp>
      <p:sp>
        <p:nvSpPr>
          <p:cNvPr id="8" name="PlaceHolder 7"/>
          <p:cNvSpPr>
            <a:spLocks noGrp="1"/>
          </p:cNvSpPr>
          <p:nvPr>
            <p:ph type="dt" idx="147"/>
          </p:nvPr>
        </p:nvSpPr>
        <p:spPr/>
        <p:txBody>
          <a:bodyPr/>
          <a:p>
            <a:r>
              <a:rPr lang="en-US"/>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37">
    <p:spTree>
      <p:nvGrpSpPr>
        <p:cNvPr id="1" name=""/>
        <p:cNvGrpSpPr/>
        <p:nvPr/>
      </p:nvGrpSpPr>
      <p:grpSpPr>
        <a:xfrm>
          <a:off x="0" y="0"/>
          <a:ext cx="0" cy="0"/>
          <a:chOff x="0" y="0"/>
          <a:chExt cx="0" cy="0"/>
        </a:xfrm>
      </p:grpSpPr>
      <p:sp>
        <p:nvSpPr>
          <p:cNvPr id="50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01"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02"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48"/>
          </p:nvPr>
        </p:nvSpPr>
        <p:spPr/>
        <p:txBody>
          <a:bodyPr/>
          <a:p>
            <a:r>
              <a:t>Footer</a:t>
            </a:r>
          </a:p>
        </p:txBody>
      </p:sp>
      <p:sp>
        <p:nvSpPr>
          <p:cNvPr id="6" name="PlaceHolder 5"/>
          <p:cNvSpPr>
            <a:spLocks noGrp="1"/>
          </p:cNvSpPr>
          <p:nvPr>
            <p:ph type="sldNum" idx="149"/>
          </p:nvPr>
        </p:nvSpPr>
        <p:spPr/>
        <p:txBody>
          <a:bodyPr/>
          <a:p>
            <a:fld id="{6857D08C-08A4-4922-8BAC-D849A664E78E}" type="slidenum">
              <a:t>&lt;#&gt;</a:t>
            </a:fld>
          </a:p>
        </p:txBody>
      </p:sp>
      <p:sp>
        <p:nvSpPr>
          <p:cNvPr id="7" name="PlaceHolder 6"/>
          <p:cNvSpPr>
            <a:spLocks noGrp="1"/>
          </p:cNvSpPr>
          <p:nvPr>
            <p:ph type="dt" idx="150"/>
          </p:nvPr>
        </p:nvSpPr>
        <p:spPr/>
        <p:txBody>
          <a:bodyPr/>
          <a:p>
            <a:r>
              <a:rPr lang="en-U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8">
    <p:spTree>
      <p:nvGrpSpPr>
        <p:cNvPr id="1" name=""/>
        <p:cNvGrpSpPr/>
        <p:nvPr/>
      </p:nvGrpSpPr>
      <p:grpSpPr>
        <a:xfrm>
          <a:off x="0" y="0"/>
          <a:ext cx="0" cy="0"/>
          <a:chOff x="0" y="0"/>
          <a:chExt cx="0" cy="0"/>
        </a:xfrm>
      </p:grpSpPr>
      <p:sp>
        <p:nvSpPr>
          <p:cNvPr id="51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2"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3"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4"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5"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51"/>
          </p:nvPr>
        </p:nvSpPr>
        <p:spPr/>
        <p:txBody>
          <a:bodyPr/>
          <a:p>
            <a:r>
              <a:t>Footer</a:t>
            </a:r>
          </a:p>
        </p:txBody>
      </p:sp>
      <p:sp>
        <p:nvSpPr>
          <p:cNvPr id="8" name="PlaceHolder 7"/>
          <p:cNvSpPr>
            <a:spLocks noGrp="1"/>
          </p:cNvSpPr>
          <p:nvPr>
            <p:ph type="sldNum" idx="152"/>
          </p:nvPr>
        </p:nvSpPr>
        <p:spPr/>
        <p:txBody>
          <a:bodyPr/>
          <a:p>
            <a:fld id="{1DC9A52A-3A71-428A-8A9B-BF5E06E6B782}" type="slidenum">
              <a:t>&lt;#&gt;</a:t>
            </a:fld>
          </a:p>
        </p:txBody>
      </p:sp>
      <p:sp>
        <p:nvSpPr>
          <p:cNvPr id="9" name="PlaceHolder 8"/>
          <p:cNvSpPr>
            <a:spLocks noGrp="1"/>
          </p:cNvSpPr>
          <p:nvPr>
            <p:ph type="dt" idx="153"/>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9">
    <p:spTree>
      <p:nvGrpSpPr>
        <p:cNvPr id="1" name=""/>
        <p:cNvGrpSpPr/>
        <p:nvPr/>
      </p:nvGrpSpPr>
      <p:grpSpPr>
        <a:xfrm>
          <a:off x="0" y="0"/>
          <a:ext cx="0" cy="0"/>
          <a:chOff x="0" y="0"/>
          <a:chExt cx="0" cy="0"/>
        </a:xfrm>
      </p:grpSpPr>
      <p:sp>
        <p:nvSpPr>
          <p:cNvPr id="2" name="PlaceHolder 1"/>
          <p:cNvSpPr>
            <a:spLocks noGrp="1"/>
          </p:cNvSpPr>
          <p:nvPr>
            <p:ph type="ftr" idx="154"/>
          </p:nvPr>
        </p:nvSpPr>
        <p:spPr/>
        <p:txBody>
          <a:bodyPr/>
          <a:p>
            <a:r>
              <a:t>Footer</a:t>
            </a:r>
          </a:p>
        </p:txBody>
      </p:sp>
      <p:sp>
        <p:nvSpPr>
          <p:cNvPr id="3" name="PlaceHolder 2"/>
          <p:cNvSpPr>
            <a:spLocks noGrp="1"/>
          </p:cNvSpPr>
          <p:nvPr>
            <p:ph type="sldNum" idx="155"/>
          </p:nvPr>
        </p:nvSpPr>
        <p:spPr/>
        <p:txBody>
          <a:bodyPr/>
          <a:p>
            <a:fld id="{07AA6217-1BC5-4853-AAF9-78C605B66ACF}" type="slidenum">
              <a:t>&lt;#&gt;</a:t>
            </a:fld>
          </a:p>
        </p:txBody>
      </p:sp>
      <p:sp>
        <p:nvSpPr>
          <p:cNvPr id="4" name="PlaceHolder 3"/>
          <p:cNvSpPr>
            <a:spLocks noGrp="1"/>
          </p:cNvSpPr>
          <p:nvPr>
            <p:ph type="dt" idx="156"/>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0">
    <p:spTree>
      <p:nvGrpSpPr>
        <p:cNvPr id="1" name=""/>
        <p:cNvGrpSpPr/>
        <p:nvPr/>
      </p:nvGrpSpPr>
      <p:grpSpPr>
        <a:xfrm>
          <a:off x="0" y="0"/>
          <a:ext cx="0" cy="0"/>
          <a:chOff x="0" y="0"/>
          <a:chExt cx="0" cy="0"/>
        </a:xfrm>
      </p:grpSpPr>
      <p:sp>
        <p:nvSpPr>
          <p:cNvPr id="2" name="PlaceHolder 1"/>
          <p:cNvSpPr>
            <a:spLocks noGrp="1"/>
          </p:cNvSpPr>
          <p:nvPr>
            <p:ph type="ftr" idx="157"/>
          </p:nvPr>
        </p:nvSpPr>
        <p:spPr/>
        <p:txBody>
          <a:bodyPr/>
          <a:p>
            <a:r>
              <a:t>Footer</a:t>
            </a:r>
          </a:p>
        </p:txBody>
      </p:sp>
      <p:sp>
        <p:nvSpPr>
          <p:cNvPr id="3" name="PlaceHolder 2"/>
          <p:cNvSpPr>
            <a:spLocks noGrp="1"/>
          </p:cNvSpPr>
          <p:nvPr>
            <p:ph type="sldNum" idx="158"/>
          </p:nvPr>
        </p:nvSpPr>
        <p:spPr/>
        <p:txBody>
          <a:bodyPr/>
          <a:p>
            <a:fld id="{CD72F116-660E-47D2-AA37-E8515C4CC726}" type="slidenum">
              <a:t>&lt;#&gt;</a:t>
            </a:fld>
          </a:p>
        </p:txBody>
      </p:sp>
      <p:sp>
        <p:nvSpPr>
          <p:cNvPr id="4" name="PlaceHolder 3"/>
          <p:cNvSpPr>
            <a:spLocks noGrp="1"/>
          </p:cNvSpPr>
          <p:nvPr>
            <p:ph type="dt" idx="159"/>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1">
    <p:spTree>
      <p:nvGrpSpPr>
        <p:cNvPr id="1" name=""/>
        <p:cNvGrpSpPr/>
        <p:nvPr/>
      </p:nvGrpSpPr>
      <p:grpSpPr>
        <a:xfrm>
          <a:off x="0" y="0"/>
          <a:ext cx="0" cy="0"/>
          <a:chOff x="0" y="0"/>
          <a:chExt cx="0" cy="0"/>
        </a:xfrm>
      </p:grpSpPr>
      <p:sp>
        <p:nvSpPr>
          <p:cNvPr id="53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6"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0"/>
          </p:nvPr>
        </p:nvSpPr>
        <p:spPr/>
        <p:txBody>
          <a:bodyPr/>
          <a:p>
            <a:r>
              <a:t>Footer</a:t>
            </a:r>
          </a:p>
        </p:txBody>
      </p:sp>
      <p:sp>
        <p:nvSpPr>
          <p:cNvPr id="5" name="PlaceHolder 4"/>
          <p:cNvSpPr>
            <a:spLocks noGrp="1"/>
          </p:cNvSpPr>
          <p:nvPr>
            <p:ph type="sldNum" idx="161"/>
          </p:nvPr>
        </p:nvSpPr>
        <p:spPr/>
        <p:txBody>
          <a:bodyPr/>
          <a:p>
            <a:fld id="{6C02CC81-7AC6-416F-9AEF-8BD0C004F397}" type="slidenum">
              <a:t>&lt;#&gt;</a:t>
            </a:fld>
          </a:p>
        </p:txBody>
      </p:sp>
      <p:sp>
        <p:nvSpPr>
          <p:cNvPr id="6" name="PlaceHolder 5"/>
          <p:cNvSpPr>
            <a:spLocks noGrp="1"/>
          </p:cNvSpPr>
          <p:nvPr>
            <p:ph type="dt" idx="162"/>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2">
    <p:spTree>
      <p:nvGrpSpPr>
        <p:cNvPr id="1" name=""/>
        <p:cNvGrpSpPr/>
        <p:nvPr/>
      </p:nvGrpSpPr>
      <p:grpSpPr>
        <a:xfrm>
          <a:off x="0" y="0"/>
          <a:ext cx="0" cy="0"/>
          <a:chOff x="0" y="0"/>
          <a:chExt cx="0" cy="0"/>
        </a:xfrm>
      </p:grpSpPr>
      <p:sp>
        <p:nvSpPr>
          <p:cNvPr id="54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43"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3"/>
          </p:nvPr>
        </p:nvSpPr>
        <p:spPr/>
        <p:txBody>
          <a:bodyPr/>
          <a:p>
            <a:r>
              <a:t>Footer</a:t>
            </a:r>
          </a:p>
        </p:txBody>
      </p:sp>
      <p:sp>
        <p:nvSpPr>
          <p:cNvPr id="5" name="PlaceHolder 4"/>
          <p:cNvSpPr>
            <a:spLocks noGrp="1"/>
          </p:cNvSpPr>
          <p:nvPr>
            <p:ph type="sldNum" idx="164"/>
          </p:nvPr>
        </p:nvSpPr>
        <p:spPr/>
        <p:txBody>
          <a:bodyPr/>
          <a:p>
            <a:fld id="{B6CE68D4-7071-41C0-8B8F-7028D72D0824}" type="slidenum">
              <a:t>&lt;#&gt;</a:t>
            </a:fld>
          </a:p>
        </p:txBody>
      </p:sp>
      <p:sp>
        <p:nvSpPr>
          <p:cNvPr id="6" name="PlaceHolder 5"/>
          <p:cNvSpPr>
            <a:spLocks noGrp="1"/>
          </p:cNvSpPr>
          <p:nvPr>
            <p:ph type="dt" idx="165"/>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43">
    <p:spTree>
      <p:nvGrpSpPr>
        <p:cNvPr id="1" name=""/>
        <p:cNvGrpSpPr/>
        <p:nvPr/>
      </p:nvGrpSpPr>
      <p:grpSpPr>
        <a:xfrm>
          <a:off x="0" y="0"/>
          <a:ext cx="0" cy="0"/>
          <a:chOff x="0" y="0"/>
          <a:chExt cx="0" cy="0"/>
        </a:xfrm>
      </p:grpSpPr>
      <p:sp>
        <p:nvSpPr>
          <p:cNvPr id="55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1"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2"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6"/>
          </p:nvPr>
        </p:nvSpPr>
        <p:spPr/>
        <p:txBody>
          <a:bodyPr/>
          <a:p>
            <a:r>
              <a:t>Footer</a:t>
            </a:r>
          </a:p>
        </p:txBody>
      </p:sp>
      <p:sp>
        <p:nvSpPr>
          <p:cNvPr id="6" name="PlaceHolder 5"/>
          <p:cNvSpPr>
            <a:spLocks noGrp="1"/>
          </p:cNvSpPr>
          <p:nvPr>
            <p:ph type="sldNum" idx="167"/>
          </p:nvPr>
        </p:nvSpPr>
        <p:spPr/>
        <p:txBody>
          <a:bodyPr/>
          <a:p>
            <a:fld id="{180B4D27-B694-4ECA-A5BF-BD1B7AFE835F}" type="slidenum">
              <a:t>&lt;#&gt;</a:t>
            </a:fld>
          </a:p>
        </p:txBody>
      </p:sp>
      <p:sp>
        <p:nvSpPr>
          <p:cNvPr id="7" name="PlaceHolder 6"/>
          <p:cNvSpPr>
            <a:spLocks noGrp="1"/>
          </p:cNvSpPr>
          <p:nvPr>
            <p:ph type="dt" idx="168"/>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4">
    <p:spTree>
      <p:nvGrpSpPr>
        <p:cNvPr id="1" name=""/>
        <p:cNvGrpSpPr/>
        <p:nvPr/>
      </p:nvGrpSpPr>
      <p:grpSpPr>
        <a:xfrm>
          <a:off x="0" y="0"/>
          <a:ext cx="0" cy="0"/>
          <a:chOff x="0" y="0"/>
          <a:chExt cx="0" cy="0"/>
        </a:xfrm>
      </p:grpSpPr>
      <p:sp>
        <p:nvSpPr>
          <p:cNvPr id="55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69"/>
          </p:nvPr>
        </p:nvSpPr>
        <p:spPr/>
        <p:txBody>
          <a:bodyPr/>
          <a:p>
            <a:r>
              <a:t>Footer</a:t>
            </a:r>
          </a:p>
        </p:txBody>
      </p:sp>
      <p:sp>
        <p:nvSpPr>
          <p:cNvPr id="4" name="PlaceHolder 3"/>
          <p:cNvSpPr>
            <a:spLocks noGrp="1"/>
          </p:cNvSpPr>
          <p:nvPr>
            <p:ph type="sldNum" idx="170"/>
          </p:nvPr>
        </p:nvSpPr>
        <p:spPr/>
        <p:txBody>
          <a:bodyPr/>
          <a:p>
            <a:fld id="{EB6A329F-AA5B-421B-9AB8-CC3B37BE21C5}" type="slidenum">
              <a:t>&lt;#&gt;</a:t>
            </a:fld>
          </a:p>
        </p:txBody>
      </p:sp>
      <p:sp>
        <p:nvSpPr>
          <p:cNvPr id="5" name="PlaceHolder 4"/>
          <p:cNvSpPr>
            <a:spLocks noGrp="1"/>
          </p:cNvSpPr>
          <p:nvPr>
            <p:ph type="dt" idx="171"/>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45">
    <p:spTree>
      <p:nvGrpSpPr>
        <p:cNvPr id="1" name=""/>
        <p:cNvGrpSpPr/>
        <p:nvPr/>
      </p:nvGrpSpPr>
      <p:grpSpPr>
        <a:xfrm>
          <a:off x="0" y="0"/>
          <a:ext cx="0" cy="0"/>
          <a:chOff x="0" y="0"/>
          <a:chExt cx="0" cy="0"/>
        </a:xfrm>
      </p:grpSpPr>
      <p:sp>
        <p:nvSpPr>
          <p:cNvPr id="2" name="PlaceHolder 1"/>
          <p:cNvSpPr>
            <a:spLocks noGrp="1"/>
          </p:cNvSpPr>
          <p:nvPr>
            <p:ph type="ftr" idx="172"/>
          </p:nvPr>
        </p:nvSpPr>
        <p:spPr/>
        <p:txBody>
          <a:bodyPr/>
          <a:p>
            <a:r>
              <a:t>Footer</a:t>
            </a:r>
          </a:p>
        </p:txBody>
      </p:sp>
      <p:sp>
        <p:nvSpPr>
          <p:cNvPr id="3" name="PlaceHolder 2"/>
          <p:cNvSpPr>
            <a:spLocks noGrp="1"/>
          </p:cNvSpPr>
          <p:nvPr>
            <p:ph type="sldNum" idx="173"/>
          </p:nvPr>
        </p:nvSpPr>
        <p:spPr/>
        <p:txBody>
          <a:bodyPr/>
          <a:p>
            <a:fld id="{823BAB3C-D101-400D-95C2-7C4582154CEE}" type="slidenum">
              <a:t>&lt;#&gt;</a:t>
            </a:fld>
          </a:p>
        </p:txBody>
      </p:sp>
      <p:sp>
        <p:nvSpPr>
          <p:cNvPr id="4" name="PlaceHolder 3"/>
          <p:cNvSpPr>
            <a:spLocks noGrp="1"/>
          </p:cNvSpPr>
          <p:nvPr>
            <p:ph type="dt" idx="174"/>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46">
    <p:spTree>
      <p:nvGrpSpPr>
        <p:cNvPr id="1" name=""/>
        <p:cNvGrpSpPr/>
        <p:nvPr/>
      </p:nvGrpSpPr>
      <p:grpSpPr>
        <a:xfrm>
          <a:off x="0" y="0"/>
          <a:ext cx="0" cy="0"/>
          <a:chOff x="0" y="0"/>
          <a:chExt cx="0" cy="0"/>
        </a:xfrm>
      </p:grpSpPr>
      <p:sp>
        <p:nvSpPr>
          <p:cNvPr id="56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9"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0"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1"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75"/>
          </p:nvPr>
        </p:nvSpPr>
        <p:spPr/>
        <p:txBody>
          <a:bodyPr/>
          <a:p>
            <a:r>
              <a:t>Footer</a:t>
            </a:r>
          </a:p>
        </p:txBody>
      </p:sp>
      <p:sp>
        <p:nvSpPr>
          <p:cNvPr id="7" name="PlaceHolder 6"/>
          <p:cNvSpPr>
            <a:spLocks noGrp="1"/>
          </p:cNvSpPr>
          <p:nvPr>
            <p:ph type="sldNum" idx="176"/>
          </p:nvPr>
        </p:nvSpPr>
        <p:spPr/>
        <p:txBody>
          <a:bodyPr/>
          <a:p>
            <a:fld id="{82C44F05-05DA-465F-8FF6-D36878A6E8A4}" type="slidenum">
              <a:t>&lt;#&gt;</a:t>
            </a:fld>
          </a:p>
        </p:txBody>
      </p:sp>
      <p:sp>
        <p:nvSpPr>
          <p:cNvPr id="8" name="PlaceHolder 7"/>
          <p:cNvSpPr>
            <a:spLocks noGrp="1"/>
          </p:cNvSpPr>
          <p:nvPr>
            <p:ph type="dt" idx="177"/>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47">
    <p:spTree>
      <p:nvGrpSpPr>
        <p:cNvPr id="1" name=""/>
        <p:cNvGrpSpPr/>
        <p:nvPr/>
      </p:nvGrpSpPr>
      <p:grpSpPr>
        <a:xfrm>
          <a:off x="0" y="0"/>
          <a:ext cx="0" cy="0"/>
          <a:chOff x="0" y="0"/>
          <a:chExt cx="0" cy="0"/>
        </a:xfrm>
      </p:grpSpPr>
      <p:sp>
        <p:nvSpPr>
          <p:cNvPr id="57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0"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2"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78"/>
          </p:nvPr>
        </p:nvSpPr>
        <p:spPr/>
        <p:txBody>
          <a:bodyPr/>
          <a:p>
            <a:r>
              <a:t>Footer</a:t>
            </a:r>
          </a:p>
        </p:txBody>
      </p:sp>
      <p:sp>
        <p:nvSpPr>
          <p:cNvPr id="7" name="PlaceHolder 6"/>
          <p:cNvSpPr>
            <a:spLocks noGrp="1"/>
          </p:cNvSpPr>
          <p:nvPr>
            <p:ph type="sldNum" idx="179"/>
          </p:nvPr>
        </p:nvSpPr>
        <p:spPr/>
        <p:txBody>
          <a:bodyPr/>
          <a:p>
            <a:fld id="{3D610EB0-1C85-40BB-B95F-362BB074625E}" type="slidenum">
              <a:t>&lt;#&gt;</a:t>
            </a:fld>
          </a:p>
        </p:txBody>
      </p:sp>
      <p:sp>
        <p:nvSpPr>
          <p:cNvPr id="8" name="PlaceHolder 7"/>
          <p:cNvSpPr>
            <a:spLocks noGrp="1"/>
          </p:cNvSpPr>
          <p:nvPr>
            <p:ph type="dt" idx="180"/>
          </p:nvPr>
        </p:nvSpPr>
        <p:spPr/>
        <p:txBody>
          <a:bodyPr/>
          <a:p>
            <a:r>
              <a:rPr lang="en-US"/>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48">
    <p:spTree>
      <p:nvGrpSpPr>
        <p:cNvPr id="1" name=""/>
        <p:cNvGrpSpPr/>
        <p:nvPr/>
      </p:nvGrpSpPr>
      <p:grpSpPr>
        <a:xfrm>
          <a:off x="0" y="0"/>
          <a:ext cx="0" cy="0"/>
          <a:chOff x="0" y="0"/>
          <a:chExt cx="0" cy="0"/>
        </a:xfrm>
      </p:grpSpPr>
      <p:sp>
        <p:nvSpPr>
          <p:cNvPr id="58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8"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9"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0"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49">
    <p:spTree>
      <p:nvGrpSpPr>
        <p:cNvPr id="1" name=""/>
        <p:cNvGrpSpPr/>
        <p:nvPr/>
      </p:nvGrpSpPr>
      <p:grpSpPr>
        <a:xfrm>
          <a:off x="0" y="0"/>
          <a:ext cx="0" cy="0"/>
          <a:chOff x="0" y="0"/>
          <a:chExt cx="0" cy="0"/>
        </a:xfrm>
      </p:grpSpPr>
      <p:sp>
        <p:nvSpPr>
          <p:cNvPr id="59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95"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6"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50">
    <p:spTree>
      <p:nvGrpSpPr>
        <p:cNvPr id="1" name=""/>
        <p:cNvGrpSpPr/>
        <p:nvPr/>
      </p:nvGrpSpPr>
      <p:grpSpPr>
        <a:xfrm>
          <a:off x="0" y="0"/>
          <a:ext cx="0" cy="0"/>
          <a:chOff x="0" y="0"/>
          <a:chExt cx="0" cy="0"/>
        </a:xfrm>
      </p:grpSpPr>
      <p:sp>
        <p:nvSpPr>
          <p:cNvPr id="60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3"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04"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05"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06"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1">
    <p:spTree>
      <p:nvGrpSpPr>
        <p:cNvPr id="1" name=""/>
        <p:cNvGrpSpPr/>
        <p:nvPr/>
      </p:nvGrpSpPr>
      <p:grpSpPr>
        <a:xfrm>
          <a:off x="0" y="0"/>
          <a:ext cx="0" cy="0"/>
          <a:chOff x="0" y="0"/>
          <a:chExt cx="0" cy="0"/>
        </a:xfrm>
      </p:grpSpPr>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2">
    <p:spTree>
      <p:nvGrpSpPr>
        <p:cNvPr id="1" name=""/>
        <p:cNvGrpSpPr/>
        <p:nvPr/>
      </p:nvGrpSpPr>
      <p:grpSpPr>
        <a:xfrm>
          <a:off x="0" y="0"/>
          <a:ext cx="0" cy="0"/>
          <a:chOff x="0" y="0"/>
          <a:chExt cx="0" cy="0"/>
        </a:xfrm>
      </p:grpSpPr>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3">
    <p:spTree>
      <p:nvGrpSpPr>
        <p:cNvPr id="1" name=""/>
        <p:cNvGrpSpPr/>
        <p:nvPr/>
      </p:nvGrpSpPr>
      <p:grpSpPr>
        <a:xfrm>
          <a:off x="0" y="0"/>
          <a:ext cx="0" cy="0"/>
          <a:chOff x="0" y="0"/>
          <a:chExt cx="0" cy="0"/>
        </a:xfrm>
      </p:grpSpPr>
      <p:sp>
        <p:nvSpPr>
          <p:cNvPr id="61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18"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54">
    <p:spTree>
      <p:nvGrpSpPr>
        <p:cNvPr id="1" name=""/>
        <p:cNvGrpSpPr/>
        <p:nvPr/>
      </p:nvGrpSpPr>
      <p:grpSpPr>
        <a:xfrm>
          <a:off x="0" y="0"/>
          <a:ext cx="0" cy="0"/>
          <a:chOff x="0" y="0"/>
          <a:chExt cx="0" cy="0"/>
        </a:xfrm>
      </p:grpSpPr>
      <p:sp>
        <p:nvSpPr>
          <p:cNvPr id="62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22"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55">
    <p:spTree>
      <p:nvGrpSpPr>
        <p:cNvPr id="1" name=""/>
        <p:cNvGrpSpPr/>
        <p:nvPr/>
      </p:nvGrpSpPr>
      <p:grpSpPr>
        <a:xfrm>
          <a:off x="0" y="0"/>
          <a:ext cx="0" cy="0"/>
          <a:chOff x="0" y="0"/>
          <a:chExt cx="0" cy="0"/>
        </a:xfrm>
      </p:grpSpPr>
      <p:sp>
        <p:nvSpPr>
          <p:cNvPr id="62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27"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8"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6">
    <p:spTree>
      <p:nvGrpSpPr>
        <p:cNvPr id="1" name=""/>
        <p:cNvGrpSpPr/>
        <p:nvPr/>
      </p:nvGrpSpPr>
      <p:grpSpPr>
        <a:xfrm>
          <a:off x="0" y="0"/>
          <a:ext cx="0" cy="0"/>
          <a:chOff x="0" y="0"/>
          <a:chExt cx="0" cy="0"/>
        </a:xfrm>
      </p:grpSpPr>
      <p:sp>
        <p:nvSpPr>
          <p:cNvPr id="63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57">
    <p:spTree>
      <p:nvGrpSpPr>
        <p:cNvPr id="1" name=""/>
        <p:cNvGrpSpPr/>
        <p:nvPr/>
      </p:nvGrpSpPr>
      <p:grpSpPr>
        <a:xfrm>
          <a:off x="0" y="0"/>
          <a:ext cx="0" cy="0"/>
          <a:chOff x="0" y="0"/>
          <a:chExt cx="0" cy="0"/>
        </a:xfrm>
      </p:grpSpPr>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58">
    <p:spTree>
      <p:nvGrpSpPr>
        <p:cNvPr id="1" name=""/>
        <p:cNvGrpSpPr/>
        <p:nvPr/>
      </p:nvGrpSpPr>
      <p:grpSpPr>
        <a:xfrm>
          <a:off x="0" y="0"/>
          <a:ext cx="0" cy="0"/>
          <a:chOff x="0" y="0"/>
          <a:chExt cx="0" cy="0"/>
        </a:xfrm>
      </p:grpSpPr>
      <p:sp>
        <p:nvSpPr>
          <p:cNvPr id="63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6"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7"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8"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59">
    <p:spTree>
      <p:nvGrpSpPr>
        <p:cNvPr id="1" name=""/>
        <p:cNvGrpSpPr/>
        <p:nvPr/>
      </p:nvGrpSpPr>
      <p:grpSpPr>
        <a:xfrm>
          <a:off x="0" y="0"/>
          <a:ext cx="0" cy="0"/>
          <a:chOff x="0" y="0"/>
          <a:chExt cx="0" cy="0"/>
        </a:xfrm>
      </p:grpSpPr>
      <p:sp>
        <p:nvSpPr>
          <p:cNvPr id="64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44"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6"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_">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slideLayout" Target="../slideLayouts/slideLayout49.xml"/>
</Relationships>
</file>

<file path=ppt/slideMasters/_rels/slideMaster50.xml.rels><?xml version="1.0" encoding="UTF-8"?>
<Relationships xmlns="http://schemas.openxmlformats.org/package/2006/relationships"><Relationship Id="rId1" Type="http://schemas.openxmlformats.org/officeDocument/2006/relationships/theme" Target="../theme/theme50.xml"/><Relationship Id="rId2" Type="http://schemas.openxmlformats.org/officeDocument/2006/relationships/slideLayout" Target="../slideLayouts/slideLayout50.xml"/>
</Relationships>
</file>

<file path=ppt/slideMasters/_rels/slideMaster51.xml.rels><?xml version="1.0" encoding="UTF-8"?>
<Relationships xmlns="http://schemas.openxmlformats.org/package/2006/relationships"><Relationship Id="rId1" Type="http://schemas.openxmlformats.org/officeDocument/2006/relationships/theme" Target="../theme/theme51.xml"/><Relationship Id="rId2" Type="http://schemas.openxmlformats.org/officeDocument/2006/relationships/slideLayout" Target="../slideLayouts/slideLayout51.xml"/>
</Relationships>
</file>

<file path=ppt/slideMasters/_rels/slideMaster52.xml.rels><?xml version="1.0" encoding="UTF-8"?>
<Relationships xmlns="http://schemas.openxmlformats.org/package/2006/relationships"><Relationship Id="rId1" Type="http://schemas.openxmlformats.org/officeDocument/2006/relationships/theme" Target="../theme/theme52.xml"/><Relationship Id="rId2" Type="http://schemas.openxmlformats.org/officeDocument/2006/relationships/slideLayout" Target="../slideLayouts/slideLayout52.xml"/>
</Relationships>
</file>

<file path=ppt/slideMasters/_rels/slideMaster53.xml.rels><?xml version="1.0" encoding="UTF-8"?>
<Relationships xmlns="http://schemas.openxmlformats.org/package/2006/relationships"><Relationship Id="rId1" Type="http://schemas.openxmlformats.org/officeDocument/2006/relationships/theme" Target="../theme/theme53.xml"/><Relationship Id="rId2" Type="http://schemas.openxmlformats.org/officeDocument/2006/relationships/slideLayout" Target="../slideLayouts/slideLayout53.xml"/>
</Relationships>
</file>

<file path=ppt/slideMasters/_rels/slideMaster54.xml.rels><?xml version="1.0" encoding="UTF-8"?>
<Relationships xmlns="http://schemas.openxmlformats.org/package/2006/relationships"><Relationship Id="rId1" Type="http://schemas.openxmlformats.org/officeDocument/2006/relationships/theme" Target="../theme/theme54.xml"/><Relationship Id="rId2" Type="http://schemas.openxmlformats.org/officeDocument/2006/relationships/slideLayout" Target="../slideLayouts/slideLayout54.xml"/>
</Relationships>
</file>

<file path=ppt/slideMasters/_rels/slideMaster55.xml.rels><?xml version="1.0" encoding="UTF-8"?>
<Relationships xmlns="http://schemas.openxmlformats.org/package/2006/relationships"><Relationship Id="rId1" Type="http://schemas.openxmlformats.org/officeDocument/2006/relationships/theme" Target="../theme/theme55.xml"/><Relationship Id="rId2" Type="http://schemas.openxmlformats.org/officeDocument/2006/relationships/slideLayout" Target="../slideLayouts/slideLayout55.xml"/>
</Relationships>
</file>

<file path=ppt/slideMasters/_rels/slideMaster56.xml.rels><?xml version="1.0" encoding="UTF-8"?>
<Relationships xmlns="http://schemas.openxmlformats.org/package/2006/relationships"><Relationship Id="rId1" Type="http://schemas.openxmlformats.org/officeDocument/2006/relationships/theme" Target="../theme/theme56.xml"/><Relationship Id="rId2" Type="http://schemas.openxmlformats.org/officeDocument/2006/relationships/slideLayout" Target="../slideLayouts/slideLayout56.xml"/>
</Relationships>
</file>

<file path=ppt/slideMasters/_rels/slideMaster57.xml.rels><?xml version="1.0" encoding="UTF-8"?>
<Relationships xmlns="http://schemas.openxmlformats.org/package/2006/relationships"><Relationship Id="rId1" Type="http://schemas.openxmlformats.org/officeDocument/2006/relationships/theme" Target="../theme/theme57.xml"/><Relationship Id="rId2" Type="http://schemas.openxmlformats.org/officeDocument/2006/relationships/slideLayout" Target="../slideLayouts/slideLayout57.xml"/>
</Relationships>
</file>

<file path=ppt/slideMasters/_rels/slideMaster58.xml.rels><?xml version="1.0" encoding="UTF-8"?>
<Relationships xmlns="http://schemas.openxmlformats.org/package/2006/relationships"><Relationship Id="rId1" Type="http://schemas.openxmlformats.org/officeDocument/2006/relationships/theme" Target="../theme/theme58.xml"/><Relationship Id="rId2" Type="http://schemas.openxmlformats.org/officeDocument/2006/relationships/slideLayout" Target="../slideLayouts/slideLayout58.xml"/>
</Relationships>
</file>

<file path=ppt/slideMasters/_rels/slideMaster59.xml.rels><?xml version="1.0" encoding="UTF-8"?>
<Relationships xmlns="http://schemas.openxmlformats.org/package/2006/relationships"><Relationship Id="rId1" Type="http://schemas.openxmlformats.org/officeDocument/2006/relationships/theme" Target="../theme/theme59.xml"/><Relationship Id="rId2" Type="http://schemas.openxmlformats.org/officeDocument/2006/relationships/slideLayout" Target="../slideLayouts/slideLayout59.xml"/>
</Relationships>
</file>

<file path=ppt/slideMasters/_rels/slideMaster60.xml.rels><?xml version="1.0" encoding="UTF-8"?>
<Relationships xmlns="http://schemas.openxmlformats.org/package/2006/relationships"><Relationship Id="rId1" Type="http://schemas.openxmlformats.org/officeDocument/2006/relationships/theme" Target="../theme/theme60.xml"/><Relationship Id="rId2" Type="http://schemas.openxmlformats.org/officeDocument/2006/relationships/slideLayout" Target="../slideLayouts/slideLayout60.xml"/>
</Relationships>
</file>

<file path=ppt/slideMasters/_rels/slideMaster61.xml.rels><?xml version="1.0" encoding="UTF-8"?>
<Relationships xmlns="http://schemas.openxmlformats.org/package/2006/relationships"><Relationship Id="rId1" Type="http://schemas.openxmlformats.org/officeDocument/2006/relationships/theme" Target="../theme/theme61.xml"/><Relationship Id="rId2" Type="http://schemas.openxmlformats.org/officeDocument/2006/relationships/slideLayout" Target="../slideLayouts/slideLayout61.xml"/>
</Relationships>
</file>

<file path=ppt/slideMasters/_rels/slideMaster62.xml.rels><?xml version="1.0" encoding="UTF-8"?>
<Relationships xmlns="http://schemas.openxmlformats.org/package/2006/relationships"><Relationship Id="rId1" Type="http://schemas.openxmlformats.org/officeDocument/2006/relationships/theme" Target="../theme/theme62.xml"/><Relationship Id="rId2" Type="http://schemas.openxmlformats.org/officeDocument/2006/relationships/slideLayout" Target="../slideLayouts/slideLayout62.xml"/>
</Relationships>
</file>

<file path=ppt/slideMasters/_rels/slideMaster63.xml.rels><?xml version="1.0" encoding="UTF-8"?>
<Relationships xmlns="http://schemas.openxmlformats.org/package/2006/relationships"><Relationship Id="rId1" Type="http://schemas.openxmlformats.org/officeDocument/2006/relationships/theme" Target="../theme/theme63.xml"/><Relationship Id="rId2" Type="http://schemas.openxmlformats.org/officeDocument/2006/relationships/slideLayout" Target="../slideLayouts/slideLayout63.xml"/>
</Relationships>
</file>

<file path=ppt/slideMasters/_rels/slideMaster64.xml.rels><?xml version="1.0" encoding="UTF-8"?>
<Relationships xmlns="http://schemas.openxmlformats.org/package/2006/relationships"><Relationship Id="rId1" Type="http://schemas.openxmlformats.org/officeDocument/2006/relationships/theme" Target="../theme/theme64.xml"/><Relationship Id="rId2" Type="http://schemas.openxmlformats.org/officeDocument/2006/relationships/slideLayout" Target="../slideLayouts/slideLayout64.xml"/>
</Relationships>
</file>

<file path=ppt/slideMasters/_rels/slideMaster65.xml.rels><?xml version="1.0" encoding="UTF-8"?>
<Relationships xmlns="http://schemas.openxmlformats.org/package/2006/relationships"><Relationship Id="rId1" Type="http://schemas.openxmlformats.org/officeDocument/2006/relationships/theme" Target="../theme/theme65.xml"/><Relationship Id="rId2" Type="http://schemas.openxmlformats.org/officeDocument/2006/relationships/slideLayout" Target="../slideLayouts/slideLayout65.xml"/>
</Relationships>
</file>

<file path=ppt/slideMasters/_rels/slideMaster66.xml.rels><?xml version="1.0" encoding="UTF-8"?>
<Relationships xmlns="http://schemas.openxmlformats.org/package/2006/relationships"><Relationship Id="rId1" Type="http://schemas.openxmlformats.org/officeDocument/2006/relationships/theme" Target="../theme/theme66.xml"/><Relationship Id="rId2" Type="http://schemas.openxmlformats.org/officeDocument/2006/relationships/slideLayout" Target="../slideLayouts/slideLayout66.xml"/>
</Relationships>
</file>

<file path=ppt/slideMasters/_rels/slideMaster67.xml.rels><?xml version="1.0" encoding="UTF-8"?>
<Relationships xmlns="http://schemas.openxmlformats.org/package/2006/relationships"><Relationship Id="rId1" Type="http://schemas.openxmlformats.org/officeDocument/2006/relationships/theme" Target="../theme/theme67.xml"/><Relationship Id="rId2" Type="http://schemas.openxmlformats.org/officeDocument/2006/relationships/slideLayout" Target="../slideLayouts/slideLayout67.xml"/>
</Relationships>
</file>

<file path=ppt/slideMasters/_rels/slideMaster68.xml.rels><?xml version="1.0" encoding="UTF-8"?>
<Relationships xmlns="http://schemas.openxmlformats.org/package/2006/relationships"><Relationship Id="rId1" Type="http://schemas.openxmlformats.org/officeDocument/2006/relationships/theme" Target="../theme/theme68.xml"/><Relationship Id="rId2" Type="http://schemas.openxmlformats.org/officeDocument/2006/relationships/slideLayout" Target="../slideLayouts/slideLayout68.xml"/>
</Relationships>
</file>

<file path=ppt/slideMasters/_rels/slideMaster69.xml.rels><?xml version="1.0" encoding="UTF-8"?>
<Relationships xmlns="http://schemas.openxmlformats.org/package/2006/relationships"><Relationship Id="rId1" Type="http://schemas.openxmlformats.org/officeDocument/2006/relationships/theme" Target="../theme/theme69.xml"/><Relationship Id="rId2" Type="http://schemas.openxmlformats.org/officeDocument/2006/relationships/slideLayout" Target="../slideLayouts/slideLayout69.xml"/>
</Relationships>
</file>

<file path=ppt/slideMasters/_rels/slideMaster70.xml.rels><?xml version="1.0" encoding="UTF-8"?>
<Relationships xmlns="http://schemas.openxmlformats.org/package/2006/relationships"><Relationship Id="rId1" Type="http://schemas.openxmlformats.org/officeDocument/2006/relationships/theme" Target="../theme/theme70.xml"/><Relationship Id="rId2" Type="http://schemas.openxmlformats.org/officeDocument/2006/relationships/slideLayout" Target="../slideLayouts/slideLayout70.xml"/>
</Relationships>
</file>

<file path=ppt/slideMasters/_rels/slideMaster71.xml.rels><?xml version="1.0" encoding="UTF-8"?>
<Relationships xmlns="http://schemas.openxmlformats.org/package/2006/relationships"><Relationship Id="rId1" Type="http://schemas.openxmlformats.org/officeDocument/2006/relationships/theme" Target="../theme/theme71.xml"/><Relationship Id="rId2" Type="http://schemas.openxmlformats.org/officeDocument/2006/relationships/slideLayout" Target="../slideLayouts/slideLayout71.xml"/>
</Relationships>
</file>

<file path=ppt/slideMasters/_rels/slideMaster72.xml.rels><?xml version="1.0" encoding="UTF-8"?>
<Relationships xmlns="http://schemas.openxmlformats.org/package/2006/relationships"><Relationship Id="rId1" Type="http://schemas.openxmlformats.org/officeDocument/2006/relationships/theme" Target="../theme/theme72.xml"/><Relationship Id="rId2" Type="http://schemas.openxmlformats.org/officeDocument/2006/relationships/slideLayout" Target="../slideLayouts/slideLayout72.xml"/>
</Relationships>
</file>

<file path=ppt/slideMasters/_rels/slideMaster73.xml.rels><?xml version="1.0" encoding="UTF-8"?>
<Relationships xmlns="http://schemas.openxmlformats.org/package/2006/relationships"><Relationship Id="rId1" Type="http://schemas.openxmlformats.org/officeDocument/2006/relationships/theme" Target="../theme/theme73.xml"/><Relationship Id="rId2" Type="http://schemas.openxmlformats.org/officeDocument/2006/relationships/slideLayout" Target="../slideLayouts/slideLayout7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4354560"/>
            <a:ext cx="10077480" cy="1313640"/>
          </a:xfrm>
          <a:prstGeom prst="rect">
            <a:avLst/>
          </a:prstGeom>
          <a:ln w="0">
            <a:noFill/>
          </a:ln>
        </p:spPr>
      </p:pic>
      <p:sp>
        <p:nvSpPr>
          <p:cNvPr id="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 name="PlaceHolder 5"/>
          <p:cNvSpPr>
            <a:spLocks noGrp="1"/>
          </p:cNvSpPr>
          <p:nvPr>
            <p:ph type="ftr" idx="1"/>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 name="PlaceHolder 6"/>
          <p:cNvSpPr>
            <a:spLocks noGrp="1"/>
          </p:cNvSpPr>
          <p:nvPr>
            <p:ph type="sldNum" idx="2"/>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4724AF41-7FD3-4A5C-BE4F-77F3EF2948F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 name="PlaceHolder 7"/>
          <p:cNvSpPr>
            <a:spLocks noGrp="1"/>
          </p:cNvSpPr>
          <p:nvPr>
            <p:ph type="dt" idx="3"/>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 name="" descr=""/>
          <p:cNvPicPr/>
          <p:nvPr/>
        </p:nvPicPr>
        <p:blipFill>
          <a:blip r:embed="rId2"/>
          <a:stretch/>
        </p:blipFill>
        <p:spPr>
          <a:xfrm>
            <a:off x="0" y="4354560"/>
            <a:ext cx="10077480" cy="1313640"/>
          </a:xfrm>
          <a:prstGeom prst="rect">
            <a:avLst/>
          </a:prstGeom>
          <a:ln w="0">
            <a:noFill/>
          </a:ln>
        </p:spPr>
      </p:pic>
      <p:sp>
        <p:nvSpPr>
          <p:cNvPr id="1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5"/>
          <p:cNvSpPr>
            <a:spLocks noGrp="1"/>
          </p:cNvSpPr>
          <p:nvPr>
            <p:ph type="ftr" idx="4"/>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 name="PlaceHolder 6"/>
          <p:cNvSpPr>
            <a:spLocks noGrp="1"/>
          </p:cNvSpPr>
          <p:nvPr>
            <p:ph type="sldNum" idx="5"/>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A1DC482-D252-4247-A84A-1047B5D51BF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 name="PlaceHolder 7"/>
          <p:cNvSpPr>
            <a:spLocks noGrp="1"/>
          </p:cNvSpPr>
          <p:nvPr>
            <p:ph type="dt" idx="6"/>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 name="" descr=""/>
          <p:cNvPicPr/>
          <p:nvPr/>
        </p:nvPicPr>
        <p:blipFill>
          <a:blip r:embed="rId2"/>
          <a:stretch/>
        </p:blipFill>
        <p:spPr>
          <a:xfrm>
            <a:off x="0" y="4354560"/>
            <a:ext cx="10077480" cy="1313640"/>
          </a:xfrm>
          <a:prstGeom prst="rect">
            <a:avLst/>
          </a:prstGeom>
          <a:ln w="0">
            <a:noFill/>
          </a:ln>
        </p:spPr>
      </p:pic>
      <p:sp>
        <p:nvSpPr>
          <p:cNvPr id="2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7"/>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9" name="PlaceHolder 5"/>
          <p:cNvSpPr>
            <a:spLocks noGrp="1"/>
          </p:cNvSpPr>
          <p:nvPr>
            <p:ph type="sldNum" idx="8"/>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BE834782-5108-4E3B-B33E-FB88AD61DA7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0" name="PlaceHolder 6"/>
          <p:cNvSpPr>
            <a:spLocks noGrp="1"/>
          </p:cNvSpPr>
          <p:nvPr>
            <p:ph type="dt" idx="9"/>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 descr=""/>
          <p:cNvPicPr/>
          <p:nvPr/>
        </p:nvPicPr>
        <p:blipFill>
          <a:blip r:embed="rId2"/>
          <a:stretch/>
        </p:blipFill>
        <p:spPr>
          <a:xfrm>
            <a:off x="0" y="4354560"/>
            <a:ext cx="10077480" cy="1313640"/>
          </a:xfrm>
          <a:prstGeom prst="rect">
            <a:avLst/>
          </a:prstGeom>
          <a:ln w="0">
            <a:noFill/>
          </a:ln>
        </p:spPr>
      </p:pic>
      <p:sp>
        <p:nvSpPr>
          <p:cNvPr id="3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 name="PlaceHolder 6"/>
          <p:cNvSpPr>
            <a:spLocks noGrp="1"/>
          </p:cNvSpPr>
          <p:nvPr>
            <p:ph type="ftr" idx="10"/>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1" name="PlaceHolder 7"/>
          <p:cNvSpPr>
            <a:spLocks noGrp="1"/>
          </p:cNvSpPr>
          <p:nvPr>
            <p:ph type="sldNum" idx="11"/>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2578B82E-3FEE-405A-9775-EBB5AEDE7C2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2" name="PlaceHolder 8"/>
          <p:cNvSpPr>
            <a:spLocks noGrp="1"/>
          </p:cNvSpPr>
          <p:nvPr>
            <p:ph type="dt" idx="12"/>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4354560"/>
            <a:ext cx="10077480" cy="1313640"/>
          </a:xfrm>
          <a:prstGeom prst="rect">
            <a:avLst/>
          </a:prstGeom>
          <a:ln w="0">
            <a:noFill/>
          </a:ln>
        </p:spPr>
      </p:pic>
      <p:sp>
        <p:nvSpPr>
          <p:cNvPr id="4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0" name="PlaceHolder 2"/>
          <p:cNvSpPr>
            <a:spLocks noGrp="1"/>
          </p:cNvSpPr>
          <p:nvPr>
            <p:ph type="body"/>
          </p:nvPr>
        </p:nvSpPr>
        <p:spPr>
          <a:xfrm>
            <a:off x="50400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 name="PlaceHolder 3"/>
          <p:cNvSpPr>
            <a:spLocks noGrp="1"/>
          </p:cNvSpPr>
          <p:nvPr>
            <p:ph type="body"/>
          </p:nvPr>
        </p:nvSpPr>
        <p:spPr>
          <a:xfrm>
            <a:off x="357156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4"/>
          <p:cNvSpPr>
            <a:spLocks noGrp="1"/>
          </p:cNvSpPr>
          <p:nvPr>
            <p:ph type="body"/>
          </p:nvPr>
        </p:nvSpPr>
        <p:spPr>
          <a:xfrm>
            <a:off x="663912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 name="PlaceHolder 5"/>
          <p:cNvSpPr>
            <a:spLocks noGrp="1"/>
          </p:cNvSpPr>
          <p:nvPr>
            <p:ph type="body"/>
          </p:nvPr>
        </p:nvSpPr>
        <p:spPr>
          <a:xfrm>
            <a:off x="50400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4" name="PlaceHolder 6"/>
          <p:cNvSpPr>
            <a:spLocks noGrp="1"/>
          </p:cNvSpPr>
          <p:nvPr>
            <p:ph type="body"/>
          </p:nvPr>
        </p:nvSpPr>
        <p:spPr>
          <a:xfrm>
            <a:off x="357156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5" name="PlaceHolder 7"/>
          <p:cNvSpPr>
            <a:spLocks noGrp="1"/>
          </p:cNvSpPr>
          <p:nvPr>
            <p:ph type="body"/>
          </p:nvPr>
        </p:nvSpPr>
        <p:spPr>
          <a:xfrm>
            <a:off x="663912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6" name="PlaceHolder 8"/>
          <p:cNvSpPr>
            <a:spLocks noGrp="1"/>
          </p:cNvSpPr>
          <p:nvPr>
            <p:ph type="ftr" idx="13"/>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7" name="PlaceHolder 9"/>
          <p:cNvSpPr>
            <a:spLocks noGrp="1"/>
          </p:cNvSpPr>
          <p:nvPr>
            <p:ph type="sldNum" idx="14"/>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6438179-05E8-4710-8FF8-6949541A507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8" name="PlaceHolder 10"/>
          <p:cNvSpPr>
            <a:spLocks noGrp="1"/>
          </p:cNvSpPr>
          <p:nvPr>
            <p:ph type="dt" idx="15"/>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 descr=""/>
          <p:cNvPicPr/>
          <p:nvPr/>
        </p:nvPicPr>
        <p:blipFill>
          <a:blip r:embed="rId2"/>
          <a:stretch/>
        </p:blipFill>
        <p:spPr>
          <a:xfrm>
            <a:off x="0" y="4354560"/>
            <a:ext cx="10077480" cy="1313640"/>
          </a:xfrm>
          <a:prstGeom prst="rect">
            <a:avLst/>
          </a:prstGeom>
          <a:ln w="0">
            <a:noFill/>
          </a:ln>
        </p:spPr>
      </p:pic>
      <p:sp>
        <p:nvSpPr>
          <p:cNvPr id="60" name="PlaceHolder 1"/>
          <p:cNvSpPr>
            <a:spLocks noGrp="1"/>
          </p:cNvSpPr>
          <p:nvPr>
            <p:ph type="ftr" idx="16"/>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1" name="PlaceHolder 2"/>
          <p:cNvSpPr>
            <a:spLocks noGrp="1"/>
          </p:cNvSpPr>
          <p:nvPr>
            <p:ph type="sldNum" idx="17"/>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AFC4035-9526-4A91-94C1-313C09B0FDF7}"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2" name="PlaceHolder 3"/>
          <p:cNvSpPr>
            <a:spLocks noGrp="1"/>
          </p:cNvSpPr>
          <p:nvPr>
            <p:ph type="dt" idx="18"/>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 name="" descr=""/>
          <p:cNvPicPr/>
          <p:nvPr/>
        </p:nvPicPr>
        <p:blipFill>
          <a:blip r:embed="rId2"/>
          <a:stretch/>
        </p:blipFill>
        <p:spPr>
          <a:xfrm>
            <a:off x="0" y="4354560"/>
            <a:ext cx="10077480" cy="1313640"/>
          </a:xfrm>
          <a:prstGeom prst="rect">
            <a:avLst/>
          </a:prstGeom>
          <a:ln w="0">
            <a:noFill/>
          </a:ln>
        </p:spPr>
      </p:pic>
      <p:sp>
        <p:nvSpPr>
          <p:cNvPr id="6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5" name="PlaceHolder 2"/>
          <p:cNvSpPr>
            <a:spLocks noGrp="1"/>
          </p:cNvSpPr>
          <p:nvPr>
            <p:ph type="ftr" idx="19"/>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6" name="PlaceHolder 3"/>
          <p:cNvSpPr>
            <a:spLocks noGrp="1"/>
          </p:cNvSpPr>
          <p:nvPr>
            <p:ph type="sldNum" idx="20"/>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68D0FEA5-638D-4E89-AB62-B8E32625CA1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7" name="PlaceHolder 4"/>
          <p:cNvSpPr>
            <a:spLocks noGrp="1"/>
          </p:cNvSpPr>
          <p:nvPr>
            <p:ph type="dt" idx="21"/>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 descr=""/>
          <p:cNvPicPr/>
          <p:nvPr/>
        </p:nvPicPr>
        <p:blipFill>
          <a:blip r:embed="rId2"/>
          <a:stretch/>
        </p:blipFill>
        <p:spPr>
          <a:xfrm>
            <a:off x="0" y="4354560"/>
            <a:ext cx="10077480" cy="1313640"/>
          </a:xfrm>
          <a:prstGeom prst="rect">
            <a:avLst/>
          </a:prstGeom>
          <a:ln w="0">
            <a:noFill/>
          </a:ln>
        </p:spPr>
      </p:pic>
      <p:sp>
        <p:nvSpPr>
          <p:cNvPr id="7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2"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3" name="PlaceHolder 3"/>
          <p:cNvSpPr>
            <a:spLocks noGrp="1"/>
          </p:cNvSpPr>
          <p:nvPr>
            <p:ph type="ftr" idx="22"/>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74" name="PlaceHolder 4"/>
          <p:cNvSpPr>
            <a:spLocks noGrp="1"/>
          </p:cNvSpPr>
          <p:nvPr>
            <p:ph type="sldNum" idx="23"/>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CD256809-5AA8-4ECF-AA41-5D983BCC74D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5" name="PlaceHolder 5"/>
          <p:cNvSpPr>
            <a:spLocks noGrp="1"/>
          </p:cNvSpPr>
          <p:nvPr>
            <p:ph type="dt" idx="24"/>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 descr=""/>
          <p:cNvPicPr/>
          <p:nvPr/>
        </p:nvPicPr>
        <p:blipFill>
          <a:blip r:embed="rId2"/>
          <a:stretch/>
        </p:blipFill>
        <p:spPr>
          <a:xfrm>
            <a:off x="0" y="4354560"/>
            <a:ext cx="10077480" cy="1313640"/>
          </a:xfrm>
          <a:prstGeom prst="rect">
            <a:avLst/>
          </a:prstGeom>
          <a:ln w="0">
            <a:noFill/>
          </a:ln>
        </p:spPr>
      </p:pic>
      <p:sp>
        <p:nvSpPr>
          <p:cNvPr id="7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0"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1"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2" name="PlaceHolder 4"/>
          <p:cNvSpPr>
            <a:spLocks noGrp="1"/>
          </p:cNvSpPr>
          <p:nvPr>
            <p:ph type="ftr" idx="25"/>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83" name="PlaceHolder 5"/>
          <p:cNvSpPr>
            <a:spLocks noGrp="1"/>
          </p:cNvSpPr>
          <p:nvPr>
            <p:ph type="sldNum" idx="26"/>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7047DC33-D378-4C77-98A1-B64600EA496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84" name="PlaceHolder 6"/>
          <p:cNvSpPr>
            <a:spLocks noGrp="1"/>
          </p:cNvSpPr>
          <p:nvPr>
            <p:ph type="dt" idx="27"/>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 descr=""/>
          <p:cNvPicPr/>
          <p:nvPr/>
        </p:nvPicPr>
        <p:blipFill>
          <a:blip r:embed="rId2"/>
          <a:stretch/>
        </p:blipFill>
        <p:spPr>
          <a:xfrm>
            <a:off x="0" y="4354560"/>
            <a:ext cx="10077480" cy="1313640"/>
          </a:xfrm>
          <a:prstGeom prst="rect">
            <a:avLst/>
          </a:prstGeom>
          <a:ln w="0">
            <a:noFill/>
          </a:ln>
        </p:spPr>
      </p:pic>
      <p:sp>
        <p:nvSpPr>
          <p:cNvPr id="8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0" name="PlaceHolder 2"/>
          <p:cNvSpPr>
            <a:spLocks noGrp="1"/>
          </p:cNvSpPr>
          <p:nvPr>
            <p:ph type="ftr" idx="28"/>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1" name="PlaceHolder 3"/>
          <p:cNvSpPr>
            <a:spLocks noGrp="1"/>
          </p:cNvSpPr>
          <p:nvPr>
            <p:ph type="sldNum" idx="29"/>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D18F5DF-BECA-4D08-A84B-695C25E1944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2" name="PlaceHolder 4"/>
          <p:cNvSpPr>
            <a:spLocks noGrp="1"/>
          </p:cNvSpPr>
          <p:nvPr>
            <p:ph type="dt" idx="30"/>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3"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 name="" descr=""/>
          <p:cNvPicPr/>
          <p:nvPr/>
        </p:nvPicPr>
        <p:blipFill>
          <a:blip r:embed="rId2"/>
          <a:stretch/>
        </p:blipFill>
        <p:spPr>
          <a:xfrm>
            <a:off x="0" y="4354560"/>
            <a:ext cx="10077480" cy="1313640"/>
          </a:xfrm>
          <a:prstGeom prst="rect">
            <a:avLst/>
          </a:prstGeom>
          <a:ln w="0">
            <a:noFill/>
          </a:ln>
        </p:spPr>
      </p:pic>
      <p:sp>
        <p:nvSpPr>
          <p:cNvPr id="96" name="PlaceHolder 1"/>
          <p:cNvSpPr>
            <a:spLocks noGrp="1"/>
          </p:cNvSpPr>
          <p:nvPr>
            <p:ph type="ftr" idx="31"/>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7" name="PlaceHolder 2"/>
          <p:cNvSpPr>
            <a:spLocks noGrp="1"/>
          </p:cNvSpPr>
          <p:nvPr>
            <p:ph type="sldNum" idx="32"/>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FC05E0CF-19F9-48C1-AF03-88B1BA48ED1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8" name="PlaceHolder 3"/>
          <p:cNvSpPr>
            <a:spLocks noGrp="1"/>
          </p:cNvSpPr>
          <p:nvPr>
            <p:ph type="dt" idx="33"/>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 descr=""/>
          <p:cNvPicPr/>
          <p:nvPr/>
        </p:nvPicPr>
        <p:blipFill>
          <a:blip r:embed="rId2"/>
          <a:stretch/>
        </p:blipFill>
        <p:spPr>
          <a:xfrm>
            <a:off x="0" y="4354560"/>
            <a:ext cx="10077480" cy="1313640"/>
          </a:xfrm>
          <a:prstGeom prst="rect">
            <a:avLst/>
          </a:prstGeom>
          <a:ln w="0">
            <a:noFill/>
          </a:ln>
        </p:spPr>
      </p:pic>
      <p:sp>
        <p:nvSpPr>
          <p:cNvPr id="10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1"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2"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3"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4" name="PlaceHolder 5"/>
          <p:cNvSpPr>
            <a:spLocks noGrp="1"/>
          </p:cNvSpPr>
          <p:nvPr>
            <p:ph type="ftr" idx="34"/>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05" name="PlaceHolder 6"/>
          <p:cNvSpPr>
            <a:spLocks noGrp="1"/>
          </p:cNvSpPr>
          <p:nvPr>
            <p:ph type="sldNum" idx="35"/>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CFEE71BF-8869-4811-A16B-A644075BF16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06" name="PlaceHolder 7"/>
          <p:cNvSpPr>
            <a:spLocks noGrp="1"/>
          </p:cNvSpPr>
          <p:nvPr>
            <p:ph type="dt" idx="36"/>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4"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5"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6"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7" name="PlaceHolder 5"/>
          <p:cNvSpPr>
            <a:spLocks noGrp="1"/>
          </p:cNvSpPr>
          <p:nvPr>
            <p:ph type="ftr" idx="37"/>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8" name="PlaceHolder 6"/>
          <p:cNvSpPr>
            <a:spLocks noGrp="1"/>
          </p:cNvSpPr>
          <p:nvPr>
            <p:ph type="sldNum" idx="38"/>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2CFC4E37-92EF-432E-9229-9872A3A96940}"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19" name="PlaceHolder 7"/>
          <p:cNvSpPr>
            <a:spLocks noGrp="1"/>
          </p:cNvSpPr>
          <p:nvPr>
            <p:ph type="dt" idx="39"/>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5"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7"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8"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9" name="PlaceHolder 4"/>
          <p:cNvSpPr>
            <a:spLocks noGrp="1"/>
          </p:cNvSpPr>
          <p:nvPr>
            <p:ph type="ftr" idx="40"/>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0" name="PlaceHolder 5"/>
          <p:cNvSpPr>
            <a:spLocks noGrp="1"/>
          </p:cNvSpPr>
          <p:nvPr>
            <p:ph type="sldNum" idx="41"/>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9FF69783-CF89-42A1-9A48-4B84AA09B397}"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31" name="PlaceHolder 6"/>
          <p:cNvSpPr>
            <a:spLocks noGrp="1"/>
          </p:cNvSpPr>
          <p:nvPr>
            <p:ph type="dt" idx="42"/>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7"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8"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9"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0"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1"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2" name="PlaceHolder 6"/>
          <p:cNvSpPr>
            <a:spLocks noGrp="1"/>
          </p:cNvSpPr>
          <p:nvPr>
            <p:ph type="ftr" idx="43"/>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3" name="PlaceHolder 7"/>
          <p:cNvSpPr>
            <a:spLocks noGrp="1"/>
          </p:cNvSpPr>
          <p:nvPr>
            <p:ph type="sldNum" idx="44"/>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17AC3ADC-C6AB-4969-869E-E12E5C6464A7}"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44" name="PlaceHolder 8"/>
          <p:cNvSpPr>
            <a:spLocks noGrp="1"/>
          </p:cNvSpPr>
          <p:nvPr>
            <p:ph type="dt" idx="45"/>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1"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2"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3" name="PlaceHolder 2"/>
          <p:cNvSpPr>
            <a:spLocks noGrp="1"/>
          </p:cNvSpPr>
          <p:nvPr>
            <p:ph type="body"/>
          </p:nvPr>
        </p:nvSpPr>
        <p:spPr>
          <a:xfrm>
            <a:off x="50400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4" name="PlaceHolder 3"/>
          <p:cNvSpPr>
            <a:spLocks noGrp="1"/>
          </p:cNvSpPr>
          <p:nvPr>
            <p:ph type="body"/>
          </p:nvPr>
        </p:nvSpPr>
        <p:spPr>
          <a:xfrm>
            <a:off x="357156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5" name="PlaceHolder 4"/>
          <p:cNvSpPr>
            <a:spLocks noGrp="1"/>
          </p:cNvSpPr>
          <p:nvPr>
            <p:ph type="body"/>
          </p:nvPr>
        </p:nvSpPr>
        <p:spPr>
          <a:xfrm>
            <a:off x="663912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6" name="PlaceHolder 5"/>
          <p:cNvSpPr>
            <a:spLocks noGrp="1"/>
          </p:cNvSpPr>
          <p:nvPr>
            <p:ph type="body"/>
          </p:nvPr>
        </p:nvSpPr>
        <p:spPr>
          <a:xfrm>
            <a:off x="50400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7" name="PlaceHolder 6"/>
          <p:cNvSpPr>
            <a:spLocks noGrp="1"/>
          </p:cNvSpPr>
          <p:nvPr>
            <p:ph type="body"/>
          </p:nvPr>
        </p:nvSpPr>
        <p:spPr>
          <a:xfrm>
            <a:off x="357156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8" name="PlaceHolder 7"/>
          <p:cNvSpPr>
            <a:spLocks noGrp="1"/>
          </p:cNvSpPr>
          <p:nvPr>
            <p:ph type="body"/>
          </p:nvPr>
        </p:nvSpPr>
        <p:spPr>
          <a:xfrm>
            <a:off x="663912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9" name="PlaceHolder 8"/>
          <p:cNvSpPr>
            <a:spLocks noGrp="1"/>
          </p:cNvSpPr>
          <p:nvPr>
            <p:ph type="ftr" idx="46"/>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0" name="PlaceHolder 9"/>
          <p:cNvSpPr>
            <a:spLocks noGrp="1"/>
          </p:cNvSpPr>
          <p:nvPr>
            <p:ph type="sldNum" idx="47"/>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E34AC5B1-E982-41CF-AC24-FF9F018833F6}"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61" name="PlaceHolder 10"/>
          <p:cNvSpPr>
            <a:spLocks noGrp="1"/>
          </p:cNvSpPr>
          <p:nvPr>
            <p:ph type="dt" idx="48"/>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3"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4" name="PlaceHolder 1"/>
          <p:cNvSpPr>
            <a:spLocks noGrp="1"/>
          </p:cNvSpPr>
          <p:nvPr>
            <p:ph type="ftr" idx="49"/>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5" name="PlaceHolder 2"/>
          <p:cNvSpPr>
            <a:spLocks noGrp="1"/>
          </p:cNvSpPr>
          <p:nvPr>
            <p:ph type="sldNum" idx="50"/>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9645D104-7237-45C6-9E7A-0E740198573E}"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66" name="PlaceHolder 3"/>
          <p:cNvSpPr>
            <a:spLocks noGrp="1"/>
          </p:cNvSpPr>
          <p:nvPr>
            <p:ph type="dt" idx="51"/>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7"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68"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0"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2" name="PlaceHolder 2"/>
          <p:cNvSpPr>
            <a:spLocks noGrp="1"/>
          </p:cNvSpPr>
          <p:nvPr>
            <p:ph type="ftr" idx="52"/>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73" name="PlaceHolder 3"/>
          <p:cNvSpPr>
            <a:spLocks noGrp="1"/>
          </p:cNvSpPr>
          <p:nvPr>
            <p:ph type="sldNum" idx="53"/>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A2A8AA6A-5E44-43A5-A6E9-BE8894BC3EC1}"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74" name="PlaceHolder 4"/>
          <p:cNvSpPr>
            <a:spLocks noGrp="1"/>
          </p:cNvSpPr>
          <p:nvPr>
            <p:ph type="dt" idx="54"/>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8"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0"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1" name="PlaceHolder 3"/>
          <p:cNvSpPr>
            <a:spLocks noGrp="1"/>
          </p:cNvSpPr>
          <p:nvPr>
            <p:ph type="ftr" idx="55"/>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82" name="PlaceHolder 4"/>
          <p:cNvSpPr>
            <a:spLocks noGrp="1"/>
          </p:cNvSpPr>
          <p:nvPr>
            <p:ph type="sldNum" idx="56"/>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6C393270-7907-4001-9191-D4352BF6EDF7}"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83" name="PlaceHolder 5"/>
          <p:cNvSpPr>
            <a:spLocks noGrp="1"/>
          </p:cNvSpPr>
          <p:nvPr>
            <p:ph type="dt" idx="57"/>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7"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8"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9"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0"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1" name="PlaceHolder 4"/>
          <p:cNvSpPr>
            <a:spLocks noGrp="1"/>
          </p:cNvSpPr>
          <p:nvPr>
            <p:ph type="ftr" idx="58"/>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2" name="PlaceHolder 5"/>
          <p:cNvSpPr>
            <a:spLocks noGrp="1"/>
          </p:cNvSpPr>
          <p:nvPr>
            <p:ph type="sldNum" idx="59"/>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6465F48B-8A4A-4971-B66D-80DA6DE7BE1C}"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93" name="PlaceHolder 6"/>
          <p:cNvSpPr>
            <a:spLocks noGrp="1"/>
          </p:cNvSpPr>
          <p:nvPr>
            <p:ph type="dt" idx="60"/>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8"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0" name="PlaceHolder 2"/>
          <p:cNvSpPr>
            <a:spLocks noGrp="1"/>
          </p:cNvSpPr>
          <p:nvPr>
            <p:ph type="ftr" idx="61"/>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1" name="PlaceHolder 3"/>
          <p:cNvSpPr>
            <a:spLocks noGrp="1"/>
          </p:cNvSpPr>
          <p:nvPr>
            <p:ph type="sldNum" idx="62"/>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2F9B3A1F-EFC7-46B2-B13E-129A24B5BB02}"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202" name="PlaceHolder 4"/>
          <p:cNvSpPr>
            <a:spLocks noGrp="1"/>
          </p:cNvSpPr>
          <p:nvPr>
            <p:ph type="dt" idx="63"/>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5"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6" name="PlaceHolder 1"/>
          <p:cNvSpPr>
            <a:spLocks noGrp="1"/>
          </p:cNvSpPr>
          <p:nvPr>
            <p:ph type="ftr" idx="64"/>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7" name="PlaceHolder 2"/>
          <p:cNvSpPr>
            <a:spLocks noGrp="1"/>
          </p:cNvSpPr>
          <p:nvPr>
            <p:ph type="sldNum" idx="65"/>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12F4999B-CF11-4FF8-B289-72CCADB6442C}"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208" name="PlaceHolder 3"/>
          <p:cNvSpPr>
            <a:spLocks noGrp="1"/>
          </p:cNvSpPr>
          <p:nvPr>
            <p:ph type="dt" idx="66"/>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0"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2"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3"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4"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5" name="PlaceHolder 5"/>
          <p:cNvSpPr>
            <a:spLocks noGrp="1"/>
          </p:cNvSpPr>
          <p:nvPr>
            <p:ph type="ftr" idx="67"/>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6" name="PlaceHolder 6"/>
          <p:cNvSpPr>
            <a:spLocks noGrp="1"/>
          </p:cNvSpPr>
          <p:nvPr>
            <p:ph type="sldNum" idx="68"/>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DC2CEA3D-F429-41A3-B60B-3D8102E016AA}"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217" name="PlaceHolder 7"/>
          <p:cNvSpPr>
            <a:spLocks noGrp="1"/>
          </p:cNvSpPr>
          <p:nvPr>
            <p:ph type="dt" idx="69"/>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3"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5"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6"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7"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8" name="PlaceHolder 5"/>
          <p:cNvSpPr>
            <a:spLocks noGrp="1"/>
          </p:cNvSpPr>
          <p:nvPr>
            <p:ph type="ftr" idx="70"/>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29" name="PlaceHolder 6"/>
          <p:cNvSpPr>
            <a:spLocks noGrp="1"/>
          </p:cNvSpPr>
          <p:nvPr>
            <p:ph type="sldNum" idx="71"/>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A7AF8AE3-4EE8-4572-B4B0-C2EE9DE4BA02}"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230" name="PlaceHolder 7"/>
          <p:cNvSpPr>
            <a:spLocks noGrp="1"/>
          </p:cNvSpPr>
          <p:nvPr>
            <p:ph type="dt" idx="72"/>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6"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7"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8"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9"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0"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1" name="PlaceHolder 5"/>
          <p:cNvSpPr>
            <a:spLocks noGrp="1"/>
          </p:cNvSpPr>
          <p:nvPr>
            <p:ph type="ftr" idx="73"/>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42" name="PlaceHolder 6"/>
          <p:cNvSpPr>
            <a:spLocks noGrp="1"/>
          </p:cNvSpPr>
          <p:nvPr>
            <p:ph type="sldNum" idx="74"/>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EB528C3-0962-4C8D-AC10-D4345E6F916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43" name="PlaceHolder 7"/>
          <p:cNvSpPr>
            <a:spLocks noGrp="1"/>
          </p:cNvSpPr>
          <p:nvPr>
            <p:ph type="dt" idx="75"/>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9"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1"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2"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3" name="PlaceHolder 4"/>
          <p:cNvSpPr>
            <a:spLocks noGrp="1"/>
          </p:cNvSpPr>
          <p:nvPr>
            <p:ph type="ftr" idx="76"/>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54" name="PlaceHolder 5"/>
          <p:cNvSpPr>
            <a:spLocks noGrp="1"/>
          </p:cNvSpPr>
          <p:nvPr>
            <p:ph type="sldNum" idx="77"/>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121E40B4-C555-4D09-80C8-AAA9C8563287}"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55" name="PlaceHolder 6"/>
          <p:cNvSpPr>
            <a:spLocks noGrp="1"/>
          </p:cNvSpPr>
          <p:nvPr>
            <p:ph type="dt" idx="78"/>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0"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2"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3"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4"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5"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6" name="PlaceHolder 6"/>
          <p:cNvSpPr>
            <a:spLocks noGrp="1"/>
          </p:cNvSpPr>
          <p:nvPr>
            <p:ph type="ftr" idx="79"/>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67" name="PlaceHolder 7"/>
          <p:cNvSpPr>
            <a:spLocks noGrp="1"/>
          </p:cNvSpPr>
          <p:nvPr>
            <p:ph type="sldNum" idx="80"/>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03542E61-AD1C-465C-878E-A7151ADEFDF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68" name="PlaceHolder 8"/>
          <p:cNvSpPr>
            <a:spLocks noGrp="1"/>
          </p:cNvSpPr>
          <p:nvPr>
            <p:ph type="dt" idx="81"/>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5"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6"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7" name="PlaceHolder 2"/>
          <p:cNvSpPr>
            <a:spLocks noGrp="1"/>
          </p:cNvSpPr>
          <p:nvPr>
            <p:ph type="body"/>
          </p:nvPr>
        </p:nvSpPr>
        <p:spPr>
          <a:xfrm>
            <a:off x="50400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8" name="PlaceHolder 3"/>
          <p:cNvSpPr>
            <a:spLocks noGrp="1"/>
          </p:cNvSpPr>
          <p:nvPr>
            <p:ph type="body"/>
          </p:nvPr>
        </p:nvSpPr>
        <p:spPr>
          <a:xfrm>
            <a:off x="357156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9" name="PlaceHolder 4"/>
          <p:cNvSpPr>
            <a:spLocks noGrp="1"/>
          </p:cNvSpPr>
          <p:nvPr>
            <p:ph type="body"/>
          </p:nvPr>
        </p:nvSpPr>
        <p:spPr>
          <a:xfrm>
            <a:off x="663912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0" name="PlaceHolder 5"/>
          <p:cNvSpPr>
            <a:spLocks noGrp="1"/>
          </p:cNvSpPr>
          <p:nvPr>
            <p:ph type="body"/>
          </p:nvPr>
        </p:nvSpPr>
        <p:spPr>
          <a:xfrm>
            <a:off x="50400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1" name="PlaceHolder 6"/>
          <p:cNvSpPr>
            <a:spLocks noGrp="1"/>
          </p:cNvSpPr>
          <p:nvPr>
            <p:ph type="body"/>
          </p:nvPr>
        </p:nvSpPr>
        <p:spPr>
          <a:xfrm>
            <a:off x="357156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2" name="PlaceHolder 7"/>
          <p:cNvSpPr>
            <a:spLocks noGrp="1"/>
          </p:cNvSpPr>
          <p:nvPr>
            <p:ph type="body"/>
          </p:nvPr>
        </p:nvSpPr>
        <p:spPr>
          <a:xfrm>
            <a:off x="663912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3" name="PlaceHolder 8"/>
          <p:cNvSpPr>
            <a:spLocks noGrp="1"/>
          </p:cNvSpPr>
          <p:nvPr>
            <p:ph type="ftr" idx="82"/>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84" name="PlaceHolder 9"/>
          <p:cNvSpPr>
            <a:spLocks noGrp="1"/>
          </p:cNvSpPr>
          <p:nvPr>
            <p:ph type="sldNum" idx="83"/>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4BE3FD9D-F119-4497-87C7-E481A0CF39C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85" name="PlaceHolder 10"/>
          <p:cNvSpPr>
            <a:spLocks noGrp="1"/>
          </p:cNvSpPr>
          <p:nvPr>
            <p:ph type="dt" idx="84"/>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7"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8" name="PlaceHolder 1"/>
          <p:cNvSpPr>
            <a:spLocks noGrp="1"/>
          </p:cNvSpPr>
          <p:nvPr>
            <p:ph type="ftr" idx="85"/>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89" name="PlaceHolder 2"/>
          <p:cNvSpPr>
            <a:spLocks noGrp="1"/>
          </p:cNvSpPr>
          <p:nvPr>
            <p:ph type="sldNum" idx="86"/>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3C163F45-FF02-47BD-9CC6-9FD817A383C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90" name="PlaceHolder 3"/>
          <p:cNvSpPr>
            <a:spLocks noGrp="1"/>
          </p:cNvSpPr>
          <p:nvPr>
            <p:ph type="dt" idx="87"/>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91"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92"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4"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6" name="PlaceHolder 2"/>
          <p:cNvSpPr>
            <a:spLocks noGrp="1"/>
          </p:cNvSpPr>
          <p:nvPr>
            <p:ph type="ftr" idx="88"/>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97" name="PlaceHolder 3"/>
          <p:cNvSpPr>
            <a:spLocks noGrp="1"/>
          </p:cNvSpPr>
          <p:nvPr>
            <p:ph type="sldNum" idx="89"/>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4C23B240-347B-4764-95F6-6EC96AADB25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98" name="PlaceHolder 4"/>
          <p:cNvSpPr>
            <a:spLocks noGrp="1"/>
          </p:cNvSpPr>
          <p:nvPr>
            <p:ph type="dt" idx="90"/>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2"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04"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5" name="PlaceHolder 3"/>
          <p:cNvSpPr>
            <a:spLocks noGrp="1"/>
          </p:cNvSpPr>
          <p:nvPr>
            <p:ph type="ftr" idx="91"/>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06" name="PlaceHolder 4"/>
          <p:cNvSpPr>
            <a:spLocks noGrp="1"/>
          </p:cNvSpPr>
          <p:nvPr>
            <p:ph type="sldNum" idx="92"/>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9D5DF1E3-22C9-4D2A-B69C-3BCE3EF41118}"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07" name="PlaceHolder 5"/>
          <p:cNvSpPr>
            <a:spLocks noGrp="1"/>
          </p:cNvSpPr>
          <p:nvPr>
            <p:ph type="dt" idx="93"/>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1"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2"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3"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4"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5" name="PlaceHolder 4"/>
          <p:cNvSpPr>
            <a:spLocks noGrp="1"/>
          </p:cNvSpPr>
          <p:nvPr>
            <p:ph type="ftr" idx="94"/>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16" name="PlaceHolder 5"/>
          <p:cNvSpPr>
            <a:spLocks noGrp="1"/>
          </p:cNvSpPr>
          <p:nvPr>
            <p:ph type="sldNum" idx="95"/>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A040F379-683A-4317-8BFF-2BA8EDF4BD2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17" name="PlaceHolder 6"/>
          <p:cNvSpPr>
            <a:spLocks noGrp="1"/>
          </p:cNvSpPr>
          <p:nvPr>
            <p:ph type="dt" idx="96"/>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2"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24" name="PlaceHolder 2"/>
          <p:cNvSpPr>
            <a:spLocks noGrp="1"/>
          </p:cNvSpPr>
          <p:nvPr>
            <p:ph type="ftr" idx="97"/>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25" name="PlaceHolder 3"/>
          <p:cNvSpPr>
            <a:spLocks noGrp="1"/>
          </p:cNvSpPr>
          <p:nvPr>
            <p:ph type="sldNum" idx="98"/>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AF6EB682-DF87-47D0-B10C-33B175C58B7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26" name="PlaceHolder 4"/>
          <p:cNvSpPr>
            <a:spLocks noGrp="1"/>
          </p:cNvSpPr>
          <p:nvPr>
            <p:ph type="dt" idx="99"/>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9"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0" name="PlaceHolder 1"/>
          <p:cNvSpPr>
            <a:spLocks noGrp="1"/>
          </p:cNvSpPr>
          <p:nvPr>
            <p:ph type="ftr" idx="100"/>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31" name="PlaceHolder 2"/>
          <p:cNvSpPr>
            <a:spLocks noGrp="1"/>
          </p:cNvSpPr>
          <p:nvPr>
            <p:ph type="sldNum" idx="101"/>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18CEE0E8-36E4-46C9-B315-CD26699A7E1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32" name="PlaceHolder 3"/>
          <p:cNvSpPr>
            <a:spLocks noGrp="1"/>
          </p:cNvSpPr>
          <p:nvPr>
            <p:ph type="dt" idx="102"/>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4"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36"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7"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8"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9" name="PlaceHolder 5"/>
          <p:cNvSpPr>
            <a:spLocks noGrp="1"/>
          </p:cNvSpPr>
          <p:nvPr>
            <p:ph type="ftr" idx="103"/>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40" name="PlaceHolder 6"/>
          <p:cNvSpPr>
            <a:spLocks noGrp="1"/>
          </p:cNvSpPr>
          <p:nvPr>
            <p:ph type="sldNum" idx="104"/>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54913EC8-F1DA-4011-94E4-8E91EC544AB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41" name="PlaceHolder 7"/>
          <p:cNvSpPr>
            <a:spLocks noGrp="1"/>
          </p:cNvSpPr>
          <p:nvPr>
            <p:ph type="dt" idx="105"/>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
          <p:cNvSpPr/>
          <p:nvPr/>
        </p:nvSpPr>
        <p:spPr>
          <a:xfrm>
            <a:off x="0" y="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7" name=""/>
          <p:cNvSpPr/>
          <p:nvPr/>
        </p:nvSpPr>
        <p:spPr>
          <a:xfrm>
            <a:off x="0" y="4965120"/>
            <a:ext cx="1007460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8"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49"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0"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1"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2" name="PlaceHolder 5"/>
          <p:cNvSpPr>
            <a:spLocks noGrp="1"/>
          </p:cNvSpPr>
          <p:nvPr>
            <p:ph type="ftr" idx="106"/>
          </p:nvPr>
        </p:nvSpPr>
        <p:spPr>
          <a:xfrm>
            <a:off x="3447360" y="5165280"/>
            <a:ext cx="3192840" cy="38880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Arial"/>
              </a:defRPr>
            </a:lvl1pPr>
          </a:lstStyle>
          <a:p>
            <a:pPr indent="0" algn="ctr">
              <a:lnSpc>
                <a:spcPct val="100000"/>
              </a:lnSpc>
              <a:buNone/>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53" name="PlaceHolder 6"/>
          <p:cNvSpPr>
            <a:spLocks noGrp="1"/>
          </p:cNvSpPr>
          <p:nvPr>
            <p:ph type="sldNum" idx="107"/>
          </p:nvPr>
        </p:nvSpPr>
        <p:spPr>
          <a:xfrm>
            <a:off x="7227360" y="5165280"/>
            <a:ext cx="2346120" cy="38880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Arial"/>
              </a:defRPr>
            </a:lvl1pPr>
          </a:lstStyle>
          <a:p>
            <a:pPr indent="0" algn="r">
              <a:lnSpc>
                <a:spcPct val="100000"/>
              </a:lnSpc>
              <a:buNone/>
            </a:pPr>
            <a:fld id="{7CA5E358-8543-42AE-BD35-CAA13ADA4F4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54" name="PlaceHolder 7"/>
          <p:cNvSpPr>
            <a:spLocks noGrp="1"/>
          </p:cNvSpPr>
          <p:nvPr>
            <p:ph type="dt" idx="108"/>
          </p:nvPr>
        </p:nvSpPr>
        <p:spPr>
          <a:xfrm>
            <a:off x="504000" y="516528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0"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2"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3"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4"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5" name="PlaceHolder 5"/>
          <p:cNvSpPr>
            <a:spLocks noGrp="1"/>
          </p:cNvSpPr>
          <p:nvPr>
            <p:ph type="ftr" idx="109"/>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6" name="PlaceHolder 6"/>
          <p:cNvSpPr>
            <a:spLocks noGrp="1"/>
          </p:cNvSpPr>
          <p:nvPr>
            <p:ph type="sldNum" idx="110"/>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2D5EB7C1-5FB7-4450-A9C3-5B02F1EAE7E0}"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367" name="PlaceHolder 7"/>
          <p:cNvSpPr>
            <a:spLocks noGrp="1"/>
          </p:cNvSpPr>
          <p:nvPr>
            <p:ph type="dt" idx="111"/>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3"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5"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6"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7" name="PlaceHolder 4"/>
          <p:cNvSpPr>
            <a:spLocks noGrp="1"/>
          </p:cNvSpPr>
          <p:nvPr>
            <p:ph type="ftr" idx="112"/>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8" name="PlaceHolder 5"/>
          <p:cNvSpPr>
            <a:spLocks noGrp="1"/>
          </p:cNvSpPr>
          <p:nvPr>
            <p:ph type="sldNum" idx="113"/>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4F6E211B-501D-4F87-AD6A-B539BC460612}"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379" name="PlaceHolder 6"/>
          <p:cNvSpPr>
            <a:spLocks noGrp="1"/>
          </p:cNvSpPr>
          <p:nvPr>
            <p:ph type="dt" idx="114"/>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4"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86"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7"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8"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9"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0" name="PlaceHolder 6"/>
          <p:cNvSpPr>
            <a:spLocks noGrp="1"/>
          </p:cNvSpPr>
          <p:nvPr>
            <p:ph type="ftr" idx="115"/>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91" name="PlaceHolder 7"/>
          <p:cNvSpPr>
            <a:spLocks noGrp="1"/>
          </p:cNvSpPr>
          <p:nvPr>
            <p:ph type="sldNum" idx="116"/>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E1086C04-3CD2-48FE-AB93-14BA745BF8BB}"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392" name="PlaceHolder 8"/>
          <p:cNvSpPr>
            <a:spLocks noGrp="1"/>
          </p:cNvSpPr>
          <p:nvPr>
            <p:ph type="dt" idx="117"/>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9"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01" name="PlaceHolder 2"/>
          <p:cNvSpPr>
            <a:spLocks noGrp="1"/>
          </p:cNvSpPr>
          <p:nvPr>
            <p:ph type="body"/>
          </p:nvPr>
        </p:nvSpPr>
        <p:spPr>
          <a:xfrm>
            <a:off x="50400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2" name="PlaceHolder 3"/>
          <p:cNvSpPr>
            <a:spLocks noGrp="1"/>
          </p:cNvSpPr>
          <p:nvPr>
            <p:ph type="body"/>
          </p:nvPr>
        </p:nvSpPr>
        <p:spPr>
          <a:xfrm>
            <a:off x="357156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3" name="PlaceHolder 4"/>
          <p:cNvSpPr>
            <a:spLocks noGrp="1"/>
          </p:cNvSpPr>
          <p:nvPr>
            <p:ph type="body"/>
          </p:nvPr>
        </p:nvSpPr>
        <p:spPr>
          <a:xfrm>
            <a:off x="663912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4" name="PlaceHolder 5"/>
          <p:cNvSpPr>
            <a:spLocks noGrp="1"/>
          </p:cNvSpPr>
          <p:nvPr>
            <p:ph type="body"/>
          </p:nvPr>
        </p:nvSpPr>
        <p:spPr>
          <a:xfrm>
            <a:off x="50400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5" name="PlaceHolder 6"/>
          <p:cNvSpPr>
            <a:spLocks noGrp="1"/>
          </p:cNvSpPr>
          <p:nvPr>
            <p:ph type="body"/>
          </p:nvPr>
        </p:nvSpPr>
        <p:spPr>
          <a:xfrm>
            <a:off x="357156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6" name="PlaceHolder 7"/>
          <p:cNvSpPr>
            <a:spLocks noGrp="1"/>
          </p:cNvSpPr>
          <p:nvPr>
            <p:ph type="body"/>
          </p:nvPr>
        </p:nvSpPr>
        <p:spPr>
          <a:xfrm>
            <a:off x="663912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7" name="PlaceHolder 8"/>
          <p:cNvSpPr>
            <a:spLocks noGrp="1"/>
          </p:cNvSpPr>
          <p:nvPr>
            <p:ph type="ftr" idx="118"/>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8" name="PlaceHolder 9"/>
          <p:cNvSpPr>
            <a:spLocks noGrp="1"/>
          </p:cNvSpPr>
          <p:nvPr>
            <p:ph type="sldNum" idx="119"/>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B9D361D2-932E-4189-B7C3-57EE1EE7EA79}"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09" name="PlaceHolder 10"/>
          <p:cNvSpPr>
            <a:spLocks noGrp="1"/>
          </p:cNvSpPr>
          <p:nvPr>
            <p:ph type="dt" idx="120"/>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1"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2" name="PlaceHolder 1"/>
          <p:cNvSpPr>
            <a:spLocks noGrp="1"/>
          </p:cNvSpPr>
          <p:nvPr>
            <p:ph type="ftr" idx="121"/>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3" name="PlaceHolder 2"/>
          <p:cNvSpPr>
            <a:spLocks noGrp="1"/>
          </p:cNvSpPr>
          <p:nvPr>
            <p:ph type="sldNum" idx="122"/>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71130C30-634F-4DCA-A842-2044537D4B2A}"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14" name="PlaceHolder 3"/>
          <p:cNvSpPr>
            <a:spLocks noGrp="1"/>
          </p:cNvSpPr>
          <p:nvPr>
            <p:ph type="dt" idx="123"/>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15"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16"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8"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20" name="PlaceHolder 2"/>
          <p:cNvSpPr>
            <a:spLocks noGrp="1"/>
          </p:cNvSpPr>
          <p:nvPr>
            <p:ph type="ftr" idx="124"/>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1" name="PlaceHolder 3"/>
          <p:cNvSpPr>
            <a:spLocks noGrp="1"/>
          </p:cNvSpPr>
          <p:nvPr>
            <p:ph type="sldNum" idx="125"/>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55725EF4-AD83-450F-A1A0-966FC0CD617F}"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22" name="PlaceHolder 4"/>
          <p:cNvSpPr>
            <a:spLocks noGrp="1"/>
          </p:cNvSpPr>
          <p:nvPr>
            <p:ph type="dt" idx="126"/>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6"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7"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28"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29" name="PlaceHolder 3"/>
          <p:cNvSpPr>
            <a:spLocks noGrp="1"/>
          </p:cNvSpPr>
          <p:nvPr>
            <p:ph type="ftr" idx="127"/>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0" name="PlaceHolder 4"/>
          <p:cNvSpPr>
            <a:spLocks noGrp="1"/>
          </p:cNvSpPr>
          <p:nvPr>
            <p:ph type="sldNum" idx="128"/>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D315EA8B-0B28-4D51-9604-C00228652C77}"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31" name="PlaceHolder 5"/>
          <p:cNvSpPr>
            <a:spLocks noGrp="1"/>
          </p:cNvSpPr>
          <p:nvPr>
            <p:ph type="dt" idx="129"/>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3"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5"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6"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7"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8"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9" name="PlaceHolder 4"/>
          <p:cNvSpPr>
            <a:spLocks noGrp="1"/>
          </p:cNvSpPr>
          <p:nvPr>
            <p:ph type="ftr" idx="130"/>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0" name="PlaceHolder 5"/>
          <p:cNvSpPr>
            <a:spLocks noGrp="1"/>
          </p:cNvSpPr>
          <p:nvPr>
            <p:ph type="sldNum" idx="131"/>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864CA504-D98F-4B9E-9BFB-5FB50C3C5BA9}"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41" name="PlaceHolder 6"/>
          <p:cNvSpPr>
            <a:spLocks noGrp="1"/>
          </p:cNvSpPr>
          <p:nvPr>
            <p:ph type="dt" idx="132"/>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5"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6"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7"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48" name="PlaceHolder 2"/>
          <p:cNvSpPr>
            <a:spLocks noGrp="1"/>
          </p:cNvSpPr>
          <p:nvPr>
            <p:ph type="ftr" idx="133"/>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9" name="PlaceHolder 3"/>
          <p:cNvSpPr>
            <a:spLocks noGrp="1"/>
          </p:cNvSpPr>
          <p:nvPr>
            <p:ph type="sldNum" idx="134"/>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5CAD0BFD-3006-4C05-8102-1EF4A6498853}"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50" name="PlaceHolder 4"/>
          <p:cNvSpPr>
            <a:spLocks noGrp="1"/>
          </p:cNvSpPr>
          <p:nvPr>
            <p:ph type="dt" idx="135"/>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7"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3"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4" name="PlaceHolder 1"/>
          <p:cNvSpPr>
            <a:spLocks noGrp="1"/>
          </p:cNvSpPr>
          <p:nvPr>
            <p:ph type="ftr" idx="136"/>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5" name="PlaceHolder 2"/>
          <p:cNvSpPr>
            <a:spLocks noGrp="1"/>
          </p:cNvSpPr>
          <p:nvPr>
            <p:ph type="sldNum" idx="137"/>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17036942-60F5-44B7-B6E2-C32A70880BB6}"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56" name="PlaceHolder 3"/>
          <p:cNvSpPr>
            <a:spLocks noGrp="1"/>
          </p:cNvSpPr>
          <p:nvPr>
            <p:ph type="dt" idx="138"/>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9"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8"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60"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61"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62"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63" name="PlaceHolder 5"/>
          <p:cNvSpPr>
            <a:spLocks noGrp="1"/>
          </p:cNvSpPr>
          <p:nvPr>
            <p:ph type="ftr" idx="139"/>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4" name="PlaceHolder 6"/>
          <p:cNvSpPr>
            <a:spLocks noGrp="1"/>
          </p:cNvSpPr>
          <p:nvPr>
            <p:ph type="sldNum" idx="140"/>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D9451838-0A7C-455C-BCE5-090235B383AB}"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65" name="PlaceHolder 7"/>
          <p:cNvSpPr>
            <a:spLocks noGrp="1"/>
          </p:cNvSpPr>
          <p:nvPr>
            <p:ph type="dt" idx="141"/>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1"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
          <p:cNvSpPr/>
          <p:nvPr/>
        </p:nvSpPr>
        <p:spPr>
          <a:xfrm>
            <a:off x="0" y="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1" name=""/>
          <p:cNvSpPr/>
          <p:nvPr/>
        </p:nvSpPr>
        <p:spPr>
          <a:xfrm>
            <a:off x="0" y="4965840"/>
            <a:ext cx="1007604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2"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73"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4"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5"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6" name="PlaceHolder 5"/>
          <p:cNvSpPr>
            <a:spLocks noGrp="1"/>
          </p:cNvSpPr>
          <p:nvPr>
            <p:ph type="ftr" idx="142"/>
          </p:nvPr>
        </p:nvSpPr>
        <p:spPr>
          <a:xfrm>
            <a:off x="3447360" y="5166000"/>
            <a:ext cx="3193920" cy="389520"/>
          </a:xfrm>
          <a:prstGeom prst="rect">
            <a:avLst/>
          </a:prstGeom>
          <a:noFill/>
          <a:ln w="0">
            <a:noFill/>
          </a:ln>
        </p:spPr>
        <p:txBody>
          <a:bodyPr lIns="0" rIns="0" tIns="0" bIns="0" anchor="t">
            <a:noAutofit/>
          </a:bodyPr>
          <a:lstStyle>
            <a:lvl1pPr indent="0" algn="ctr">
              <a:lnSpc>
                <a:spcPct val="100000"/>
              </a:lnSpc>
              <a:buNone/>
              <a:defRPr b="0" lang="en-IN" sz="1400" spc="-1" strike="noStrike">
                <a:solidFill>
                  <a:srgbClr val="000000"/>
                </a:solidFill>
                <a:latin typeface="Times New Roman"/>
              </a:defRPr>
            </a:lvl1pPr>
          </a:lstStyle>
          <a:p>
            <a:pPr indent="0" algn="ctr">
              <a:lnSpc>
                <a:spcPct val="100000"/>
              </a:lnSpc>
              <a:buNone/>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7" name="PlaceHolder 6"/>
          <p:cNvSpPr>
            <a:spLocks noGrp="1"/>
          </p:cNvSpPr>
          <p:nvPr>
            <p:ph type="sldNum" idx="143"/>
          </p:nvPr>
        </p:nvSpPr>
        <p:spPr>
          <a:xfrm>
            <a:off x="7227720" y="5166000"/>
            <a:ext cx="2346840" cy="389520"/>
          </a:xfrm>
          <a:prstGeom prst="rect">
            <a:avLst/>
          </a:prstGeom>
          <a:noFill/>
          <a:ln w="0">
            <a:noFill/>
          </a:ln>
        </p:spPr>
        <p:txBody>
          <a:bodyPr lIns="0" rIns="0" tIns="0" bIns="0" anchor="t">
            <a:noAutofit/>
          </a:bodyPr>
          <a:lstStyle>
            <a:lvl1pPr indent="0" algn="r">
              <a:lnSpc>
                <a:spcPct val="100000"/>
              </a:lnSpc>
              <a:buNone/>
              <a:defRPr b="0" lang="en-IN" sz="1400" spc="-1" strike="noStrike">
                <a:solidFill>
                  <a:srgbClr val="000000"/>
                </a:solidFill>
                <a:latin typeface="Times New Roman"/>
              </a:defRPr>
            </a:lvl1pPr>
          </a:lstStyle>
          <a:p>
            <a:pPr indent="0" algn="r">
              <a:lnSpc>
                <a:spcPct val="100000"/>
              </a:lnSpc>
              <a:buNone/>
            </a:pPr>
            <a:fld id="{13167CBB-B36A-455C-AC7F-85279AB4D8AD}"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78" name="PlaceHolder 7"/>
          <p:cNvSpPr>
            <a:spLocks noGrp="1"/>
          </p:cNvSpPr>
          <p:nvPr>
            <p:ph type="dt" idx="144"/>
          </p:nvPr>
        </p:nvSpPr>
        <p:spPr>
          <a:xfrm>
            <a:off x="504000" y="516600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3" r:id="rId2"/>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84"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85"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86"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87" name="PlaceHolder 5"/>
          <p:cNvSpPr>
            <a:spLocks noGrp="1"/>
          </p:cNvSpPr>
          <p:nvPr>
            <p:ph type="ftr" idx="145"/>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488" name="PlaceHolder 6"/>
          <p:cNvSpPr>
            <a:spLocks noGrp="1"/>
          </p:cNvSpPr>
          <p:nvPr>
            <p:ph type="sldNum" idx="146"/>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0B61BE94-F09A-43CC-98C0-52C7E4577713}"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489" name="PlaceHolder 7"/>
          <p:cNvSpPr>
            <a:spLocks noGrp="1"/>
          </p:cNvSpPr>
          <p:nvPr>
            <p:ph type="dt" idx="147"/>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5" r:id="rId2"/>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95"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96"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97" name="PlaceHolder 4"/>
          <p:cNvSpPr>
            <a:spLocks noGrp="1"/>
          </p:cNvSpPr>
          <p:nvPr>
            <p:ph type="ftr" idx="148"/>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498" name="PlaceHolder 5"/>
          <p:cNvSpPr>
            <a:spLocks noGrp="1"/>
          </p:cNvSpPr>
          <p:nvPr>
            <p:ph type="sldNum" idx="149"/>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8370A0F1-E1DA-45D6-A3FC-132A261ED0E4}"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499" name="PlaceHolder 6"/>
          <p:cNvSpPr>
            <a:spLocks noGrp="1"/>
          </p:cNvSpPr>
          <p:nvPr>
            <p:ph type="dt" idx="150"/>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7" r:id="rId2"/>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04"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5"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6"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7"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8" name="PlaceHolder 6"/>
          <p:cNvSpPr>
            <a:spLocks noGrp="1"/>
          </p:cNvSpPr>
          <p:nvPr>
            <p:ph type="ftr" idx="151"/>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09" name="PlaceHolder 7"/>
          <p:cNvSpPr>
            <a:spLocks noGrp="1"/>
          </p:cNvSpPr>
          <p:nvPr>
            <p:ph type="sldNum" idx="152"/>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3FEB5B28-473C-4F60-9A0C-0D83E387202F}"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10" name="PlaceHolder 8"/>
          <p:cNvSpPr>
            <a:spLocks noGrp="1"/>
          </p:cNvSpPr>
          <p:nvPr>
            <p:ph type="dt" idx="153"/>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9"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6"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7" name="PlaceHolder 2"/>
          <p:cNvSpPr>
            <a:spLocks noGrp="1"/>
          </p:cNvSpPr>
          <p:nvPr>
            <p:ph type="body"/>
          </p:nvPr>
        </p:nvSpPr>
        <p:spPr>
          <a:xfrm>
            <a:off x="50400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8" name="PlaceHolder 3"/>
          <p:cNvSpPr>
            <a:spLocks noGrp="1"/>
          </p:cNvSpPr>
          <p:nvPr>
            <p:ph type="body"/>
          </p:nvPr>
        </p:nvSpPr>
        <p:spPr>
          <a:xfrm>
            <a:off x="357156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9" name="PlaceHolder 4"/>
          <p:cNvSpPr>
            <a:spLocks noGrp="1"/>
          </p:cNvSpPr>
          <p:nvPr>
            <p:ph type="body"/>
          </p:nvPr>
        </p:nvSpPr>
        <p:spPr>
          <a:xfrm>
            <a:off x="663912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0" name="PlaceHolder 5"/>
          <p:cNvSpPr>
            <a:spLocks noGrp="1"/>
          </p:cNvSpPr>
          <p:nvPr>
            <p:ph type="body"/>
          </p:nvPr>
        </p:nvSpPr>
        <p:spPr>
          <a:xfrm>
            <a:off x="50400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1" name="PlaceHolder 6"/>
          <p:cNvSpPr>
            <a:spLocks noGrp="1"/>
          </p:cNvSpPr>
          <p:nvPr>
            <p:ph type="body"/>
          </p:nvPr>
        </p:nvSpPr>
        <p:spPr>
          <a:xfrm>
            <a:off x="357156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2" name="PlaceHolder 7"/>
          <p:cNvSpPr>
            <a:spLocks noGrp="1"/>
          </p:cNvSpPr>
          <p:nvPr>
            <p:ph type="body"/>
          </p:nvPr>
        </p:nvSpPr>
        <p:spPr>
          <a:xfrm>
            <a:off x="663912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3" name="PlaceHolder 8"/>
          <p:cNvSpPr>
            <a:spLocks noGrp="1"/>
          </p:cNvSpPr>
          <p:nvPr>
            <p:ph type="ftr" idx="154"/>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24" name="PlaceHolder 9"/>
          <p:cNvSpPr>
            <a:spLocks noGrp="1"/>
          </p:cNvSpPr>
          <p:nvPr>
            <p:ph type="sldNum" idx="155"/>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CAEF9C27-03B8-4A1D-9FE2-A634B4ED2776}"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25" name="PlaceHolder 10"/>
          <p:cNvSpPr>
            <a:spLocks noGrp="1"/>
          </p:cNvSpPr>
          <p:nvPr>
            <p:ph type="dt" idx="156"/>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1" r:id="rId2"/>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6" name="PlaceHolder 1"/>
          <p:cNvSpPr>
            <a:spLocks noGrp="1"/>
          </p:cNvSpPr>
          <p:nvPr>
            <p:ph type="ftr" idx="157"/>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27" name="PlaceHolder 2"/>
          <p:cNvSpPr>
            <a:spLocks noGrp="1"/>
          </p:cNvSpPr>
          <p:nvPr>
            <p:ph type="sldNum" idx="158"/>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B9DB94A1-9F03-416D-92E6-FA631E64E058}"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28" name="PlaceHolder 3"/>
          <p:cNvSpPr>
            <a:spLocks noGrp="1"/>
          </p:cNvSpPr>
          <p:nvPr>
            <p:ph type="dt" idx="159"/>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9"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30"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32" name="PlaceHolder 2"/>
          <p:cNvSpPr>
            <a:spLocks noGrp="1"/>
          </p:cNvSpPr>
          <p:nvPr>
            <p:ph type="ftr" idx="160"/>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33" name="PlaceHolder 3"/>
          <p:cNvSpPr>
            <a:spLocks noGrp="1"/>
          </p:cNvSpPr>
          <p:nvPr>
            <p:ph type="sldNum" idx="161"/>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98332969-A855-44E0-8AFA-9ECDD30BADC6}"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34" name="PlaceHolder 4"/>
          <p:cNvSpPr>
            <a:spLocks noGrp="1"/>
          </p:cNvSpPr>
          <p:nvPr>
            <p:ph type="dt" idx="162"/>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5" r:id="rId2"/>
  </p:sldLayoutIdLst>
</p:sldMaster>
</file>

<file path=ppt/slideMasters/slideMaster5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7"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38"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9" name="PlaceHolder 3"/>
          <p:cNvSpPr>
            <a:spLocks noGrp="1"/>
          </p:cNvSpPr>
          <p:nvPr>
            <p:ph type="ftr" idx="163"/>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40" name="PlaceHolder 4"/>
          <p:cNvSpPr>
            <a:spLocks noGrp="1"/>
          </p:cNvSpPr>
          <p:nvPr>
            <p:ph type="sldNum" idx="164"/>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CC1CA2E2-DB49-446F-B4A4-B323FCF2ADC3}"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41" name="PlaceHolder 5"/>
          <p:cNvSpPr>
            <a:spLocks noGrp="1"/>
          </p:cNvSpPr>
          <p:nvPr>
            <p:ph type="dt" idx="165"/>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7" r:id="rId2"/>
  </p:sldLayoutIdLst>
</p:sldMaster>
</file>

<file path=ppt/slideMasters/slideMaster5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45"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46"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47" name="PlaceHolder 4"/>
          <p:cNvSpPr>
            <a:spLocks noGrp="1"/>
          </p:cNvSpPr>
          <p:nvPr>
            <p:ph type="ftr" idx="166"/>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48" name="PlaceHolder 5"/>
          <p:cNvSpPr>
            <a:spLocks noGrp="1"/>
          </p:cNvSpPr>
          <p:nvPr>
            <p:ph type="sldNum" idx="167"/>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2B6F064A-600A-4D51-A6AB-755FBB9C3103}"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49" name="PlaceHolder 6"/>
          <p:cNvSpPr>
            <a:spLocks noGrp="1"/>
          </p:cNvSpPr>
          <p:nvPr>
            <p:ph type="dt" idx="168"/>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9" r:id="rId2"/>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54" name="PlaceHolder 2"/>
          <p:cNvSpPr>
            <a:spLocks noGrp="1"/>
          </p:cNvSpPr>
          <p:nvPr>
            <p:ph type="ftr" idx="169"/>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55" name="PlaceHolder 3"/>
          <p:cNvSpPr>
            <a:spLocks noGrp="1"/>
          </p:cNvSpPr>
          <p:nvPr>
            <p:ph type="sldNum" idx="170"/>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FC91D436-310F-4883-A035-1C21B2ECCAA5}"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56" name="PlaceHolder 4"/>
          <p:cNvSpPr>
            <a:spLocks noGrp="1"/>
          </p:cNvSpPr>
          <p:nvPr>
            <p:ph type="dt" idx="171"/>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1" r:id="rId2"/>
  </p:sldLayoutIdLst>
</p:sldMaster>
</file>

<file path=ppt/slideMasters/slideMaster5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8" name="PlaceHolder 1"/>
          <p:cNvSpPr>
            <a:spLocks noGrp="1"/>
          </p:cNvSpPr>
          <p:nvPr>
            <p:ph type="ftr" idx="172"/>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59" name="PlaceHolder 2"/>
          <p:cNvSpPr>
            <a:spLocks noGrp="1"/>
          </p:cNvSpPr>
          <p:nvPr>
            <p:ph type="sldNum" idx="173"/>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8E147A43-587A-49DC-96C7-2E1D6D221115}"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60" name="PlaceHolder 3"/>
          <p:cNvSpPr>
            <a:spLocks noGrp="1"/>
          </p:cNvSpPr>
          <p:nvPr>
            <p:ph type="dt" idx="174"/>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3" r:id="rId2"/>
  </p:sldLayoutIdLst>
</p:sldMaster>
</file>

<file path=ppt/slideMasters/slideMaster5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62"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63"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64"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65" name="PlaceHolder 5"/>
          <p:cNvSpPr>
            <a:spLocks noGrp="1"/>
          </p:cNvSpPr>
          <p:nvPr>
            <p:ph type="ftr" idx="175"/>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66" name="PlaceHolder 6"/>
          <p:cNvSpPr>
            <a:spLocks noGrp="1"/>
          </p:cNvSpPr>
          <p:nvPr>
            <p:ph type="sldNum" idx="176"/>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17386858-0208-4216-BEF7-8F519974BD04}"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67" name="PlaceHolder 7"/>
          <p:cNvSpPr>
            <a:spLocks noGrp="1"/>
          </p:cNvSpPr>
          <p:nvPr>
            <p:ph type="dt" idx="177"/>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5" r:id="rId2"/>
  </p:sldLayoutIdLst>
</p:sldMaster>
</file>

<file path=ppt/slideMasters/slideMaster6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2"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3"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74"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75"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76" name="PlaceHolder 5"/>
          <p:cNvSpPr>
            <a:spLocks noGrp="1"/>
          </p:cNvSpPr>
          <p:nvPr>
            <p:ph type="ftr" idx="178"/>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&lt;footer&gt;</a:t>
            </a:r>
            <a:endParaRPr b="0" lang="en-US" sz="1200" spc="-1" strike="noStrike">
              <a:solidFill>
                <a:srgbClr val="000000"/>
              </a:solidFill>
              <a:latin typeface="Times New Roman"/>
            </a:endParaRPr>
          </a:p>
        </p:txBody>
      </p:sp>
      <p:sp>
        <p:nvSpPr>
          <p:cNvPr id="577" name="PlaceHolder 6"/>
          <p:cNvSpPr>
            <a:spLocks noGrp="1"/>
          </p:cNvSpPr>
          <p:nvPr>
            <p:ph type="sldNum" idx="179"/>
          </p:nvPr>
        </p:nvSpPr>
        <p:spPr>
          <a:xfrm>
            <a:off x="7224120" y="5255640"/>
            <a:ext cx="2350080" cy="300240"/>
          </a:xfrm>
          <a:prstGeom prst="rect">
            <a:avLst/>
          </a:prstGeom>
          <a:noFill/>
          <a:ln w="0">
            <a:noFill/>
          </a:ln>
        </p:spPr>
        <p:txBody>
          <a:bodyPr lIns="90000" rIns="90000" tIns="45000" bIns="45000" anchor="ctr">
            <a:noAutofit/>
          </a:bodyPr>
          <a:lstStyle>
            <a:lvl1pPr indent="0" algn="r">
              <a:lnSpc>
                <a:spcPct val="100000"/>
              </a:lnSpc>
              <a:buNone/>
              <a:defRPr b="0" lang="en-US" sz="1200" spc="-1" strike="noStrike">
                <a:solidFill>
                  <a:srgbClr val="8b8b8b"/>
                </a:solidFill>
                <a:latin typeface="Helvetica Neue Light"/>
              </a:defRPr>
            </a:lvl1pPr>
          </a:lstStyle>
          <a:p>
            <a:pPr indent="0" algn="r">
              <a:lnSpc>
                <a:spcPct val="100000"/>
              </a:lnSpc>
              <a:buNone/>
            </a:pPr>
            <a:fld id="{CC33EE51-9951-44AC-9866-DFE3C65BB2E1}" type="slidenum">
              <a:rPr b="0" lang="en-US" sz="1200" spc="-1" strike="noStrike">
                <a:solidFill>
                  <a:srgbClr val="8b8b8b"/>
                </a:solidFill>
                <a:latin typeface="Helvetica Neue Light"/>
              </a:rPr>
              <a:t>&lt;number&gt;</a:t>
            </a:fld>
            <a:endParaRPr b="0" lang="en-US" sz="1200" spc="-1" strike="noStrike">
              <a:solidFill>
                <a:srgbClr val="000000"/>
              </a:solidFill>
              <a:latin typeface="Times New Roman"/>
            </a:endParaRPr>
          </a:p>
        </p:txBody>
      </p:sp>
      <p:sp>
        <p:nvSpPr>
          <p:cNvPr id="578" name="PlaceHolder 7"/>
          <p:cNvSpPr>
            <a:spLocks noGrp="1"/>
          </p:cNvSpPr>
          <p:nvPr>
            <p:ph type="dt" idx="180"/>
          </p:nvPr>
        </p:nvSpPr>
        <p:spPr>
          <a:xfrm>
            <a:off x="503640" y="5255640"/>
            <a:ext cx="2350080" cy="300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7" r:id="rId2"/>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84"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85"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86"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9" r:id="rId2"/>
  </p:sldLayoutIdLst>
</p:sldMaster>
</file>

<file path=ppt/slideMasters/slideMaster6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92"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3"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1" r:id="rId2"/>
  </p:sldLayoutIdLst>
</p:sldMaster>
</file>

<file path=ppt/slideMasters/slideMaster6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7"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98"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9"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00"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01"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3" r:id="rId2"/>
  </p:sldLayoutIdLst>
</p:sldMaster>
</file>

<file path=ppt/slideMasters/slideMaster6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7"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08" name="PlaceHolder 2"/>
          <p:cNvSpPr>
            <a:spLocks noGrp="1"/>
          </p:cNvSpPr>
          <p:nvPr>
            <p:ph type="body"/>
          </p:nvPr>
        </p:nvSpPr>
        <p:spPr>
          <a:xfrm>
            <a:off x="50400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09" name="PlaceHolder 3"/>
          <p:cNvSpPr>
            <a:spLocks noGrp="1"/>
          </p:cNvSpPr>
          <p:nvPr>
            <p:ph type="body"/>
          </p:nvPr>
        </p:nvSpPr>
        <p:spPr>
          <a:xfrm>
            <a:off x="357156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0" name="PlaceHolder 4"/>
          <p:cNvSpPr>
            <a:spLocks noGrp="1"/>
          </p:cNvSpPr>
          <p:nvPr>
            <p:ph type="body"/>
          </p:nvPr>
        </p:nvSpPr>
        <p:spPr>
          <a:xfrm>
            <a:off x="6639120" y="132660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1" name="PlaceHolder 5"/>
          <p:cNvSpPr>
            <a:spLocks noGrp="1"/>
          </p:cNvSpPr>
          <p:nvPr>
            <p:ph type="body"/>
          </p:nvPr>
        </p:nvSpPr>
        <p:spPr>
          <a:xfrm>
            <a:off x="50400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2" name="PlaceHolder 6"/>
          <p:cNvSpPr>
            <a:spLocks noGrp="1"/>
          </p:cNvSpPr>
          <p:nvPr>
            <p:ph type="body"/>
          </p:nvPr>
        </p:nvSpPr>
        <p:spPr>
          <a:xfrm>
            <a:off x="357156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3" name="PlaceHolder 7"/>
          <p:cNvSpPr>
            <a:spLocks noGrp="1"/>
          </p:cNvSpPr>
          <p:nvPr>
            <p:ph type="body"/>
          </p:nvPr>
        </p:nvSpPr>
        <p:spPr>
          <a:xfrm>
            <a:off x="6639120" y="3044520"/>
            <a:ext cx="2920680" cy="1568160"/>
          </a:xfrm>
          <a:prstGeom prst="rect">
            <a:avLst/>
          </a:prstGeom>
          <a:noFill/>
          <a:ln w="0">
            <a:noFill/>
          </a:ln>
        </p:spPr>
        <p:txBody>
          <a:bodyPr lIns="0" rIns="0" tIns="0" bIns="0" anchor="t">
            <a:normAutofit fontScale="18333"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5" r:id="rId2"/>
  </p:sldLayoutIdLst>
</p:sldMaster>
</file>

<file path=ppt/slideMasters/slideMaster6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15" name="PlaceHolder 2"/>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7" r:id="rId2"/>
  </p:sldLayoutIdLst>
</p:sldMaster>
</file>

<file path=ppt/slideMasters/slideMaster6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6"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9" r:id="rId2"/>
  </p:sldLayoutIdLst>
</p:sldMaster>
</file>

<file path=ppt/slideMasters/slideMaster6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20"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1" r:id="rId2"/>
  </p:sldLayoutIdLst>
</p:sldMaster>
</file>

<file path=ppt/slideMasters/slideMaster6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24"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25"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3" r:id="rId2"/>
  </p:sldLayoutIdLst>
</p:sldMaster>
</file>

<file path=ppt/slideMasters/slideMaster6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5" r:id="rId2"/>
  </p:sldLayoutIdLst>
</p:sldMaster>
</file>

<file path=ppt/slideMasters/slideMaster7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87" r:id="rId2"/>
  </p:sldLayoutIdLst>
</p:sldMaster>
</file>

<file path=ppt/slideMasters/slideMaster7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32"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33"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34"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9" r:id="rId2"/>
  </p:sldLayoutIdLst>
</p:sldMaster>
</file>

<file path=ppt/slideMasters/slideMaster7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40"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1"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2"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1" r:id="rId2"/>
  </p:sldLayoutIdLst>
</p:sldMaster>
</file>

<file path=ppt/slideMasters/slideMaster7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48" name="PlaceHolder 2"/>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4.wmf"/><Relationship Id="rId3" Type="http://schemas.openxmlformats.org/officeDocument/2006/relationships/oleObject" Target="../embeddings/oleObject2.bin"/><Relationship Id="rId4" Type="http://schemas.openxmlformats.org/officeDocument/2006/relationships/image" Target="../media/image5.wmf"/><Relationship Id="rId5" Type="http://schemas.openxmlformats.org/officeDocument/2006/relationships/oleObject" Target="../embeddings/oleObject3.bin"/><Relationship Id="rId6" Type="http://schemas.openxmlformats.org/officeDocument/2006/relationships/image" Target="../media/image6.wmf"/><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image" Target="../media/image18.png"/><Relationship Id="rId19" Type="http://schemas.openxmlformats.org/officeDocument/2006/relationships/image" Target="../media/image19.png"/><Relationship Id="rId20" Type="http://schemas.openxmlformats.org/officeDocument/2006/relationships/image" Target="../media/image20.png"/><Relationship Id="rId21" Type="http://schemas.openxmlformats.org/officeDocument/2006/relationships/image" Target="../media/image21.png"/><Relationship Id="rId22" Type="http://schemas.openxmlformats.org/officeDocument/2006/relationships/image" Target="../media/image22.png"/><Relationship Id="rId23" Type="http://schemas.openxmlformats.org/officeDocument/2006/relationships/image" Target="../media/image23.png"/><Relationship Id="rId24" Type="http://schemas.openxmlformats.org/officeDocument/2006/relationships/image" Target="../media/image19.png"/><Relationship Id="rId25" Type="http://schemas.openxmlformats.org/officeDocument/2006/relationships/image" Target="../media/image24.png"/><Relationship Id="rId26" Type="http://schemas.openxmlformats.org/officeDocument/2006/relationships/image" Target="../media/image19.png"/><Relationship Id="rId27" Type="http://schemas.openxmlformats.org/officeDocument/2006/relationships/image" Target="../media/image19.png"/><Relationship Id="rId28" Type="http://schemas.openxmlformats.org/officeDocument/2006/relationships/image" Target="../media/image19.png"/><Relationship Id="rId29" Type="http://schemas.openxmlformats.org/officeDocument/2006/relationships/slideLayout" Target="../slideLayouts/slideLayout29.xml"/>
</Relationships>
</file>

<file path=ppt/slides/_rels/slide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5.wmf"/><Relationship Id="rId3" Type="http://schemas.openxmlformats.org/officeDocument/2006/relationships/oleObject" Target="../embeddings/oleObject2.bin"/><Relationship Id="rId4" Type="http://schemas.openxmlformats.org/officeDocument/2006/relationships/image" Target="../media/image25.wmf"/><Relationship Id="rId5" Type="http://schemas.openxmlformats.org/officeDocument/2006/relationships/oleObject" Target="../embeddings/oleObject3.bin"/><Relationship Id="rId6" Type="http://schemas.openxmlformats.org/officeDocument/2006/relationships/image" Target="../media/image26.wmf"/><Relationship Id="rId7" Type="http://schemas.openxmlformats.org/officeDocument/2006/relationships/oleObject" Target="../embeddings/oleObject4.bin"/><Relationship Id="rId8" Type="http://schemas.openxmlformats.org/officeDocument/2006/relationships/image" Target="../media/image27.wmf"/><Relationship Id="rId9" Type="http://schemas.openxmlformats.org/officeDocument/2006/relationships/oleObject" Target="../embeddings/oleObject5.bin"/><Relationship Id="rId10" Type="http://schemas.openxmlformats.org/officeDocument/2006/relationships/image" Target="../media/image28.wmf"/><Relationship Id="rId11" Type="http://schemas.openxmlformats.org/officeDocument/2006/relationships/oleObject" Target="../embeddings/oleObject6.bin"/><Relationship Id="rId12" Type="http://schemas.openxmlformats.org/officeDocument/2006/relationships/image" Target="../media/image29.wmf"/><Relationship Id="rId13" Type="http://schemas.openxmlformats.org/officeDocument/2006/relationships/oleObject" Target="../embeddings/oleObject7.bin"/><Relationship Id="rId14" Type="http://schemas.openxmlformats.org/officeDocument/2006/relationships/image" Target="../media/image30.wmf"/><Relationship Id="rId15" Type="http://schemas.openxmlformats.org/officeDocument/2006/relationships/oleObject" Target="../embeddings/oleObject8.bin"/><Relationship Id="rId16" Type="http://schemas.openxmlformats.org/officeDocument/2006/relationships/image" Target="../media/image6.wmf"/><Relationship Id="rId17" Type="http://schemas.openxmlformats.org/officeDocument/2006/relationships/package" Target="../embeddings/oleObject9.docx"/><Relationship Id="rId18" Type="http://schemas.openxmlformats.org/officeDocument/2006/relationships/image" Target="../media/image4.wmf"/><Relationship Id="rId19" Type="http://schemas.openxmlformats.org/officeDocument/2006/relationships/package" Target="../embeddings/oleObject10.docx"/><Relationship Id="rId20" Type="http://schemas.openxmlformats.org/officeDocument/2006/relationships/image" Target="../media/image4.wmf"/><Relationship Id="rId21" Type="http://schemas.openxmlformats.org/officeDocument/2006/relationships/package" Target="../embeddings/oleObject11.docx"/><Relationship Id="rId22" Type="http://schemas.openxmlformats.org/officeDocument/2006/relationships/image" Target="../media/image4.wmf"/><Relationship Id="rId23" Type="http://schemas.openxmlformats.org/officeDocument/2006/relationships/package" Target="../embeddings/oleObject12.docx"/><Relationship Id="rId24" Type="http://schemas.openxmlformats.org/officeDocument/2006/relationships/image" Target="../media/image4.wmf"/><Relationship Id="rId25" Type="http://schemas.openxmlformats.org/officeDocument/2006/relationships/slideLayout" Target="../slideLayouts/slideLayout2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7.xml.rels><?xml version="1.0" encoding="UTF-8"?>
<Relationships xmlns="http://schemas.openxmlformats.org/package/2006/relationships"><Relationship Id="rId1" Type="http://schemas.openxmlformats.org/officeDocument/2006/relationships/hyperlink" Target="https://en.wikipedia.org/wiki/Intel_8051" TargetMode="External"/><Relationship Id="rId2" Type="http://schemas.openxmlformats.org/officeDocument/2006/relationships/image" Target="../media/image3.png"/><Relationship Id="rId3" Type="http://schemas.openxmlformats.org/officeDocument/2006/relationships/image" Target="../media/image31.png"/><Relationship Id="rId4" Type="http://schemas.openxmlformats.org/officeDocument/2006/relationships/image" Target="../media/image7.png"/><Relationship Id="rId5" Type="http://schemas.openxmlformats.org/officeDocument/2006/relationships/slideLayout" Target="../slideLayouts/slideLayout29.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slideLayout" Target="../slideLayouts/slideLayout29.xml"/>
</Relationships>
</file>

<file path=ppt/slides/_rels/slide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29.xml"/>
</Relationships>
</file>

<file path=ppt/slides/_rels/slide1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9.xml"/>
</Relationships>
</file>

<file path=ppt/slides/_rels/slide1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9.xml"/>
</Relationships>
</file>

<file path=ppt/slides/_rels/slide1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4.xml.rels><?xml version="1.0" encoding="UTF-8"?>
<Relationships xmlns="http://schemas.openxmlformats.org/package/2006/relationships"><Relationship Id="rId1" Type="http://schemas.openxmlformats.org/officeDocument/2006/relationships/image" Target="../media/image32.tif"/><Relationship Id="rId2" Type="http://schemas.openxmlformats.org/officeDocument/2006/relationships/image" Target="../media/image20.png"/><Relationship Id="rId3" Type="http://schemas.openxmlformats.org/officeDocument/2006/relationships/slideLayout" Target="../slideLayouts/slideLayout5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hyperlink" Target="http://en.wikipedia.org/wiki/Linux#cite_note-26" TargetMode="External"/><Relationship Id="rId2" Type="http://schemas.openxmlformats.org/officeDocument/2006/relationships/slideLayout" Target="../slideLayouts/slideLayout65.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33.png"/><Relationship Id="rId3" Type="http://schemas.openxmlformats.org/officeDocument/2006/relationships/slideLayout" Target="../slideLayouts/slideLayout7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73.xml"/>
</Relationships>
</file>

<file path=ppt/slides/_rels/slide2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6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65.xml"/>
</Relationships>
</file>

<file path=ppt/slides/_rels/slide26.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slideLayout" Target="../slideLayouts/slideLayout65.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65.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65.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65.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65.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6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65.xml"/>
</Relationships>
</file>

<file path=ppt/slides/_rels/slide34.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73.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7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title"/>
          </p:nvPr>
        </p:nvSpPr>
        <p:spPr>
          <a:xfrm>
            <a:off x="0" y="1548720"/>
            <a:ext cx="9069480" cy="1358640"/>
          </a:xfrm>
          <a:prstGeom prst="rect">
            <a:avLst/>
          </a:prstGeom>
          <a:noFill/>
          <a:ln w="0">
            <a:noFill/>
          </a:ln>
        </p:spPr>
        <p:txBody>
          <a:bodyPr lIns="0" rIns="0" tIns="0" bIns="0" anchor="ctr">
            <a:noAutofit/>
          </a:bodyPr>
          <a:p>
            <a:pPr indent="0" algn="ctr">
              <a:lnSpc>
                <a:spcPct val="100000"/>
              </a:lnSpc>
              <a:buNone/>
            </a:pPr>
            <a:r>
              <a:rPr b="0" lang="en-IN" sz="3300" spc="-1" strike="noStrike">
                <a:solidFill>
                  <a:srgbClr val="006699"/>
                </a:solidFill>
                <a:latin typeface="Arial"/>
              </a:rPr>
              <a:t>Linux Introduction with </a:t>
            </a:r>
            <a:br>
              <a:rPr sz="3300"/>
            </a:br>
            <a:r>
              <a:rPr b="0" lang="en-IN" sz="3300" spc="-1" strike="noStrike">
                <a:solidFill>
                  <a:srgbClr val="006699"/>
                </a:solidFill>
                <a:latin typeface="Arial"/>
              </a:rPr>
              <a:t>Embedded systems</a:t>
            </a:r>
            <a:endParaRPr b="0" lang="en-US" sz="3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title"/>
          </p:nvPr>
        </p:nvSpPr>
        <p:spPr>
          <a:xfrm>
            <a:off x="504360" y="54000"/>
            <a:ext cx="9070920" cy="59328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657" name=""/>
          <p:cNvSpPr/>
          <p:nvPr/>
        </p:nvSpPr>
        <p:spPr>
          <a:xfrm>
            <a:off x="72000" y="707400"/>
            <a:ext cx="9791280" cy="5967000"/>
          </a:xfrm>
          <a:prstGeom prst="rect">
            <a:avLst/>
          </a:prstGeom>
          <a:noFill/>
          <a:ln w="0">
            <a:noFill/>
          </a:ln>
        </p:spPr>
        <p:style>
          <a:lnRef idx="0"/>
          <a:fillRef idx="0"/>
          <a:effectRef idx="0"/>
          <a:fontRef idx="minor"/>
        </p:style>
        <p:txBody>
          <a:bodyPr lIns="90000" rIns="90000" tIns="45000" bIns="45000" anchor="t">
            <a:noAutofit/>
          </a:bodyPr>
          <a:p>
            <a:pPr marL="63360">
              <a:lnSpc>
                <a:spcPct val="156000"/>
              </a:lnSpc>
              <a:spcBef>
                <a:spcPts val="300"/>
              </a:spcBef>
            </a:pPr>
            <a:r>
              <a:rPr b="1" lang="en-IN" sz="1600" spc="-1" strike="noStrike">
                <a:solidFill>
                  <a:srgbClr val="000000"/>
                </a:solidFill>
                <a:latin typeface="Times n"/>
                <a:ea typeface="DejaVu Sans"/>
              </a:rPr>
              <a:t>Rama Krishna.K</a:t>
            </a:r>
            <a:endParaRPr b="0" lang="en-US" sz="1600" spc="-1" strike="noStrike">
              <a:solidFill>
                <a:srgbClr val="000000"/>
              </a:solidFill>
              <a:latin typeface="Arial"/>
            </a:endParaRPr>
          </a:p>
          <a:p>
            <a:pPr marL="63360">
              <a:lnSpc>
                <a:spcPct val="156000"/>
              </a:lnSpc>
              <a:spcBef>
                <a:spcPts val="300"/>
              </a:spcBef>
            </a:pPr>
            <a:r>
              <a:rPr b="0" lang="en-IN" sz="1600" spc="-1" strike="noStrike">
                <a:solidFill>
                  <a:srgbClr val="000000"/>
                </a:solidFill>
                <a:latin typeface="Times n"/>
                <a:ea typeface="DejaVu Sans"/>
              </a:rPr>
              <a:t>With an M.Tech (Master of Technology) degree and 20 years of experience in training, design, development, and debugging of embedded software, networking, and storage systems, primarily on the Linux operating system.Assosiated with Cisco, Juniper, Xilinx (AMD) and Honeywell.</a:t>
            </a:r>
            <a:endParaRPr b="0" lang="en-US" sz="1600" spc="-1" strike="noStrike">
              <a:solidFill>
                <a:srgbClr val="000000"/>
              </a:solidFill>
              <a:latin typeface="Arial"/>
            </a:endParaRPr>
          </a:p>
          <a:p>
            <a:pPr marL="63360">
              <a:lnSpc>
                <a:spcPct val="156000"/>
              </a:lnSpc>
              <a:spcBef>
                <a:spcPts val="300"/>
              </a:spcBef>
            </a:pPr>
            <a:r>
              <a:rPr b="1" lang="en-IN" sz="1600" spc="-1" strike="noStrike">
                <a:solidFill>
                  <a:srgbClr val="000000"/>
                </a:solidFill>
                <a:latin typeface="Times n"/>
                <a:ea typeface="DejaVu Sans"/>
              </a:rPr>
              <a:t>Trainer Experience: </a:t>
            </a:r>
            <a:r>
              <a:rPr b="1" lang="en-IN" sz="1600" spc="-1" strike="noStrike">
                <a:solidFill>
                  <a:srgbClr val="000000"/>
                </a:solidFill>
                <a:latin typeface="Times n"/>
                <a:ea typeface="Calibri"/>
              </a:rPr>
              <a:t>Delivered corporate training for</a:t>
            </a:r>
            <a:endParaRPr b="0" lang="en-US" sz="1600" spc="-1" strike="noStrike">
              <a:solidFill>
                <a:srgbClr val="000000"/>
              </a:solidFill>
              <a:latin typeface="Arial"/>
            </a:endParaRPr>
          </a:p>
          <a:p>
            <a:pPr marL="63360" algn="just">
              <a:lnSpc>
                <a:spcPct val="115000"/>
              </a:lnSpc>
              <a:tabLst>
                <a:tab algn="l" pos="522000"/>
              </a:tabLst>
            </a:pPr>
            <a:r>
              <a:rPr b="0" lang="en-IN" sz="1600" spc="-1" strike="noStrike">
                <a:solidFill>
                  <a:srgbClr val="000000"/>
                </a:solidFill>
                <a:latin typeface="Times n"/>
                <a:ea typeface="Calibri"/>
              </a:rPr>
              <a:t>1.Hewlett Packard Enterprise, Bangalore </a:t>
            </a:r>
            <a:endParaRPr b="0" lang="en-US" sz="1600" spc="-1" strike="noStrike">
              <a:solidFill>
                <a:srgbClr val="000000"/>
              </a:solidFill>
              <a:latin typeface="Arial"/>
            </a:endParaRPr>
          </a:p>
          <a:p>
            <a:pPr marL="63360" algn="just">
              <a:lnSpc>
                <a:spcPct val="115000"/>
              </a:lnSpc>
              <a:tabLst>
                <a:tab algn="l" pos="522000"/>
              </a:tabLst>
            </a:pPr>
            <a:r>
              <a:rPr b="0" lang="en-IN" sz="1600" spc="-1" strike="noStrike">
                <a:solidFill>
                  <a:srgbClr val="000000"/>
                </a:solidFill>
                <a:latin typeface="Times n"/>
                <a:ea typeface="Calibri"/>
              </a:rPr>
              <a:t>     </a:t>
            </a:r>
            <a:r>
              <a:rPr b="0" lang="en-IN" sz="1600" spc="-1" strike="noStrike">
                <a:solidFill>
                  <a:srgbClr val="000000"/>
                </a:solidFill>
                <a:latin typeface="Times n"/>
                <a:ea typeface="Calibri"/>
              </a:rPr>
              <a:t>(Linux Application development &amp; Device drivers)</a:t>
            </a:r>
            <a:endParaRPr b="0" lang="en-US" sz="1600" spc="-1" strike="noStrike">
              <a:solidFill>
                <a:srgbClr val="000000"/>
              </a:solidFill>
              <a:latin typeface="Arial"/>
            </a:endParaRPr>
          </a:p>
          <a:p>
            <a:pPr marL="63360" algn="just">
              <a:lnSpc>
                <a:spcPct val="115000"/>
              </a:lnSpc>
              <a:tabLst>
                <a:tab algn="l" pos="522000"/>
              </a:tabLst>
            </a:pPr>
            <a:r>
              <a:rPr b="0" lang="en-IN" sz="1600" spc="-1" strike="noStrike">
                <a:solidFill>
                  <a:srgbClr val="000000"/>
                </a:solidFill>
                <a:latin typeface="Times n"/>
                <a:ea typeface="Calibri"/>
              </a:rPr>
              <a:t>2. Seimens, Mumbai (Embedded C++)</a:t>
            </a:r>
            <a:endParaRPr b="0" lang="en-US" sz="1600" spc="-1" strike="noStrike">
              <a:solidFill>
                <a:srgbClr val="000000"/>
              </a:solidFill>
              <a:latin typeface="Arial"/>
            </a:endParaRPr>
          </a:p>
          <a:p>
            <a:pPr marL="63360" algn="just">
              <a:lnSpc>
                <a:spcPct val="115000"/>
              </a:lnSpc>
              <a:tabLst>
                <a:tab algn="l" pos="522000"/>
              </a:tabLst>
            </a:pPr>
            <a:r>
              <a:rPr b="0" lang="en-IN" sz="1600" spc="-1" strike="noStrike">
                <a:solidFill>
                  <a:srgbClr val="000000"/>
                </a:solidFill>
                <a:latin typeface="Times n"/>
                <a:ea typeface="Calibri"/>
              </a:rPr>
              <a:t>3. FPT, Vietnam (C++, QT Programming)</a:t>
            </a:r>
            <a:endParaRPr b="0" lang="en-US" sz="1600" spc="-1" strike="noStrike">
              <a:solidFill>
                <a:srgbClr val="000000"/>
              </a:solidFill>
              <a:latin typeface="Arial"/>
            </a:endParaRPr>
          </a:p>
          <a:p>
            <a:pPr marL="63360" algn="just">
              <a:lnSpc>
                <a:spcPct val="115000"/>
              </a:lnSpc>
              <a:tabLst>
                <a:tab algn="l" pos="522000"/>
              </a:tabLst>
            </a:pPr>
            <a:r>
              <a:rPr b="0" lang="en-IN" sz="1600" spc="-1" strike="noStrike">
                <a:solidFill>
                  <a:srgbClr val="000000"/>
                </a:solidFill>
                <a:latin typeface="Times n"/>
                <a:ea typeface="Calibri"/>
              </a:rPr>
              <a:t>3. Medha servo systems, Hyderabad. (Linux Device drivers)</a:t>
            </a:r>
            <a:endParaRPr b="0" lang="en-US" sz="1600" spc="-1" strike="noStrike">
              <a:solidFill>
                <a:srgbClr val="000000"/>
              </a:solidFill>
              <a:latin typeface="Arial"/>
            </a:endParaRPr>
          </a:p>
          <a:p>
            <a:pPr marL="63360" algn="just">
              <a:lnSpc>
                <a:spcPct val="115000"/>
              </a:lnSpc>
              <a:tabLst>
                <a:tab algn="l" pos="522000"/>
              </a:tabLst>
            </a:pPr>
            <a:r>
              <a:rPr b="0" lang="en-IN" sz="1600" spc="-1" strike="noStrike">
                <a:solidFill>
                  <a:srgbClr val="000000"/>
                </a:solidFill>
                <a:latin typeface="Times n"/>
                <a:ea typeface="Calibri"/>
              </a:rPr>
              <a:t>4.  Tata Elxsi systems, Bangalore. (Embedded Linux)</a:t>
            </a:r>
            <a:endParaRPr b="0" lang="en-US" sz="1600" spc="-1" strike="noStrike">
              <a:solidFill>
                <a:srgbClr val="000000"/>
              </a:solidFill>
              <a:latin typeface="Arial"/>
            </a:endParaRPr>
          </a:p>
          <a:p>
            <a:pPr marL="63360" algn="just">
              <a:lnSpc>
                <a:spcPct val="115000"/>
              </a:lnSpc>
              <a:tabLst>
                <a:tab algn="l" pos="522000"/>
              </a:tabLst>
            </a:pPr>
            <a:r>
              <a:rPr b="0" lang="en-IN" sz="1600" spc="-1" strike="noStrike">
                <a:solidFill>
                  <a:srgbClr val="000000"/>
                </a:solidFill>
                <a:latin typeface="Times n"/>
                <a:ea typeface="Calibri"/>
              </a:rPr>
              <a:t>5.  Embitel (</a:t>
            </a:r>
            <a:r>
              <a:rPr b="0" lang="en-IN" sz="1600" spc="-1" strike="noStrike">
                <a:solidFill>
                  <a:srgbClr val="1e1e1e"/>
                </a:solidFill>
                <a:latin typeface="Times n"/>
                <a:ea typeface="Calibri"/>
              </a:rPr>
              <a:t>Volkswagen)</a:t>
            </a:r>
            <a:r>
              <a:rPr b="0" lang="en-IN" sz="1600" spc="-1" strike="noStrike">
                <a:solidFill>
                  <a:srgbClr val="000000"/>
                </a:solidFill>
                <a:latin typeface="Times n"/>
                <a:ea typeface="Calibri"/>
              </a:rPr>
              <a:t>, Bangalore (Linux, C++)</a:t>
            </a:r>
            <a:endParaRPr b="0" lang="en-US" sz="1600" spc="-1" strike="noStrike">
              <a:solidFill>
                <a:srgbClr val="000000"/>
              </a:solidFill>
              <a:latin typeface="Arial"/>
            </a:endParaRPr>
          </a:p>
          <a:p>
            <a:pPr marL="63360" algn="just">
              <a:lnSpc>
                <a:spcPct val="115000"/>
              </a:lnSpc>
              <a:tabLst>
                <a:tab algn="l" pos="522000"/>
              </a:tabLst>
            </a:pPr>
            <a:r>
              <a:rPr b="0" lang="en-IN" sz="1600" spc="-1" strike="noStrike">
                <a:solidFill>
                  <a:srgbClr val="000000"/>
                </a:solidFill>
                <a:latin typeface="Times n"/>
                <a:ea typeface="Calibri"/>
              </a:rPr>
              <a:t>6. BORQS Software solutions, Bangalore (Embedded Linux)</a:t>
            </a:r>
            <a:endParaRPr b="0" lang="en-US" sz="1600" spc="-1" strike="noStrike">
              <a:solidFill>
                <a:srgbClr val="000000"/>
              </a:solidFill>
              <a:latin typeface="Arial"/>
            </a:endParaRPr>
          </a:p>
          <a:p>
            <a:pPr marL="63360" algn="just">
              <a:lnSpc>
                <a:spcPct val="115000"/>
              </a:lnSpc>
              <a:tabLst>
                <a:tab algn="l" pos="522000"/>
              </a:tabLst>
            </a:pPr>
            <a:endParaRPr b="0" lang="en-US" sz="1150" spc="-1" strike="noStrike">
              <a:solidFill>
                <a:srgbClr val="000000"/>
              </a:solidFill>
              <a:latin typeface="Arial"/>
            </a:endParaRPr>
          </a:p>
          <a:p>
            <a:pPr marL="63360" algn="just">
              <a:lnSpc>
                <a:spcPct val="115000"/>
              </a:lnSpc>
              <a:tabLst>
                <a:tab algn="l" pos="522000"/>
              </a:tabLst>
            </a:pPr>
            <a:r>
              <a:rPr b="0" lang="en-US" sz="1600" spc="-1" strike="noStrike">
                <a:solidFill>
                  <a:srgbClr val="000000"/>
                </a:solidFill>
                <a:latin typeface="Times n"/>
                <a:ea typeface="Calibri"/>
              </a:rPr>
              <a:t>→ </a:t>
            </a:r>
            <a:r>
              <a:rPr b="0" lang="en-US" sz="1600" spc="-1" strike="noStrike">
                <a:solidFill>
                  <a:srgbClr val="000000"/>
                </a:solidFill>
                <a:latin typeface="Times n"/>
                <a:ea typeface="Calibri"/>
              </a:rPr>
              <a:t>Working as Guest faculty in Vector Embedded Training institute INIDA for C, C++, Linux internals, Embedded Linux and Device</a:t>
            </a:r>
            <a:r>
              <a:rPr b="0" lang="en-US" sz="1600" spc="-12" strike="noStrike">
                <a:solidFill>
                  <a:srgbClr val="000000"/>
                </a:solidFill>
                <a:latin typeface="Times n"/>
                <a:ea typeface="Calibri"/>
              </a:rPr>
              <a:t> </a:t>
            </a:r>
            <a:r>
              <a:rPr b="0" lang="en-US" sz="1600" spc="-1" strike="noStrike">
                <a:solidFill>
                  <a:srgbClr val="000000"/>
                </a:solidFill>
                <a:latin typeface="Times n"/>
                <a:ea typeface="Calibri"/>
              </a:rPr>
              <a:t>drivers. </a:t>
            </a:r>
            <a:endParaRPr b="0" lang="en-US" sz="1600" spc="-1" strike="noStrike">
              <a:solidFill>
                <a:srgbClr val="000000"/>
              </a:solidFill>
              <a:latin typeface="Arial"/>
            </a:endParaRPr>
          </a:p>
          <a:p>
            <a:pPr marL="63360" algn="just">
              <a:lnSpc>
                <a:spcPct val="115000"/>
              </a:lnSpc>
              <a:tabLst>
                <a:tab algn="l" pos="522000"/>
              </a:tabLst>
            </a:pPr>
            <a:endParaRPr b="0" lang="en-US" sz="1600" spc="-1" strike="noStrike">
              <a:solidFill>
                <a:srgbClr val="000000"/>
              </a:solidFill>
              <a:latin typeface="Arial"/>
            </a:endParaRPr>
          </a:p>
          <a:p>
            <a:pPr marL="63360" algn="just">
              <a:lnSpc>
                <a:spcPct val="115000"/>
              </a:lnSpc>
              <a:tabLst>
                <a:tab algn="l" pos="522000"/>
              </a:tabLst>
            </a:pPr>
            <a:r>
              <a:rPr b="0" lang="en-US" sz="1600" spc="-1" strike="noStrike">
                <a:solidFill>
                  <a:srgbClr val="000000"/>
                </a:solidFill>
                <a:latin typeface="Times n"/>
                <a:ea typeface="Calibri"/>
              </a:rPr>
              <a:t>→  </a:t>
            </a:r>
            <a:r>
              <a:rPr b="0" lang="en-US" sz="1600" spc="-1" strike="noStrike">
                <a:solidFill>
                  <a:srgbClr val="000000"/>
                </a:solidFill>
                <a:latin typeface="Times n"/>
                <a:ea typeface="Calibri"/>
              </a:rPr>
              <a:t>Industry experience includes working with leading technology companies such as </a:t>
            </a:r>
            <a:r>
              <a:rPr b="1" lang="en-US" sz="1600" spc="-1" strike="noStrike">
                <a:solidFill>
                  <a:srgbClr val="000000"/>
                </a:solidFill>
                <a:latin typeface="Times n"/>
                <a:ea typeface="Calibri"/>
              </a:rPr>
              <a:t>Juniper, Xilinx (now AMD), Cisco, and Honeywell.</a:t>
            </a:r>
            <a:endParaRPr b="0" lang="en-US" sz="1600" spc="-1" strike="noStrike">
              <a:solidFill>
                <a:srgbClr val="000000"/>
              </a:solidFill>
              <a:latin typeface="Arial"/>
            </a:endParaRPr>
          </a:p>
          <a:p>
            <a:pPr marL="63360" algn="just">
              <a:lnSpc>
                <a:spcPct val="115000"/>
              </a:lnSpc>
              <a:tabLst>
                <a:tab algn="l" pos="52200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Slide Number Placeholder 3"/>
          <p:cNvSpPr/>
          <p:nvPr/>
        </p:nvSpPr>
        <p:spPr>
          <a:xfrm>
            <a:off x="8820360" y="5166360"/>
            <a:ext cx="1006560" cy="376560"/>
          </a:xfrm>
          <a:custGeom>
            <a:avLst/>
            <a:gdLst>
              <a:gd name="textAreaLeft" fmla="*/ 0 w 1006560"/>
              <a:gd name="textAreaRight" fmla="*/ 1006920 w 1006560"/>
              <a:gd name="textAreaTop" fmla="*/ 0 h 376560"/>
              <a:gd name="textAreaBottom" fmla="*/ 376920 h 376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rmAutofit/>
          </a:bodyPr>
          <a:p>
            <a:pPr algn="r">
              <a:lnSpc>
                <a:spcPct val="100000"/>
              </a:lnSpc>
              <a:spcBef>
                <a:spcPts val="87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FEE3B71-A5D8-42B3-87E5-2A1DB7112723}"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659" name="PlaceHolder 1"/>
          <p:cNvSpPr>
            <a:spLocks noGrp="1"/>
          </p:cNvSpPr>
          <p:nvPr>
            <p:ph type="title"/>
          </p:nvPr>
        </p:nvSpPr>
        <p:spPr>
          <a:xfrm>
            <a:off x="335160" y="-81000"/>
            <a:ext cx="9239400" cy="943560"/>
          </a:xfrm>
          <a:prstGeom prst="rect">
            <a:avLst/>
          </a:prstGeom>
          <a:noFill/>
          <a:ln w="0">
            <a:noFill/>
          </a:ln>
        </p:spPr>
        <p:txBody>
          <a:bodyPr lIns="0" rIns="0" tIns="46080" bIns="4608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rPr>
              <a:t>Embedded systems overview</a:t>
            </a:r>
            <a:endParaRPr b="0" lang="en-US" sz="4400" spc="-1" strike="noStrike">
              <a:solidFill>
                <a:srgbClr val="000000"/>
              </a:solidFill>
              <a:latin typeface="Arial"/>
            </a:endParaRPr>
          </a:p>
        </p:txBody>
      </p:sp>
      <p:sp>
        <p:nvSpPr>
          <p:cNvPr id="660" name="PlaceHolder 2"/>
          <p:cNvSpPr>
            <a:spLocks noGrp="1"/>
          </p:cNvSpPr>
          <p:nvPr>
            <p:ph/>
          </p:nvPr>
        </p:nvSpPr>
        <p:spPr>
          <a:xfrm>
            <a:off x="419760" y="1259640"/>
            <a:ext cx="9239400" cy="3716280"/>
          </a:xfrm>
          <a:prstGeom prst="rect">
            <a:avLst/>
          </a:prstGeom>
          <a:noFill/>
          <a:ln w="0">
            <a:noFill/>
          </a:ln>
        </p:spPr>
        <p:txBody>
          <a:bodyPr lIns="92160" rIns="92160" tIns="46080" bIns="46080" anchor="t">
            <a:normAutofit fontScale="93333"/>
          </a:bodyPr>
          <a:p>
            <a:pPr marL="432000" indent="-324000">
              <a:lnSpc>
                <a:spcPct val="100000"/>
              </a:lnSpc>
              <a:spcBef>
                <a:spcPts val="448"/>
              </a:spcBef>
              <a:buClr>
                <a:srgbClr val="0000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Computing systems are everywhere</a:t>
            </a:r>
            <a:endParaRPr b="0" lang="en-US" sz="1800" spc="-1" strike="noStrike">
              <a:solidFill>
                <a:srgbClr val="000000"/>
              </a:solidFill>
              <a:latin typeface="Arial"/>
            </a:endParaRPr>
          </a:p>
          <a:p>
            <a:pPr marL="432000" indent="-324000">
              <a:lnSpc>
                <a:spcPct val="100000"/>
              </a:lnSpc>
              <a:spcBef>
                <a:spcPts val="448"/>
              </a:spcBef>
              <a:buClr>
                <a:srgbClr val="0000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Most of us think of “desktop” computers</a:t>
            </a:r>
            <a:endParaRPr b="0" lang="en-US" sz="1800" spc="-1" strike="noStrike">
              <a:solidFill>
                <a:srgbClr val="000000"/>
              </a:solidFill>
              <a:latin typeface="Arial"/>
            </a:endParaRPr>
          </a:p>
          <a:p>
            <a:pPr lvl="1" marL="742680" indent="-285480">
              <a:lnSpc>
                <a:spcPct val="100000"/>
              </a:lnSpc>
              <a:spcBef>
                <a:spcPts val="4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PC’s</a:t>
            </a:r>
            <a:endParaRPr b="0" lang="en-US" sz="1600" spc="-1" strike="noStrike">
              <a:solidFill>
                <a:srgbClr val="000000"/>
              </a:solidFill>
              <a:latin typeface="Arial"/>
            </a:endParaRPr>
          </a:p>
          <a:p>
            <a:pPr lvl="1" marL="742680" indent="-285480">
              <a:lnSpc>
                <a:spcPct val="100000"/>
              </a:lnSpc>
              <a:spcBef>
                <a:spcPts val="4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Laptops</a:t>
            </a:r>
            <a:endParaRPr b="0" lang="en-US" sz="1600" spc="-1" strike="noStrike">
              <a:solidFill>
                <a:srgbClr val="000000"/>
              </a:solidFill>
              <a:latin typeface="Arial"/>
            </a:endParaRPr>
          </a:p>
          <a:p>
            <a:pPr lvl="1" marL="742680" indent="-285480">
              <a:lnSpc>
                <a:spcPct val="100000"/>
              </a:lnSpc>
              <a:spcBef>
                <a:spcPts val="4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Mainframes</a:t>
            </a:r>
            <a:endParaRPr b="0" lang="en-US" sz="1600" spc="-1" strike="noStrike">
              <a:solidFill>
                <a:srgbClr val="000000"/>
              </a:solidFill>
              <a:latin typeface="Arial"/>
            </a:endParaRPr>
          </a:p>
          <a:p>
            <a:pPr lvl="1" marL="742680" indent="-285480">
              <a:lnSpc>
                <a:spcPct val="100000"/>
              </a:lnSpc>
              <a:spcBef>
                <a:spcPts val="4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Servers</a:t>
            </a:r>
            <a:endParaRPr b="0" lang="en-US" sz="1600" spc="-1" strike="noStrike">
              <a:solidFill>
                <a:srgbClr val="000000"/>
              </a:solidFill>
              <a:latin typeface="Arial"/>
            </a:endParaRPr>
          </a:p>
          <a:p>
            <a:pPr marL="432000" indent="-324000">
              <a:lnSpc>
                <a:spcPct val="100000"/>
              </a:lnSpc>
              <a:spcBef>
                <a:spcPts val="448"/>
              </a:spcBef>
              <a:buClr>
                <a:srgbClr val="0000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But there’s another type of computing system</a:t>
            </a:r>
            <a:endParaRPr b="0" lang="en-US" sz="1800" spc="-1" strike="noStrike">
              <a:solidFill>
                <a:srgbClr val="000000"/>
              </a:solidFill>
              <a:latin typeface="Arial"/>
            </a:endParaRPr>
          </a:p>
          <a:p>
            <a:pPr lvl="1" marL="742680" indent="-285480">
              <a:lnSpc>
                <a:spcPct val="100000"/>
              </a:lnSpc>
              <a:spcBef>
                <a:spcPts val="4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Far more common...</a:t>
            </a:r>
            <a:endParaRPr b="0" lang="en-US" sz="1600" spc="-1" strike="noStrike">
              <a:solidFill>
                <a:srgbClr val="000000"/>
              </a:solidFill>
              <a:latin typeface="Arial"/>
            </a:endParaRPr>
          </a:p>
          <a:p>
            <a:pPr marL="432000" indent="-324000">
              <a:lnSpc>
                <a:spcPct val="100000"/>
              </a:lnSpc>
              <a:spcBef>
                <a:spcPts val="448"/>
              </a:spcBef>
              <a:buClr>
                <a:srgbClr val="0000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What may be surprising is that </a:t>
            </a:r>
            <a:r>
              <a:rPr b="0" i="1" lang="en-US" sz="1800" spc="-1" strike="noStrike">
                <a:solidFill>
                  <a:srgbClr val="000000"/>
                </a:solidFill>
                <a:latin typeface="Arial"/>
              </a:rPr>
              <a:t>billions </a:t>
            </a:r>
            <a:r>
              <a:rPr b="0" lang="en-US" sz="1800" spc="-1" strike="noStrike">
                <a:solidFill>
                  <a:srgbClr val="000000"/>
                </a:solidFill>
                <a:latin typeface="Arial"/>
              </a:rPr>
              <a:t>of computing systems are built every year for a very different purpose: they are embedded within larger electronic devices, repeatedly carrying out a particular function, often going completely unrecognized by the device’s user. Creating a precise definition of such embedded computing systems, or simply </a:t>
            </a:r>
            <a:r>
              <a:rPr b="0" i="1" lang="en-US" sz="1800" spc="-1" strike="noStrike">
                <a:solidFill>
                  <a:srgbClr val="000000"/>
                </a:solidFill>
                <a:latin typeface="Arial"/>
              </a:rPr>
              <a:t>embedded systems</a:t>
            </a:r>
            <a:endParaRPr b="0" lang="en-US" sz="1800" spc="-1" strike="noStrike">
              <a:solidFill>
                <a:srgbClr val="000000"/>
              </a:solidFill>
              <a:latin typeface="Arial"/>
            </a:endParaRPr>
          </a:p>
        </p:txBody>
      </p:sp>
      <p:pic>
        <p:nvPicPr>
          <p:cNvPr id="661" name="Picture 5_ 2" descr="C:\My Documents\FrankWork\MacPB.gif"/>
          <p:cNvPicPr/>
          <p:nvPr/>
        </p:nvPicPr>
        <p:blipFill>
          <a:blip r:embed="rId1"/>
          <a:stretch/>
        </p:blipFill>
        <p:spPr>
          <a:xfrm>
            <a:off x="3359880" y="2394000"/>
            <a:ext cx="502560" cy="376560"/>
          </a:xfrm>
          <a:prstGeom prst="rect">
            <a:avLst/>
          </a:prstGeom>
          <a:ln w="0">
            <a:noFill/>
          </a:ln>
        </p:spPr>
      </p:pic>
      <p:pic>
        <p:nvPicPr>
          <p:cNvPr id="662" name="Picture 6_ 2" descr="C:\My Documents\FrankWork\pc.gif"/>
          <p:cNvPicPr/>
          <p:nvPr/>
        </p:nvPicPr>
        <p:blipFill>
          <a:blip r:embed="rId2"/>
          <a:stretch/>
        </p:blipFill>
        <p:spPr>
          <a:xfrm>
            <a:off x="2772000" y="2079000"/>
            <a:ext cx="502560" cy="37656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Slide Number Placeholder 3_0"/>
          <p:cNvSpPr/>
          <p:nvPr/>
        </p:nvSpPr>
        <p:spPr>
          <a:xfrm>
            <a:off x="8820360" y="5166360"/>
            <a:ext cx="1006560" cy="376560"/>
          </a:xfrm>
          <a:custGeom>
            <a:avLst/>
            <a:gdLst>
              <a:gd name="textAreaLeft" fmla="*/ 0 w 1006560"/>
              <a:gd name="textAreaRight" fmla="*/ 1006920 w 1006560"/>
              <a:gd name="textAreaTop" fmla="*/ 0 h 376560"/>
              <a:gd name="textAreaBottom" fmla="*/ 376920 h 376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rmAutofit/>
          </a:bodyPr>
          <a:p>
            <a:pPr algn="r">
              <a:lnSpc>
                <a:spcPct val="100000"/>
              </a:lnSpc>
              <a:spcBef>
                <a:spcPts val="87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7E21110-4EA3-4C74-82F0-2587DA491B09}"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664" name="PlaceHolder 1"/>
          <p:cNvSpPr>
            <a:spLocks noGrp="1"/>
          </p:cNvSpPr>
          <p:nvPr>
            <p:ph type="title"/>
          </p:nvPr>
        </p:nvSpPr>
        <p:spPr>
          <a:xfrm>
            <a:off x="419760" y="-72000"/>
            <a:ext cx="9239400" cy="943560"/>
          </a:xfrm>
          <a:prstGeom prst="rect">
            <a:avLst/>
          </a:prstGeom>
          <a:noFill/>
          <a:ln w="0">
            <a:noFill/>
          </a:ln>
        </p:spPr>
        <p:txBody>
          <a:bodyPr lIns="0" rIns="0" tIns="46080" bIns="4608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rPr>
              <a:t>Embedded systems overview</a:t>
            </a:r>
            <a:endParaRPr b="0" lang="en-US" sz="4400" spc="-1" strike="noStrike">
              <a:solidFill>
                <a:srgbClr val="000000"/>
              </a:solidFill>
              <a:latin typeface="Arial"/>
            </a:endParaRPr>
          </a:p>
        </p:txBody>
      </p:sp>
      <p:sp>
        <p:nvSpPr>
          <p:cNvPr id="665" name="PlaceHolder 2"/>
          <p:cNvSpPr>
            <a:spLocks noGrp="1"/>
          </p:cNvSpPr>
          <p:nvPr>
            <p:ph/>
          </p:nvPr>
        </p:nvSpPr>
        <p:spPr>
          <a:xfrm>
            <a:off x="419400" y="1259640"/>
            <a:ext cx="6467040" cy="3716280"/>
          </a:xfrm>
          <a:prstGeom prst="rect">
            <a:avLst/>
          </a:prstGeom>
          <a:noFill/>
          <a:ln w="0">
            <a:noFill/>
          </a:ln>
        </p:spPr>
        <p:txBody>
          <a:bodyPr lIns="92160" rIns="92160" tIns="46080" bIns="46080" anchor="t">
            <a:normAutofit fontScale="93333" lnSpcReduction="10000"/>
          </a:bodyPr>
          <a:p>
            <a:pPr marL="432000" indent="-324000">
              <a:lnSpc>
                <a:spcPct val="100000"/>
              </a:lnSpc>
              <a:spcBef>
                <a:spcPts val="400"/>
              </a:spcBef>
              <a:buClr>
                <a:srgbClr val="0000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Embedded computing systems</a:t>
            </a:r>
            <a:endParaRPr b="0" lang="en-US" sz="1600" spc="-1" strike="noStrike">
              <a:solidFill>
                <a:srgbClr val="000000"/>
              </a:solidFill>
              <a:latin typeface="Arial"/>
            </a:endParaRPr>
          </a:p>
          <a:p>
            <a:pPr lvl="1" marL="742680" indent="-285480">
              <a:lnSpc>
                <a:spcPct val="100000"/>
              </a:lnSpc>
              <a:spcBef>
                <a:spcPts val="34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Computing systems embedded within electronic devices</a:t>
            </a:r>
            <a:endParaRPr b="0" lang="en-US" sz="1400" spc="-1" strike="noStrike">
              <a:solidFill>
                <a:srgbClr val="000000"/>
              </a:solidFill>
              <a:latin typeface="Arial"/>
            </a:endParaRPr>
          </a:p>
          <a:p>
            <a:pPr lvl="1" marL="742680" indent="-285480">
              <a:lnSpc>
                <a:spcPct val="100000"/>
              </a:lnSpc>
              <a:spcBef>
                <a:spcPts val="34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Hard to define. Nearly any computing system other than a desktop computer</a:t>
            </a:r>
            <a:endParaRPr b="0" lang="en-US" sz="1400" spc="-1" strike="noStrike">
              <a:solidFill>
                <a:srgbClr val="000000"/>
              </a:solidFill>
              <a:latin typeface="Arial"/>
            </a:endParaRPr>
          </a:p>
          <a:p>
            <a:pPr lvl="1" marL="742680" indent="-285480">
              <a:lnSpc>
                <a:spcPct val="100000"/>
              </a:lnSpc>
              <a:spcBef>
                <a:spcPts val="34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Billions of units produced yearly, versus millions of desktop units</a:t>
            </a:r>
            <a:endParaRPr b="0" lang="en-US" sz="1400" spc="-1" strike="noStrike">
              <a:solidFill>
                <a:srgbClr val="000000"/>
              </a:solidFill>
              <a:latin typeface="Arial"/>
            </a:endParaRPr>
          </a:p>
          <a:p>
            <a:pPr lvl="1" marL="742680" indent="-285480">
              <a:lnSpc>
                <a:spcPct val="100000"/>
              </a:lnSpc>
              <a:spcBef>
                <a:spcPts val="34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Perhaps 50 per household and per automobile</a:t>
            </a:r>
            <a:endParaRPr b="0" lang="en-US" sz="1400" spc="-1" strike="noStrike">
              <a:solidFill>
                <a:srgbClr val="000000"/>
              </a:solidFill>
              <a:latin typeface="Arial"/>
            </a:endParaRPr>
          </a:p>
          <a:p>
            <a:pPr marL="342720" indent="-342720">
              <a:lnSpc>
                <a:spcPct val="100000"/>
              </a:lnSpc>
              <a:spcBef>
                <a:spcPts val="349"/>
              </a:spcBef>
              <a:buNone/>
              <a:tabLst>
                <a:tab algn="l" pos="0"/>
              </a:tabLst>
            </a:pPr>
            <a:r>
              <a:rPr b="0" lang="en-US" sz="1400" spc="-1" strike="noStrike">
                <a:solidFill>
                  <a:srgbClr val="000000"/>
                </a:solidFill>
                <a:latin typeface="Arial"/>
              </a:rPr>
              <a:t>Embedded systems are found in a variety of common electronic devices, such as: </a:t>
            </a:r>
            <a:endParaRPr b="0" lang="en-US" sz="1400" spc="-1" strike="noStrike">
              <a:solidFill>
                <a:srgbClr val="000000"/>
              </a:solidFill>
              <a:latin typeface="Arial"/>
            </a:endParaRPr>
          </a:p>
          <a:p>
            <a:pPr marL="342720" indent="-342720">
              <a:lnSpc>
                <a:spcPct val="100000"/>
              </a:lnSpc>
              <a:spcBef>
                <a:spcPts val="349"/>
              </a:spcBef>
              <a:buNone/>
              <a:tabLst>
                <a:tab algn="l" pos="0"/>
              </a:tabLst>
            </a:pPr>
            <a:r>
              <a:rPr b="0" lang="en-US" sz="1400" spc="-1" strike="noStrike">
                <a:solidFill>
                  <a:srgbClr val="000000"/>
                </a:solidFill>
                <a:latin typeface="Arial"/>
              </a:rPr>
              <a:t>(a) </a:t>
            </a:r>
            <a:r>
              <a:rPr b="0" lang="fr-FR" sz="1400" spc="-1" strike="noStrike">
                <a:solidFill>
                  <a:srgbClr val="000000"/>
                </a:solidFill>
                <a:latin typeface="Arial"/>
              </a:rPr>
              <a:t>consumer electronics -- cell phones, pagers, digital cameras, camcorders, videocassette </a:t>
            </a:r>
            <a:r>
              <a:rPr b="0" lang="en-US" sz="1400" spc="-1" strike="noStrike">
                <a:solidFill>
                  <a:srgbClr val="000000"/>
                </a:solidFill>
                <a:latin typeface="Arial"/>
              </a:rPr>
              <a:t>recorders, portable video games, calculators, and personal digital assistants; </a:t>
            </a:r>
            <a:endParaRPr b="0" lang="en-US" sz="1400" spc="-1" strike="noStrike">
              <a:solidFill>
                <a:srgbClr val="000000"/>
              </a:solidFill>
              <a:latin typeface="Arial"/>
            </a:endParaRPr>
          </a:p>
          <a:p>
            <a:pPr marL="342720" indent="-342720">
              <a:lnSpc>
                <a:spcPct val="100000"/>
              </a:lnSpc>
              <a:spcBef>
                <a:spcPts val="349"/>
              </a:spcBef>
              <a:buNone/>
              <a:tabLst>
                <a:tab algn="l" pos="0"/>
              </a:tabLst>
            </a:pPr>
            <a:r>
              <a:rPr b="0" lang="en-US" sz="1400" spc="-1" strike="noStrike">
                <a:solidFill>
                  <a:srgbClr val="000000"/>
                </a:solidFill>
                <a:latin typeface="Arial"/>
              </a:rPr>
              <a:t>(b) home appliances -- microwave ovens, answering machines,   thermostat, home security, washing machines, and lighting systems; (c) office automation -- fax machines, copiers, printers, and scanners; (d) business equipment -- cash registers, curbside check-in, alarm systems, card readers, product scanners, and automated teller machines; </a:t>
            </a:r>
            <a:endParaRPr b="0" lang="en-US" sz="1400" spc="-1" strike="noStrike">
              <a:solidFill>
                <a:srgbClr val="000000"/>
              </a:solidFill>
              <a:latin typeface="Arial"/>
            </a:endParaRPr>
          </a:p>
          <a:p>
            <a:pPr marL="342720" indent="-342720">
              <a:lnSpc>
                <a:spcPct val="100000"/>
              </a:lnSpc>
              <a:spcBef>
                <a:spcPts val="349"/>
              </a:spcBef>
              <a:buNone/>
              <a:tabLst>
                <a:tab algn="l" pos="0"/>
              </a:tabLst>
            </a:pPr>
            <a:r>
              <a:rPr b="0" lang="en-US" sz="1400" spc="-1" strike="noStrike">
                <a:solidFill>
                  <a:srgbClr val="000000"/>
                </a:solidFill>
                <a:latin typeface="Arial"/>
              </a:rPr>
              <a:t>(e) automobiles -- transmission control, cruise control, fuel injection, anti-lock brakes, and active suspension.</a:t>
            </a:r>
            <a:endParaRPr b="0" lang="en-US" sz="1400" spc="-1" strike="noStrike">
              <a:solidFill>
                <a:srgbClr val="000000"/>
              </a:solidFill>
              <a:latin typeface="Arial"/>
            </a:endParaRPr>
          </a:p>
        </p:txBody>
      </p:sp>
      <p:graphicFrame>
        <p:nvGraphicFramePr>
          <p:cNvPr id="666" name="Object 4_ 2"/>
          <p:cNvGraphicFramePr/>
          <p:nvPr/>
        </p:nvGraphicFramePr>
        <p:xfrm>
          <a:off x="8652240" y="1575000"/>
          <a:ext cx="964440" cy="310680"/>
        </p:xfrm>
        <a:graphic>
          <a:graphicData uri="http://schemas.openxmlformats.org/presentationml/2006/ole">
            <p:oleObj progId="Word.Document.12" r:id="rId1" spid="">
              <p:embed/>
              <p:pic>
                <p:nvPicPr>
                  <p:cNvPr id="667" name="Object 4_ 2" descr=""/>
                  <p:cNvPicPr/>
                  <p:nvPr/>
                </p:nvPicPr>
                <p:blipFill>
                  <a:blip r:embed="rId2"/>
                  <a:stretch/>
                </p:blipFill>
                <p:spPr>
                  <a:xfrm>
                    <a:off x="8652240" y="1575000"/>
                    <a:ext cx="964440" cy="310680"/>
                  </a:xfrm>
                  <a:prstGeom prst="rect">
                    <a:avLst/>
                  </a:prstGeom>
                  <a:ln w="0">
                    <a:noFill/>
                  </a:ln>
                </p:spPr>
              </p:pic>
            </p:oleObj>
          </a:graphicData>
        </a:graphic>
      </p:graphicFrame>
      <p:graphicFrame>
        <p:nvGraphicFramePr>
          <p:cNvPr id="668" name="Object 20_ 2"/>
          <p:cNvGraphicFramePr/>
          <p:nvPr/>
        </p:nvGraphicFramePr>
        <p:xfrm>
          <a:off x="8736120" y="1953000"/>
          <a:ext cx="821160" cy="343800"/>
        </p:xfrm>
        <a:graphic>
          <a:graphicData uri="http://schemas.openxmlformats.org/presentationml/2006/ole">
            <p:oleObj r:id="rId3" spid="">
              <p:embed/>
              <p:pic>
                <p:nvPicPr>
                  <p:cNvPr id="669" name="Object 20_ 2" descr=""/>
                  <p:cNvPicPr/>
                  <p:nvPr/>
                </p:nvPicPr>
                <p:blipFill>
                  <a:blip r:embed="rId4"/>
                  <a:stretch/>
                </p:blipFill>
                <p:spPr>
                  <a:xfrm>
                    <a:off x="8736120" y="1953000"/>
                    <a:ext cx="821160" cy="343800"/>
                  </a:xfrm>
                  <a:prstGeom prst="rect">
                    <a:avLst/>
                  </a:prstGeom>
                  <a:ln w="0">
                    <a:noFill/>
                  </a:ln>
                </p:spPr>
              </p:pic>
            </p:oleObj>
          </a:graphicData>
        </a:graphic>
      </p:graphicFrame>
      <p:graphicFrame>
        <p:nvGraphicFramePr>
          <p:cNvPr id="670" name="Object 21_ 2"/>
          <p:cNvGraphicFramePr/>
          <p:nvPr/>
        </p:nvGraphicFramePr>
        <p:xfrm>
          <a:off x="8820360" y="2394000"/>
          <a:ext cx="607680" cy="565560"/>
        </p:xfrm>
        <a:graphic>
          <a:graphicData uri="http://schemas.openxmlformats.org/presentationml/2006/ole">
            <p:oleObj r:id="rId5" spid="">
              <p:embed/>
              <p:pic>
                <p:nvPicPr>
                  <p:cNvPr id="671" name="Object 21_ 2" descr=""/>
                  <p:cNvPicPr/>
                  <p:nvPr/>
                </p:nvPicPr>
                <p:blipFill>
                  <a:blip r:embed="rId6"/>
                  <a:stretch/>
                </p:blipFill>
                <p:spPr>
                  <a:xfrm>
                    <a:off x="8820360" y="2394000"/>
                    <a:ext cx="607680" cy="565560"/>
                  </a:xfrm>
                  <a:prstGeom prst="rect">
                    <a:avLst/>
                  </a:prstGeom>
                  <a:ln w="0">
                    <a:noFill/>
                  </a:ln>
                </p:spPr>
              </p:pic>
            </p:oleObj>
          </a:graphicData>
        </a:graphic>
      </p:graphicFrame>
      <p:sp>
        <p:nvSpPr>
          <p:cNvPr id="672" name="Text Box 22_ 2"/>
          <p:cNvSpPr/>
          <p:nvPr/>
        </p:nvSpPr>
        <p:spPr>
          <a:xfrm>
            <a:off x="6636240" y="1638000"/>
            <a:ext cx="1930680" cy="276120"/>
          </a:xfrm>
          <a:custGeom>
            <a:avLst/>
            <a:gdLst>
              <a:gd name="textAreaLeft" fmla="*/ 0 w 1930680"/>
              <a:gd name="textAreaRight" fmla="*/ 1931040 w 1930680"/>
              <a:gd name="textAreaTop" fmla="*/ 0 h 276120"/>
              <a:gd name="textAreaBottom" fmla="*/ 276480 h 2761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74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Computers are in here...</a:t>
            </a:r>
            <a:endParaRPr b="0" lang="en-US" sz="1200" spc="-1" strike="noStrike">
              <a:solidFill>
                <a:srgbClr val="000000"/>
              </a:solidFill>
              <a:latin typeface="Arial"/>
            </a:endParaRPr>
          </a:p>
        </p:txBody>
      </p:sp>
      <p:sp>
        <p:nvSpPr>
          <p:cNvPr id="673" name="Text Box 23_ 2"/>
          <p:cNvSpPr/>
          <p:nvPr/>
        </p:nvSpPr>
        <p:spPr>
          <a:xfrm>
            <a:off x="6636240" y="2016000"/>
            <a:ext cx="1930320" cy="276120"/>
          </a:xfrm>
          <a:custGeom>
            <a:avLst/>
            <a:gdLst>
              <a:gd name="textAreaLeft" fmla="*/ 0 w 1930320"/>
              <a:gd name="textAreaRight" fmla="*/ 1930680 w 1930320"/>
              <a:gd name="textAreaTop" fmla="*/ 0 h 276120"/>
              <a:gd name="textAreaBottom" fmla="*/ 276480 h 2761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74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and here...</a:t>
            </a:r>
            <a:endParaRPr b="0" lang="en-US" sz="1200" spc="-1" strike="noStrike">
              <a:solidFill>
                <a:srgbClr val="000000"/>
              </a:solidFill>
              <a:latin typeface="Arial"/>
            </a:endParaRPr>
          </a:p>
        </p:txBody>
      </p:sp>
      <p:sp>
        <p:nvSpPr>
          <p:cNvPr id="674" name="Text Box 24_ 2"/>
          <p:cNvSpPr/>
          <p:nvPr/>
        </p:nvSpPr>
        <p:spPr>
          <a:xfrm>
            <a:off x="6636600" y="2520000"/>
            <a:ext cx="1930320" cy="276120"/>
          </a:xfrm>
          <a:custGeom>
            <a:avLst/>
            <a:gdLst>
              <a:gd name="textAreaLeft" fmla="*/ 0 w 1930320"/>
              <a:gd name="textAreaRight" fmla="*/ 1930680 w 1930320"/>
              <a:gd name="textAreaTop" fmla="*/ 0 h 276120"/>
              <a:gd name="textAreaBottom" fmla="*/ 276480 h 2761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74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and even here...</a:t>
            </a:r>
            <a:endParaRPr b="0" lang="en-US" sz="1200" spc="-1" strike="noStrike">
              <a:solidFill>
                <a:srgbClr val="000000"/>
              </a:solidFill>
              <a:latin typeface="Arial"/>
            </a:endParaRPr>
          </a:p>
        </p:txBody>
      </p:sp>
      <p:pic>
        <p:nvPicPr>
          <p:cNvPr id="675" name="Picture 25_ 2" descr="C:\My Documents\FrankWork\ib_chip02.gif"/>
          <p:cNvPicPr/>
          <p:nvPr/>
        </p:nvPicPr>
        <p:blipFill>
          <a:blip r:embed="rId7"/>
          <a:stretch/>
        </p:blipFill>
        <p:spPr>
          <a:xfrm>
            <a:off x="7056360" y="1827000"/>
            <a:ext cx="376920" cy="234720"/>
          </a:xfrm>
          <a:prstGeom prst="rect">
            <a:avLst/>
          </a:prstGeom>
          <a:ln w="0">
            <a:noFill/>
          </a:ln>
        </p:spPr>
      </p:pic>
      <p:pic>
        <p:nvPicPr>
          <p:cNvPr id="676" name="Picture 26_ 2" descr="C:\My Documents\FrankWork\pc.gif"/>
          <p:cNvPicPr/>
          <p:nvPr/>
        </p:nvPicPr>
        <p:blipFill>
          <a:blip r:embed="rId8"/>
          <a:stretch/>
        </p:blipFill>
        <p:spPr>
          <a:xfrm>
            <a:off x="6888240" y="3780360"/>
            <a:ext cx="334440" cy="250920"/>
          </a:xfrm>
          <a:prstGeom prst="rect">
            <a:avLst/>
          </a:prstGeom>
          <a:ln w="0">
            <a:noFill/>
          </a:ln>
        </p:spPr>
      </p:pic>
      <p:pic>
        <p:nvPicPr>
          <p:cNvPr id="677" name="Picture 125_ 2" descr="C:\My Documents\FrankWork\ib_chip02.gif"/>
          <p:cNvPicPr/>
          <p:nvPr/>
        </p:nvPicPr>
        <p:blipFill>
          <a:blip r:embed="rId9"/>
          <a:stretch/>
        </p:blipFill>
        <p:spPr>
          <a:xfrm>
            <a:off x="7560360" y="3859200"/>
            <a:ext cx="250560" cy="155880"/>
          </a:xfrm>
          <a:prstGeom prst="rect">
            <a:avLst/>
          </a:prstGeom>
          <a:ln w="0">
            <a:noFill/>
          </a:ln>
        </p:spPr>
      </p:pic>
      <p:pic>
        <p:nvPicPr>
          <p:cNvPr id="678" name="Picture 126_ 2" descr="C:\My Documents\FrankWork\ib_chip02.gif"/>
          <p:cNvPicPr/>
          <p:nvPr/>
        </p:nvPicPr>
        <p:blipFill>
          <a:blip r:embed="rId10"/>
          <a:stretch/>
        </p:blipFill>
        <p:spPr>
          <a:xfrm>
            <a:off x="7812360" y="3843360"/>
            <a:ext cx="250560" cy="155880"/>
          </a:xfrm>
          <a:prstGeom prst="rect">
            <a:avLst/>
          </a:prstGeom>
          <a:ln w="0">
            <a:noFill/>
          </a:ln>
        </p:spPr>
      </p:pic>
      <p:pic>
        <p:nvPicPr>
          <p:cNvPr id="679" name="Picture 127_ 2" descr="C:\My Documents\FrankWork\ib_chip02.gif"/>
          <p:cNvPicPr/>
          <p:nvPr/>
        </p:nvPicPr>
        <p:blipFill>
          <a:blip r:embed="rId11"/>
          <a:stretch/>
        </p:blipFill>
        <p:spPr>
          <a:xfrm>
            <a:off x="8064360" y="3843360"/>
            <a:ext cx="250560" cy="155880"/>
          </a:xfrm>
          <a:prstGeom prst="rect">
            <a:avLst/>
          </a:prstGeom>
          <a:ln w="0">
            <a:noFill/>
          </a:ln>
        </p:spPr>
      </p:pic>
      <p:pic>
        <p:nvPicPr>
          <p:cNvPr id="680" name="Picture 128_ 2" descr="C:\My Documents\FrankWork\ib_chip02.gif"/>
          <p:cNvPicPr/>
          <p:nvPr/>
        </p:nvPicPr>
        <p:blipFill>
          <a:blip r:embed="rId12"/>
          <a:stretch/>
        </p:blipFill>
        <p:spPr>
          <a:xfrm>
            <a:off x="8316360" y="3843360"/>
            <a:ext cx="250560" cy="155880"/>
          </a:xfrm>
          <a:prstGeom prst="rect">
            <a:avLst/>
          </a:prstGeom>
          <a:ln w="0">
            <a:noFill/>
          </a:ln>
        </p:spPr>
      </p:pic>
      <p:pic>
        <p:nvPicPr>
          <p:cNvPr id="681" name="Picture 129_ 2" descr="C:\My Documents\FrankWork\ib_chip02.gif"/>
          <p:cNvPicPr/>
          <p:nvPr/>
        </p:nvPicPr>
        <p:blipFill>
          <a:blip r:embed="rId13"/>
          <a:stretch/>
        </p:blipFill>
        <p:spPr>
          <a:xfrm>
            <a:off x="8568360" y="3843360"/>
            <a:ext cx="250560" cy="155880"/>
          </a:xfrm>
          <a:prstGeom prst="rect">
            <a:avLst/>
          </a:prstGeom>
          <a:ln w="0">
            <a:noFill/>
          </a:ln>
        </p:spPr>
      </p:pic>
      <p:pic>
        <p:nvPicPr>
          <p:cNvPr id="682" name="Picture 130_ 2" descr="C:\My Documents\FrankWork\ib_chip02.gif"/>
          <p:cNvPicPr/>
          <p:nvPr/>
        </p:nvPicPr>
        <p:blipFill>
          <a:blip r:embed="rId14"/>
          <a:stretch/>
        </p:blipFill>
        <p:spPr>
          <a:xfrm>
            <a:off x="8820360" y="3843360"/>
            <a:ext cx="250560" cy="155880"/>
          </a:xfrm>
          <a:prstGeom prst="rect">
            <a:avLst/>
          </a:prstGeom>
          <a:ln w="0">
            <a:noFill/>
          </a:ln>
        </p:spPr>
      </p:pic>
      <p:pic>
        <p:nvPicPr>
          <p:cNvPr id="683" name="Picture 131_ 2" descr="C:\My Documents\FrankWork\ib_chip02.gif"/>
          <p:cNvPicPr/>
          <p:nvPr/>
        </p:nvPicPr>
        <p:blipFill>
          <a:blip r:embed="rId15"/>
          <a:stretch/>
        </p:blipFill>
        <p:spPr>
          <a:xfrm>
            <a:off x="9072360" y="3843360"/>
            <a:ext cx="250560" cy="155880"/>
          </a:xfrm>
          <a:prstGeom prst="rect">
            <a:avLst/>
          </a:prstGeom>
          <a:ln w="0">
            <a:noFill/>
          </a:ln>
        </p:spPr>
      </p:pic>
      <p:pic>
        <p:nvPicPr>
          <p:cNvPr id="684" name="Picture 132_ 2" descr="C:\My Documents\FrankWork\ib_chip02.gif"/>
          <p:cNvPicPr/>
          <p:nvPr/>
        </p:nvPicPr>
        <p:blipFill>
          <a:blip r:embed="rId16"/>
          <a:stretch/>
        </p:blipFill>
        <p:spPr>
          <a:xfrm>
            <a:off x="9324360" y="3843360"/>
            <a:ext cx="250560" cy="155880"/>
          </a:xfrm>
          <a:prstGeom prst="rect">
            <a:avLst/>
          </a:prstGeom>
          <a:ln w="0">
            <a:noFill/>
          </a:ln>
        </p:spPr>
      </p:pic>
      <p:pic>
        <p:nvPicPr>
          <p:cNvPr id="685" name="Picture 133_ 2" descr="C:\My Documents\FrankWork\ib_chip02.gif"/>
          <p:cNvPicPr/>
          <p:nvPr/>
        </p:nvPicPr>
        <p:blipFill>
          <a:blip r:embed="rId17"/>
          <a:stretch/>
        </p:blipFill>
        <p:spPr>
          <a:xfrm>
            <a:off x="7812360" y="3654360"/>
            <a:ext cx="250560" cy="155880"/>
          </a:xfrm>
          <a:prstGeom prst="rect">
            <a:avLst/>
          </a:prstGeom>
          <a:ln w="0">
            <a:noFill/>
          </a:ln>
        </p:spPr>
      </p:pic>
      <p:pic>
        <p:nvPicPr>
          <p:cNvPr id="686" name="Picture 134_ 2" descr="C:\My Documents\FrankWork\ib_chip02.gif"/>
          <p:cNvPicPr/>
          <p:nvPr/>
        </p:nvPicPr>
        <p:blipFill>
          <a:blip r:embed="rId18"/>
          <a:stretch/>
        </p:blipFill>
        <p:spPr>
          <a:xfrm>
            <a:off x="8064360" y="3654360"/>
            <a:ext cx="250560" cy="155880"/>
          </a:xfrm>
          <a:prstGeom prst="rect">
            <a:avLst/>
          </a:prstGeom>
          <a:ln w="0">
            <a:noFill/>
          </a:ln>
        </p:spPr>
      </p:pic>
      <p:pic>
        <p:nvPicPr>
          <p:cNvPr id="687" name="Picture 135_ 2" descr="C:\My Documents\FrankWork\ib_chip02.gif"/>
          <p:cNvPicPr/>
          <p:nvPr/>
        </p:nvPicPr>
        <p:blipFill>
          <a:blip r:embed="rId19"/>
          <a:stretch/>
        </p:blipFill>
        <p:spPr>
          <a:xfrm>
            <a:off x="8316360" y="3654360"/>
            <a:ext cx="250560" cy="155880"/>
          </a:xfrm>
          <a:prstGeom prst="rect">
            <a:avLst/>
          </a:prstGeom>
          <a:ln w="0">
            <a:noFill/>
          </a:ln>
        </p:spPr>
      </p:pic>
      <p:pic>
        <p:nvPicPr>
          <p:cNvPr id="688" name="Picture 136_ 2" descr="C:\My Documents\FrankWork\ib_chip02.gif"/>
          <p:cNvPicPr/>
          <p:nvPr/>
        </p:nvPicPr>
        <p:blipFill>
          <a:blip r:embed="rId20"/>
          <a:stretch/>
        </p:blipFill>
        <p:spPr>
          <a:xfrm>
            <a:off x="8568360" y="3654360"/>
            <a:ext cx="250560" cy="155880"/>
          </a:xfrm>
          <a:prstGeom prst="rect">
            <a:avLst/>
          </a:prstGeom>
          <a:ln w="0">
            <a:noFill/>
          </a:ln>
        </p:spPr>
      </p:pic>
      <p:pic>
        <p:nvPicPr>
          <p:cNvPr id="689" name="Picture 137_ 2" descr="C:\My Documents\FrankWork\ib_chip02.gif"/>
          <p:cNvPicPr/>
          <p:nvPr/>
        </p:nvPicPr>
        <p:blipFill>
          <a:blip r:embed="rId21"/>
          <a:stretch/>
        </p:blipFill>
        <p:spPr>
          <a:xfrm>
            <a:off x="8820360" y="3654360"/>
            <a:ext cx="250560" cy="155880"/>
          </a:xfrm>
          <a:prstGeom prst="rect">
            <a:avLst/>
          </a:prstGeom>
          <a:ln w="0">
            <a:noFill/>
          </a:ln>
        </p:spPr>
      </p:pic>
      <p:pic>
        <p:nvPicPr>
          <p:cNvPr id="690" name="Picture 138_ 2" descr="C:\My Documents\FrankWork\ib_chip02.gif"/>
          <p:cNvPicPr/>
          <p:nvPr/>
        </p:nvPicPr>
        <p:blipFill>
          <a:blip r:embed="rId22"/>
          <a:stretch/>
        </p:blipFill>
        <p:spPr>
          <a:xfrm>
            <a:off x="9072360" y="3654360"/>
            <a:ext cx="250560" cy="155880"/>
          </a:xfrm>
          <a:prstGeom prst="rect">
            <a:avLst/>
          </a:prstGeom>
          <a:ln w="0">
            <a:noFill/>
          </a:ln>
        </p:spPr>
      </p:pic>
      <p:pic>
        <p:nvPicPr>
          <p:cNvPr id="691" name="Picture 139_ 2" descr="C:\My Documents\FrankWork\ib_chip02.gif"/>
          <p:cNvPicPr/>
          <p:nvPr/>
        </p:nvPicPr>
        <p:blipFill>
          <a:blip r:embed="rId23"/>
          <a:stretch/>
        </p:blipFill>
        <p:spPr>
          <a:xfrm>
            <a:off x="8064360" y="3465000"/>
            <a:ext cx="250560" cy="155880"/>
          </a:xfrm>
          <a:prstGeom prst="rect">
            <a:avLst/>
          </a:prstGeom>
          <a:ln w="0">
            <a:noFill/>
          </a:ln>
        </p:spPr>
      </p:pic>
      <p:pic>
        <p:nvPicPr>
          <p:cNvPr id="692" name="Picture 140_ 2" descr="C:\My Documents\FrankWork\ib_chip02.gif"/>
          <p:cNvPicPr/>
          <p:nvPr/>
        </p:nvPicPr>
        <p:blipFill>
          <a:blip r:embed="rId24"/>
          <a:stretch/>
        </p:blipFill>
        <p:spPr>
          <a:xfrm>
            <a:off x="8316360" y="3465000"/>
            <a:ext cx="250560" cy="155880"/>
          </a:xfrm>
          <a:prstGeom prst="rect">
            <a:avLst/>
          </a:prstGeom>
          <a:ln w="0">
            <a:noFill/>
          </a:ln>
        </p:spPr>
      </p:pic>
      <p:pic>
        <p:nvPicPr>
          <p:cNvPr id="693" name="Picture 141_ 2" descr="C:\My Documents\FrankWork\ib_chip02.gif"/>
          <p:cNvPicPr/>
          <p:nvPr/>
        </p:nvPicPr>
        <p:blipFill>
          <a:blip r:embed="rId25"/>
          <a:stretch/>
        </p:blipFill>
        <p:spPr>
          <a:xfrm>
            <a:off x="8568360" y="3465000"/>
            <a:ext cx="250560" cy="155880"/>
          </a:xfrm>
          <a:prstGeom prst="rect">
            <a:avLst/>
          </a:prstGeom>
          <a:ln w="0">
            <a:noFill/>
          </a:ln>
        </p:spPr>
      </p:pic>
      <p:pic>
        <p:nvPicPr>
          <p:cNvPr id="694" name="Picture 142_ 2" descr="C:\My Documents\FrankWork\ib_chip02.gif"/>
          <p:cNvPicPr/>
          <p:nvPr/>
        </p:nvPicPr>
        <p:blipFill>
          <a:blip r:embed="rId26"/>
          <a:stretch/>
        </p:blipFill>
        <p:spPr>
          <a:xfrm>
            <a:off x="8820360" y="3465000"/>
            <a:ext cx="250560" cy="155880"/>
          </a:xfrm>
          <a:prstGeom prst="rect">
            <a:avLst/>
          </a:prstGeom>
          <a:ln w="0">
            <a:noFill/>
          </a:ln>
        </p:spPr>
      </p:pic>
      <p:pic>
        <p:nvPicPr>
          <p:cNvPr id="695" name="Picture 143_ 2" descr="C:\My Documents\FrankWork\ib_chip02.gif"/>
          <p:cNvPicPr/>
          <p:nvPr/>
        </p:nvPicPr>
        <p:blipFill>
          <a:blip r:embed="rId27"/>
          <a:stretch/>
        </p:blipFill>
        <p:spPr>
          <a:xfrm>
            <a:off x="8316360" y="3276000"/>
            <a:ext cx="250560" cy="155880"/>
          </a:xfrm>
          <a:prstGeom prst="rect">
            <a:avLst/>
          </a:prstGeom>
          <a:ln w="0">
            <a:noFill/>
          </a:ln>
        </p:spPr>
      </p:pic>
      <p:pic>
        <p:nvPicPr>
          <p:cNvPr id="696" name="Picture 144_ 2" descr="C:\My Documents\FrankWork\ib_chip02.gif"/>
          <p:cNvPicPr/>
          <p:nvPr/>
        </p:nvPicPr>
        <p:blipFill>
          <a:blip r:embed="rId28"/>
          <a:stretch/>
        </p:blipFill>
        <p:spPr>
          <a:xfrm>
            <a:off x="8568360" y="3276000"/>
            <a:ext cx="250560" cy="155880"/>
          </a:xfrm>
          <a:prstGeom prst="rect">
            <a:avLst/>
          </a:prstGeom>
          <a:ln w="0">
            <a:noFill/>
          </a:ln>
        </p:spPr>
      </p:pic>
      <p:sp>
        <p:nvSpPr>
          <p:cNvPr id="697" name="Text Box 145_ 2"/>
          <p:cNvSpPr/>
          <p:nvPr/>
        </p:nvSpPr>
        <p:spPr>
          <a:xfrm>
            <a:off x="7560000" y="4158360"/>
            <a:ext cx="1930680" cy="459000"/>
          </a:xfrm>
          <a:custGeom>
            <a:avLst/>
            <a:gdLst>
              <a:gd name="textAreaLeft" fmla="*/ 0 w 1930680"/>
              <a:gd name="textAreaRight" fmla="*/ 1931040 w 1930680"/>
              <a:gd name="textAreaTop" fmla="*/ 0 h 459000"/>
              <a:gd name="textAreaBottom" fmla="*/ 459360 h 459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ctr">
              <a:lnSpc>
                <a:spcPct val="100000"/>
              </a:lnSpc>
              <a:spcBef>
                <a:spcPts val="748"/>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Lots more of these, though they cost a lot less each.</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Slide Number Placeholder 3_1"/>
          <p:cNvSpPr/>
          <p:nvPr/>
        </p:nvSpPr>
        <p:spPr>
          <a:xfrm>
            <a:off x="8820000" y="5166360"/>
            <a:ext cx="1006560" cy="376560"/>
          </a:xfrm>
          <a:custGeom>
            <a:avLst/>
            <a:gdLst>
              <a:gd name="textAreaLeft" fmla="*/ 0 w 1006560"/>
              <a:gd name="textAreaRight" fmla="*/ 1006920 w 1006560"/>
              <a:gd name="textAreaTop" fmla="*/ 0 h 376560"/>
              <a:gd name="textAreaBottom" fmla="*/ 376920 h 376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rmAutofit/>
          </a:bodyPr>
          <a:p>
            <a:pPr algn="r">
              <a:lnSpc>
                <a:spcPct val="100000"/>
              </a:lnSpc>
              <a:spcBef>
                <a:spcPts val="87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F03ECE3-A5C8-4AB8-BA49-B0264F38792B}"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Arial"/>
            </a:endParaRPr>
          </a:p>
        </p:txBody>
      </p:sp>
      <p:sp>
        <p:nvSpPr>
          <p:cNvPr id="699" name="PlaceHolder 1"/>
          <p:cNvSpPr>
            <a:spLocks noGrp="1"/>
          </p:cNvSpPr>
          <p:nvPr>
            <p:ph type="title"/>
          </p:nvPr>
        </p:nvSpPr>
        <p:spPr>
          <a:xfrm>
            <a:off x="419760" y="-72000"/>
            <a:ext cx="9239400" cy="943560"/>
          </a:xfrm>
          <a:prstGeom prst="rect">
            <a:avLst/>
          </a:prstGeom>
          <a:noFill/>
          <a:ln w="0">
            <a:noFill/>
          </a:ln>
        </p:spPr>
        <p:txBody>
          <a:bodyPr lIns="0" rIns="0" tIns="46080" bIns="4608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rPr>
              <a:t>A “short list” of embedded systems</a:t>
            </a:r>
            <a:endParaRPr b="0" lang="en-US" sz="4400" spc="-1" strike="noStrike">
              <a:solidFill>
                <a:srgbClr val="000000"/>
              </a:solidFill>
              <a:latin typeface="Arial"/>
            </a:endParaRPr>
          </a:p>
        </p:txBody>
      </p:sp>
      <p:sp>
        <p:nvSpPr>
          <p:cNvPr id="700" name="PlaceHolder 2"/>
          <p:cNvSpPr>
            <a:spLocks noGrp="1"/>
          </p:cNvSpPr>
          <p:nvPr>
            <p:ph/>
          </p:nvPr>
        </p:nvSpPr>
        <p:spPr>
          <a:xfrm>
            <a:off x="419760" y="4497120"/>
            <a:ext cx="9239400" cy="478800"/>
          </a:xfrm>
          <a:prstGeom prst="rect">
            <a:avLst/>
          </a:prstGeom>
          <a:noFill/>
          <a:ln w="0">
            <a:noFill/>
          </a:ln>
        </p:spPr>
        <p:txBody>
          <a:bodyPr lIns="92160" rIns="92160" tIns="46080" bIns="46080" anchor="t">
            <a:normAutofit fontScale="81111"/>
          </a:bodyPr>
          <a:p>
            <a:pPr marL="342720" indent="-342720">
              <a:lnSpc>
                <a:spcPct val="100000"/>
              </a:lnSpc>
              <a:spcBef>
                <a:spcPts val="697"/>
              </a:spcBef>
              <a:buNone/>
              <a:tabLst>
                <a:tab algn="l" pos="0"/>
              </a:tabLst>
            </a:pP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And the list goes on and on</a:t>
            </a:r>
            <a:endParaRPr b="0" lang="en-US" sz="3200" spc="-1" strike="noStrike">
              <a:solidFill>
                <a:srgbClr val="000000"/>
              </a:solidFill>
              <a:latin typeface="Arial"/>
            </a:endParaRPr>
          </a:p>
        </p:txBody>
      </p:sp>
      <p:sp>
        <p:nvSpPr>
          <p:cNvPr id="701" name="Text Box 33_ 2"/>
          <p:cNvSpPr/>
          <p:nvPr/>
        </p:nvSpPr>
        <p:spPr>
          <a:xfrm>
            <a:off x="4665240" y="1929600"/>
            <a:ext cx="1745280" cy="503640"/>
          </a:xfrm>
          <a:custGeom>
            <a:avLst/>
            <a:gdLst>
              <a:gd name="textAreaLeft" fmla="*/ 0 w 1745280"/>
              <a:gd name="textAreaRight" fmla="*/ 1745640 w 1745280"/>
              <a:gd name="textAreaTop" fmla="*/ 0 h 503640"/>
              <a:gd name="textAreaBottom" fmla="*/ 504000 h 5036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2" name="Text Box 34_ 2"/>
          <p:cNvSpPr/>
          <p:nvPr/>
        </p:nvSpPr>
        <p:spPr>
          <a:xfrm>
            <a:off x="6111360" y="1314000"/>
            <a:ext cx="1521000" cy="475200"/>
          </a:xfrm>
          <a:custGeom>
            <a:avLst/>
            <a:gdLst>
              <a:gd name="textAreaLeft" fmla="*/ 0 w 1521000"/>
              <a:gd name="textAreaRight" fmla="*/ 1521360 w 1521000"/>
              <a:gd name="textAreaTop" fmla="*/ 0 h 475200"/>
              <a:gd name="textAreaBottom" fmla="*/ 475560 h 475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3" name="Text Box 35_ 2"/>
          <p:cNvSpPr/>
          <p:nvPr/>
        </p:nvSpPr>
        <p:spPr>
          <a:xfrm>
            <a:off x="7395840" y="1260000"/>
            <a:ext cx="1171080" cy="581400"/>
          </a:xfrm>
          <a:custGeom>
            <a:avLst/>
            <a:gdLst>
              <a:gd name="textAreaLeft" fmla="*/ 0 w 1171080"/>
              <a:gd name="textAreaRight" fmla="*/ 1171440 w 1171080"/>
              <a:gd name="textAreaTop" fmla="*/ 0 h 581400"/>
              <a:gd name="textAreaBottom" fmla="*/ 581760 h 581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4" name="Text Box 36_ 2"/>
          <p:cNvSpPr/>
          <p:nvPr/>
        </p:nvSpPr>
        <p:spPr>
          <a:xfrm>
            <a:off x="4919400" y="1299600"/>
            <a:ext cx="1260000" cy="503640"/>
          </a:xfrm>
          <a:custGeom>
            <a:avLst/>
            <a:gdLst>
              <a:gd name="textAreaLeft" fmla="*/ 0 w 1260000"/>
              <a:gd name="textAreaRight" fmla="*/ 1260360 w 1260000"/>
              <a:gd name="textAreaTop" fmla="*/ 0 h 503640"/>
              <a:gd name="textAreaBottom" fmla="*/ 504000 h 5036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5" name="Text Box 37_ 2"/>
          <p:cNvSpPr/>
          <p:nvPr/>
        </p:nvSpPr>
        <p:spPr>
          <a:xfrm>
            <a:off x="671760" y="1260000"/>
            <a:ext cx="2019960" cy="3148920"/>
          </a:xfrm>
          <a:custGeom>
            <a:avLst/>
            <a:gdLst>
              <a:gd name="textAreaLeft" fmla="*/ 0 w 2019960"/>
              <a:gd name="textAreaRight" fmla="*/ 2020320 w 2019960"/>
              <a:gd name="textAreaTop" fmla="*/ 0 h 3148920"/>
              <a:gd name="textAreaBottom" fmla="*/ 3149280 h 31489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t">
            <a:normAutofit fontScale="75000" lnSpcReduction="10000"/>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Anti-lock brakes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Auto-focus cameras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Automatic teller machines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Automatic toll systems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Automatic transmission</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Avionic systems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Battery chargers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Camcorders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Cell phones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Cell-phone base stations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Cordless phones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Cruise control</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Curbside check-in systems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Digital cameras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Disk drives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Electronic card readers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Electronic instruments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Electronic toys/games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Factory control</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Fax machines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Fingerprint identifiers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Home security systems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Life-support systems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Medical testing systems</a:t>
            </a:r>
            <a:endParaRPr b="0" lang="en-US" sz="1200" spc="-1" strike="noStrike">
              <a:solidFill>
                <a:srgbClr val="000000"/>
              </a:solidFill>
              <a:latin typeface="Arial"/>
            </a:endParaRPr>
          </a:p>
        </p:txBody>
      </p:sp>
      <p:sp>
        <p:nvSpPr>
          <p:cNvPr id="706" name="Text Box 38_ 2"/>
          <p:cNvSpPr/>
          <p:nvPr/>
        </p:nvSpPr>
        <p:spPr>
          <a:xfrm>
            <a:off x="3048480" y="1259640"/>
            <a:ext cx="2019600" cy="3100680"/>
          </a:xfrm>
          <a:custGeom>
            <a:avLst/>
            <a:gdLst>
              <a:gd name="textAreaLeft" fmla="*/ 0 w 2019600"/>
              <a:gd name="textAreaRight" fmla="*/ 2019960 w 2019600"/>
              <a:gd name="textAreaTop" fmla="*/ 0 h 3100680"/>
              <a:gd name="textAreaBottom" fmla="*/ 3101040 h 31006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0" rIns="0" tIns="0" bIns="0" anchor="t">
            <a:normAutofit fontScale="75000" lnSpcReduction="10000"/>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Modems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MPEG decoders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Network cards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Network switches/routers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On-board navigation</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Pagers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Photocopiers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Point-of-sale systems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Portable video games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Printers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Satellite phones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Scanners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Smart ovens/dishwashers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Speech recognizers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Stereo systems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Teleconferencing systems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Televisions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Temperature controllers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Theft tracking systems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TV set-top boxes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VCR’s, DVD players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Video game consoles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Video phones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ea typeface="DejaVu Sans"/>
              </a:rPr>
              <a:t>Washers and dryers</a:t>
            </a:r>
            <a:endParaRPr b="0" lang="en-US" sz="12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graphicFrame>
        <p:nvGraphicFramePr>
          <p:cNvPr id="707" name="Object 39_ 2"/>
          <p:cNvGraphicFramePr/>
          <p:nvPr/>
        </p:nvGraphicFramePr>
        <p:xfrm>
          <a:off x="7570440" y="2009520"/>
          <a:ext cx="821160" cy="343800"/>
        </p:xfrm>
        <a:graphic>
          <a:graphicData uri="http://schemas.openxmlformats.org/presentationml/2006/ole">
            <p:oleObj r:id="rId1" spid="">
              <p:embed/>
              <p:pic>
                <p:nvPicPr>
                  <p:cNvPr id="708" name="Object 39_ 2" descr=""/>
                  <p:cNvPicPr/>
                  <p:nvPr/>
                </p:nvPicPr>
                <p:blipFill>
                  <a:blip r:embed="rId2"/>
                  <a:stretch/>
                </p:blipFill>
                <p:spPr>
                  <a:xfrm>
                    <a:off x="7570440" y="2009520"/>
                    <a:ext cx="821160" cy="343800"/>
                  </a:xfrm>
                  <a:prstGeom prst="rect">
                    <a:avLst/>
                  </a:prstGeom>
                  <a:ln w="0">
                    <a:noFill/>
                  </a:ln>
                </p:spPr>
              </p:pic>
            </p:oleObj>
          </a:graphicData>
        </a:graphic>
      </p:graphicFrame>
      <p:graphicFrame>
        <p:nvGraphicFramePr>
          <p:cNvPr id="709" name="Object 40_ 2"/>
          <p:cNvGraphicFramePr/>
          <p:nvPr/>
        </p:nvGraphicFramePr>
        <p:xfrm>
          <a:off x="6429600" y="3184200"/>
          <a:ext cx="885960" cy="588960"/>
        </p:xfrm>
        <a:graphic>
          <a:graphicData uri="http://schemas.openxmlformats.org/presentationml/2006/ole">
            <p:oleObj r:id="rId3" spid="">
              <p:embed/>
              <p:pic>
                <p:nvPicPr>
                  <p:cNvPr id="710" name="Object 40_ 2" descr=""/>
                  <p:cNvPicPr/>
                  <p:nvPr/>
                </p:nvPicPr>
                <p:blipFill>
                  <a:blip r:embed="rId4"/>
                  <a:stretch/>
                </p:blipFill>
                <p:spPr>
                  <a:xfrm>
                    <a:off x="6429600" y="3184200"/>
                    <a:ext cx="885960" cy="588960"/>
                  </a:xfrm>
                  <a:prstGeom prst="rect">
                    <a:avLst/>
                  </a:prstGeom>
                  <a:ln w="0">
                    <a:noFill/>
                  </a:ln>
                </p:spPr>
              </p:pic>
            </p:oleObj>
          </a:graphicData>
        </a:graphic>
      </p:graphicFrame>
      <p:graphicFrame>
        <p:nvGraphicFramePr>
          <p:cNvPr id="711" name="Object 41_ 2"/>
          <p:cNvGraphicFramePr/>
          <p:nvPr/>
        </p:nvGraphicFramePr>
        <p:xfrm>
          <a:off x="7632000" y="2487240"/>
          <a:ext cx="698760" cy="490680"/>
        </p:xfrm>
        <a:graphic>
          <a:graphicData uri="http://schemas.openxmlformats.org/presentationml/2006/ole">
            <p:oleObj r:id="rId5" spid="">
              <p:embed/>
              <p:pic>
                <p:nvPicPr>
                  <p:cNvPr id="712" name="Object 41_ 2" descr=""/>
                  <p:cNvPicPr/>
                  <p:nvPr/>
                </p:nvPicPr>
                <p:blipFill>
                  <a:blip r:embed="rId6"/>
                  <a:stretch/>
                </p:blipFill>
                <p:spPr>
                  <a:xfrm>
                    <a:off x="7632000" y="2487240"/>
                    <a:ext cx="698760" cy="490680"/>
                  </a:xfrm>
                  <a:prstGeom prst="rect">
                    <a:avLst/>
                  </a:prstGeom>
                  <a:ln w="0">
                    <a:noFill/>
                  </a:ln>
                </p:spPr>
              </p:pic>
            </p:oleObj>
          </a:graphicData>
        </a:graphic>
      </p:graphicFrame>
      <p:graphicFrame>
        <p:nvGraphicFramePr>
          <p:cNvPr id="713" name="Object 42_ 2"/>
          <p:cNvGraphicFramePr/>
          <p:nvPr/>
        </p:nvGraphicFramePr>
        <p:xfrm>
          <a:off x="6548760" y="2487240"/>
          <a:ext cx="649800" cy="490680"/>
        </p:xfrm>
        <a:graphic>
          <a:graphicData uri="http://schemas.openxmlformats.org/presentationml/2006/ole">
            <p:oleObj r:id="rId7" spid="">
              <p:embed/>
              <p:pic>
                <p:nvPicPr>
                  <p:cNvPr id="714" name="Object 42_ 2" descr=""/>
                  <p:cNvPicPr/>
                  <p:nvPr/>
                </p:nvPicPr>
                <p:blipFill>
                  <a:blip r:embed="rId8"/>
                  <a:stretch/>
                </p:blipFill>
                <p:spPr>
                  <a:xfrm>
                    <a:off x="6548760" y="2487240"/>
                    <a:ext cx="649800" cy="490680"/>
                  </a:xfrm>
                  <a:prstGeom prst="rect">
                    <a:avLst/>
                  </a:prstGeom>
                  <a:ln w="0">
                    <a:noFill/>
                  </a:ln>
                </p:spPr>
              </p:pic>
            </p:oleObj>
          </a:graphicData>
        </a:graphic>
      </p:graphicFrame>
      <p:graphicFrame>
        <p:nvGraphicFramePr>
          <p:cNvPr id="715" name="Object 43_ 2"/>
          <p:cNvGraphicFramePr/>
          <p:nvPr/>
        </p:nvGraphicFramePr>
        <p:xfrm>
          <a:off x="4950360" y="3210480"/>
          <a:ext cx="1197360" cy="536760"/>
        </p:xfrm>
        <a:graphic>
          <a:graphicData uri="http://schemas.openxmlformats.org/presentationml/2006/ole">
            <p:oleObj r:id="rId9" spid="">
              <p:embed/>
              <p:pic>
                <p:nvPicPr>
                  <p:cNvPr id="716" name="Object 43_ 2" descr=""/>
                  <p:cNvPicPr/>
                  <p:nvPr/>
                </p:nvPicPr>
                <p:blipFill>
                  <a:blip r:embed="rId10"/>
                  <a:stretch/>
                </p:blipFill>
                <p:spPr>
                  <a:xfrm>
                    <a:off x="4950360" y="3210480"/>
                    <a:ext cx="1197360" cy="536760"/>
                  </a:xfrm>
                  <a:prstGeom prst="rect">
                    <a:avLst/>
                  </a:prstGeom>
                  <a:ln w="0">
                    <a:noFill/>
                  </a:ln>
                </p:spPr>
              </p:pic>
            </p:oleObj>
          </a:graphicData>
        </a:graphic>
      </p:graphicFrame>
      <p:graphicFrame>
        <p:nvGraphicFramePr>
          <p:cNvPr id="717" name="Object 44_ 2"/>
          <p:cNvGraphicFramePr/>
          <p:nvPr/>
        </p:nvGraphicFramePr>
        <p:xfrm>
          <a:off x="6387480" y="2034360"/>
          <a:ext cx="971640" cy="294120"/>
        </p:xfrm>
        <a:graphic>
          <a:graphicData uri="http://schemas.openxmlformats.org/presentationml/2006/ole">
            <p:oleObj r:id="rId11" spid="">
              <p:embed/>
              <p:pic>
                <p:nvPicPr>
                  <p:cNvPr id="718" name="Object 44_ 2" descr=""/>
                  <p:cNvPicPr/>
                  <p:nvPr/>
                </p:nvPicPr>
                <p:blipFill>
                  <a:blip r:embed="rId12"/>
                  <a:stretch/>
                </p:blipFill>
                <p:spPr>
                  <a:xfrm>
                    <a:off x="6387480" y="2034360"/>
                    <a:ext cx="971640" cy="294120"/>
                  </a:xfrm>
                  <a:prstGeom prst="rect">
                    <a:avLst/>
                  </a:prstGeom>
                  <a:ln w="0">
                    <a:noFill/>
                  </a:ln>
                </p:spPr>
              </p:pic>
            </p:oleObj>
          </a:graphicData>
        </a:graphic>
      </p:graphicFrame>
      <p:graphicFrame>
        <p:nvGraphicFramePr>
          <p:cNvPr id="719" name="Object 45_ 2"/>
          <p:cNvGraphicFramePr/>
          <p:nvPr/>
        </p:nvGraphicFramePr>
        <p:xfrm>
          <a:off x="5062680" y="2495160"/>
          <a:ext cx="973800" cy="475200"/>
        </p:xfrm>
        <a:graphic>
          <a:graphicData uri="http://schemas.openxmlformats.org/presentationml/2006/ole">
            <p:oleObj r:id="rId13" spid="">
              <p:embed/>
              <p:pic>
                <p:nvPicPr>
                  <p:cNvPr id="720" name="Object 45_ 2" descr=""/>
                  <p:cNvPicPr/>
                  <p:nvPr/>
                </p:nvPicPr>
                <p:blipFill>
                  <a:blip r:embed="rId14"/>
                  <a:stretch/>
                </p:blipFill>
                <p:spPr>
                  <a:xfrm>
                    <a:off x="5062680" y="2495160"/>
                    <a:ext cx="973800" cy="475200"/>
                  </a:xfrm>
                  <a:prstGeom prst="rect">
                    <a:avLst/>
                  </a:prstGeom>
                  <a:ln w="0">
                    <a:noFill/>
                  </a:ln>
                </p:spPr>
              </p:pic>
            </p:oleObj>
          </a:graphicData>
        </a:graphic>
      </p:graphicFrame>
      <p:graphicFrame>
        <p:nvGraphicFramePr>
          <p:cNvPr id="721" name="Object 46_ 2"/>
          <p:cNvGraphicFramePr/>
          <p:nvPr/>
        </p:nvGraphicFramePr>
        <p:xfrm>
          <a:off x="7584840" y="3110760"/>
          <a:ext cx="790920" cy="736200"/>
        </p:xfrm>
        <a:graphic>
          <a:graphicData uri="http://schemas.openxmlformats.org/presentationml/2006/ole">
            <p:oleObj r:id="rId15" spid="">
              <p:embed/>
              <p:pic>
                <p:nvPicPr>
                  <p:cNvPr id="722" name="Object 46_ 2" descr=""/>
                  <p:cNvPicPr/>
                  <p:nvPr/>
                </p:nvPicPr>
                <p:blipFill>
                  <a:blip r:embed="rId16"/>
                  <a:stretch/>
                </p:blipFill>
                <p:spPr>
                  <a:xfrm>
                    <a:off x="7584840" y="3110760"/>
                    <a:ext cx="790920" cy="736200"/>
                  </a:xfrm>
                  <a:prstGeom prst="rect">
                    <a:avLst/>
                  </a:prstGeom>
                  <a:ln w="0">
                    <a:noFill/>
                  </a:ln>
                </p:spPr>
              </p:pic>
            </p:oleObj>
          </a:graphicData>
        </a:graphic>
      </p:graphicFrame>
      <p:graphicFrame>
        <p:nvGraphicFramePr>
          <p:cNvPr id="723" name="Object 47_ 2"/>
          <p:cNvGraphicFramePr/>
          <p:nvPr/>
        </p:nvGraphicFramePr>
        <p:xfrm>
          <a:off x="5040000" y="1953000"/>
          <a:ext cx="964440" cy="310680"/>
        </p:xfrm>
        <a:graphic>
          <a:graphicData uri="http://schemas.openxmlformats.org/presentationml/2006/ole">
            <p:oleObj progId="Word.Document.12" r:id="rId17" spid="">
              <p:embed/>
              <p:pic>
                <p:nvPicPr>
                  <p:cNvPr id="724" name="Object 47_ 2" descr=""/>
                  <p:cNvPicPr/>
                  <p:nvPr/>
                </p:nvPicPr>
                <p:blipFill>
                  <a:blip r:embed="rId18"/>
                  <a:stretch/>
                </p:blipFill>
                <p:spPr>
                  <a:xfrm>
                    <a:off x="5040000" y="1953000"/>
                    <a:ext cx="964440" cy="310680"/>
                  </a:xfrm>
                  <a:prstGeom prst="rect">
                    <a:avLst/>
                  </a:prstGeom>
                  <a:ln w="0">
                    <a:noFill/>
                  </a:ln>
                </p:spPr>
              </p:pic>
            </p:oleObj>
          </a:graphicData>
        </a:graphic>
      </p:graphicFrame>
      <p:graphicFrame>
        <p:nvGraphicFramePr>
          <p:cNvPr id="725" name="Object 48_ 2"/>
          <p:cNvGraphicFramePr/>
          <p:nvPr/>
        </p:nvGraphicFramePr>
        <p:xfrm>
          <a:off x="5208120" y="1323000"/>
          <a:ext cx="637560" cy="312480"/>
        </p:xfrm>
        <a:graphic>
          <a:graphicData uri="http://schemas.openxmlformats.org/presentationml/2006/ole">
            <p:oleObj progId="Word.Document.12" r:id="rId19" spid="">
              <p:embed/>
              <p:pic>
                <p:nvPicPr>
                  <p:cNvPr id="726" name="Object 48_ 2" descr=""/>
                  <p:cNvPicPr/>
                  <p:nvPr/>
                </p:nvPicPr>
                <p:blipFill>
                  <a:blip r:embed="rId20"/>
                  <a:stretch/>
                </p:blipFill>
                <p:spPr>
                  <a:xfrm>
                    <a:off x="5208120" y="1323000"/>
                    <a:ext cx="637560" cy="312480"/>
                  </a:xfrm>
                  <a:prstGeom prst="rect">
                    <a:avLst/>
                  </a:prstGeom>
                  <a:ln w="0">
                    <a:noFill/>
                  </a:ln>
                </p:spPr>
              </p:pic>
            </p:oleObj>
          </a:graphicData>
        </a:graphic>
      </p:graphicFrame>
      <p:graphicFrame>
        <p:nvGraphicFramePr>
          <p:cNvPr id="727" name="Object 49_ 2"/>
          <p:cNvGraphicFramePr/>
          <p:nvPr/>
        </p:nvGraphicFramePr>
        <p:xfrm>
          <a:off x="6468120" y="1323000"/>
          <a:ext cx="813960" cy="287280"/>
        </p:xfrm>
        <a:graphic>
          <a:graphicData uri="http://schemas.openxmlformats.org/presentationml/2006/ole">
            <p:oleObj progId="Word.Document.12" r:id="rId21" spid="">
              <p:embed/>
              <p:pic>
                <p:nvPicPr>
                  <p:cNvPr id="728" name="Object 49_ 2" descr=""/>
                  <p:cNvPicPr/>
                  <p:nvPr/>
                </p:nvPicPr>
                <p:blipFill>
                  <a:blip r:embed="rId22"/>
                  <a:stretch/>
                </p:blipFill>
                <p:spPr>
                  <a:xfrm>
                    <a:off x="6468120" y="1323000"/>
                    <a:ext cx="813960" cy="287280"/>
                  </a:xfrm>
                  <a:prstGeom prst="rect">
                    <a:avLst/>
                  </a:prstGeom>
                  <a:ln w="0">
                    <a:noFill/>
                  </a:ln>
                </p:spPr>
              </p:pic>
            </p:oleObj>
          </a:graphicData>
        </a:graphic>
      </p:graphicFrame>
      <p:graphicFrame>
        <p:nvGraphicFramePr>
          <p:cNvPr id="729" name="Object 50_ 2"/>
          <p:cNvGraphicFramePr/>
          <p:nvPr/>
        </p:nvGraphicFramePr>
        <p:xfrm>
          <a:off x="7644240" y="1323000"/>
          <a:ext cx="577440" cy="371160"/>
        </p:xfrm>
        <a:graphic>
          <a:graphicData uri="http://schemas.openxmlformats.org/presentationml/2006/ole">
            <p:oleObj progId="Word.Document.12" r:id="rId23" spid="">
              <p:embed/>
              <p:pic>
                <p:nvPicPr>
                  <p:cNvPr id="730" name="Object 50_ 2" descr=""/>
                  <p:cNvPicPr/>
                  <p:nvPr/>
                </p:nvPicPr>
                <p:blipFill>
                  <a:blip r:embed="rId24"/>
                  <a:stretch/>
                </p:blipFill>
                <p:spPr>
                  <a:xfrm>
                    <a:off x="7644240" y="1323000"/>
                    <a:ext cx="577440" cy="371160"/>
                  </a:xfrm>
                  <a:prstGeom prst="rect">
                    <a:avLst/>
                  </a:prstGeom>
                  <a:ln w="0">
                    <a:noFill/>
                  </a:ln>
                </p:spPr>
              </p:pic>
            </p:oleObj>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
          <p:cNvSpPr/>
          <p:nvPr/>
        </p:nvSpPr>
        <p:spPr>
          <a:xfrm>
            <a:off x="3672000" y="270000"/>
            <a:ext cx="4462920" cy="762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600" spc="-1" strike="noStrike">
                <a:solidFill>
                  <a:srgbClr val="000000"/>
                </a:solidFill>
                <a:latin typeface="Arial"/>
                <a:ea typeface="DejaVu Sans"/>
              </a:rPr>
              <a:t>Types of Embedded Systems</a:t>
            </a:r>
            <a:endParaRPr b="0" lang="en-US" sz="16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732" name=""/>
          <p:cNvSpPr/>
          <p:nvPr/>
        </p:nvSpPr>
        <p:spPr>
          <a:xfrm>
            <a:off x="323280" y="890280"/>
            <a:ext cx="9612000" cy="3365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They can also be categorized by performance requirements: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Small-scale embedded systems.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These systems typically use up to an 8-bit microcontroller.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Medium-scale embedded systems.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These systems use a 16-bit or 32-bit microcontroller. They can use one or multiple units depending on the complexity of the system.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Sophisticated-scale embedded systems.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These systems may use complex software and hardware components.</a:t>
            </a:r>
            <a:endParaRPr b="0" lang="en-US" sz="12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PlaceHolder 1"/>
          <p:cNvSpPr>
            <a:spLocks noGrp="1"/>
          </p:cNvSpPr>
          <p:nvPr>
            <p:ph type="title"/>
          </p:nvPr>
        </p:nvSpPr>
        <p:spPr>
          <a:xfrm>
            <a:off x="419760" y="125280"/>
            <a:ext cx="9239400" cy="943560"/>
          </a:xfrm>
          <a:prstGeom prst="rect">
            <a:avLst/>
          </a:prstGeom>
          <a:noFill/>
          <a:ln w="0">
            <a:noFill/>
          </a:ln>
        </p:spPr>
        <p:txBody>
          <a:bodyPr lIns="0" rIns="0" tIns="46080" bIns="4608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rPr>
              <a:t>Classifications of Embedded systems</a:t>
            </a:r>
            <a:endParaRPr b="0" lang="en-US" sz="4400" spc="-1" strike="noStrike">
              <a:solidFill>
                <a:srgbClr val="000000"/>
              </a:solidFill>
              <a:latin typeface="Arial"/>
            </a:endParaRPr>
          </a:p>
        </p:txBody>
      </p:sp>
      <p:sp>
        <p:nvSpPr>
          <p:cNvPr id="734" name="PlaceHolder 2"/>
          <p:cNvSpPr>
            <a:spLocks noGrp="1"/>
          </p:cNvSpPr>
          <p:nvPr>
            <p:ph/>
          </p:nvPr>
        </p:nvSpPr>
        <p:spPr>
          <a:xfrm>
            <a:off x="335880" y="819000"/>
            <a:ext cx="9239400" cy="3716280"/>
          </a:xfrm>
          <a:prstGeom prst="rect">
            <a:avLst/>
          </a:prstGeom>
          <a:noFill/>
          <a:ln w="0">
            <a:noFill/>
          </a:ln>
        </p:spPr>
        <p:txBody>
          <a:bodyPr lIns="92160" rIns="92160" tIns="46080" bIns="46080" anchor="t">
            <a:normAutofit fontScale="89999"/>
          </a:bodyPr>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Small Scale embedded system</a:t>
            </a:r>
            <a:endParaRPr b="0" lang="en-US" sz="20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 </a:t>
            </a:r>
            <a:r>
              <a:rPr b="0" lang="en-US" sz="2000" spc="-1" strike="noStrike">
                <a:solidFill>
                  <a:srgbClr val="000000"/>
                </a:solidFill>
                <a:latin typeface="Arial"/>
              </a:rPr>
              <a:t>Use single 8 bit or 16 bit micro controller</a:t>
            </a:r>
            <a:endParaRPr b="0" lang="en-US" sz="20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 </a:t>
            </a:r>
            <a:r>
              <a:rPr b="0" lang="en-US" sz="2000" spc="-1" strike="noStrike">
                <a:solidFill>
                  <a:srgbClr val="000000"/>
                </a:solidFill>
                <a:latin typeface="Arial"/>
              </a:rPr>
              <a:t>Little hardware and software complexity</a:t>
            </a:r>
            <a:endParaRPr b="0" lang="en-US" sz="20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 </a:t>
            </a:r>
            <a:r>
              <a:rPr b="0" lang="en-US" sz="2000" spc="-1" strike="noStrike">
                <a:solidFill>
                  <a:srgbClr val="000000"/>
                </a:solidFill>
                <a:latin typeface="Arial"/>
              </a:rPr>
              <a:t>Embedded software IDE is specific to processor</a:t>
            </a:r>
            <a:endParaRPr b="0" lang="en-US" sz="20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 </a:t>
            </a:r>
            <a:r>
              <a:rPr b="0" lang="en-US" sz="2000" spc="-1" strike="noStrike">
                <a:solidFill>
                  <a:srgbClr val="000000"/>
                </a:solidFill>
                <a:latin typeface="Arial"/>
              </a:rPr>
              <a:t>Software has to fit in given memory</a:t>
            </a:r>
            <a:endParaRPr b="0" lang="en-US" sz="20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 </a:t>
            </a:r>
            <a:r>
              <a:rPr b="0" lang="en-US" sz="2000" spc="-1" strike="noStrike">
                <a:solidFill>
                  <a:srgbClr val="000000"/>
                </a:solidFill>
                <a:latin typeface="Arial"/>
              </a:rPr>
              <a:t>Power consumption is limited</a:t>
            </a:r>
            <a:endParaRPr b="0" lang="en-US" sz="20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Programming tools:</a:t>
            </a:r>
            <a:endParaRPr b="0" lang="en-US" sz="20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Editor, Assembler, Cross compiler</a:t>
            </a:r>
            <a:endParaRPr b="0" lang="en-US" sz="20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Commonly used Micro controllers used:</a:t>
            </a:r>
            <a:endParaRPr b="0" lang="en-US" sz="20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8051, PIC16F8X Family</a:t>
            </a:r>
            <a:endParaRPr b="0" lang="en-US" sz="2000" spc="-1" strike="noStrike">
              <a:solidFill>
                <a:srgbClr val="000000"/>
              </a:solidFill>
              <a:latin typeface="Arial"/>
            </a:endParaRPr>
          </a:p>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u="sng">
                <a:solidFill>
                  <a:srgbClr val="0000ff"/>
                </a:solidFill>
                <a:uFillTx/>
                <a:latin typeface="Arial"/>
                <a:hlinkClick r:id="rId1"/>
              </a:rPr>
              <a:t>https://en.wikipedia.org/wiki/Intel_8051</a:t>
            </a:r>
            <a:r>
              <a:rPr b="0" lang="en-US" sz="2000" spc="-1" strike="noStrike">
                <a:solidFill>
                  <a:srgbClr val="000000"/>
                </a:solidFill>
                <a:latin typeface="Arial"/>
              </a:rPr>
              <a:t>#</a:t>
            </a:r>
            <a:endParaRPr b="0" lang="en-US" sz="2000" spc="-1" strike="noStrike">
              <a:solidFill>
                <a:srgbClr val="000000"/>
              </a:solidFill>
              <a:latin typeface="Arial"/>
            </a:endParaRPr>
          </a:p>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p:txBody>
      </p:sp>
      <p:sp>
        <p:nvSpPr>
          <p:cNvPr id="735" name="Slide Number Placeholder 3_2"/>
          <p:cNvSpPr/>
          <p:nvPr/>
        </p:nvSpPr>
        <p:spPr>
          <a:xfrm>
            <a:off x="8820000" y="5166360"/>
            <a:ext cx="1006560" cy="376560"/>
          </a:xfrm>
          <a:custGeom>
            <a:avLst/>
            <a:gdLst>
              <a:gd name="textAreaLeft" fmla="*/ 0 w 1006560"/>
              <a:gd name="textAreaRight" fmla="*/ 1006920 w 1006560"/>
              <a:gd name="textAreaTop" fmla="*/ 0 h 376560"/>
              <a:gd name="textAreaBottom" fmla="*/ 376920 h 376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rmAutofit/>
          </a:bodyPr>
          <a:p>
            <a:pPr algn="r">
              <a:lnSpc>
                <a:spcPct val="100000"/>
              </a:lnSpc>
              <a:spcBef>
                <a:spcPts val="87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A54E5E0-1368-48C2-807A-6B35CE278D95}" type="slidenum">
              <a:rPr b="0" lang="en-US" sz="1400" spc="-1" strike="noStrike">
                <a:solidFill>
                  <a:srgbClr val="000000"/>
                </a:solidFill>
                <a:latin typeface="Arial"/>
                <a:ea typeface="DejaVu Sans"/>
              </a:rPr>
              <a:t>&lt;number&gt;</a:t>
            </a:fld>
            <a:endParaRPr b="0" lang="en-US" sz="1400" spc="-1" strike="noStrike">
              <a:solidFill>
                <a:srgbClr val="000000"/>
              </a:solidFill>
              <a:latin typeface="Arial"/>
            </a:endParaRPr>
          </a:p>
        </p:txBody>
      </p:sp>
      <p:pic>
        <p:nvPicPr>
          <p:cNvPr id="736" name="" descr=""/>
          <p:cNvPicPr/>
          <p:nvPr/>
        </p:nvPicPr>
        <p:blipFill>
          <a:blip r:embed="rId2"/>
          <a:stretch/>
        </p:blipFill>
        <p:spPr>
          <a:xfrm>
            <a:off x="6009480" y="972000"/>
            <a:ext cx="3781800" cy="1752120"/>
          </a:xfrm>
          <a:prstGeom prst="rect">
            <a:avLst/>
          </a:prstGeom>
          <a:ln w="0">
            <a:noFill/>
          </a:ln>
        </p:spPr>
      </p:pic>
      <p:pic>
        <p:nvPicPr>
          <p:cNvPr id="737" name="" descr=""/>
          <p:cNvPicPr/>
          <p:nvPr/>
        </p:nvPicPr>
        <p:blipFill>
          <a:blip r:embed="rId3"/>
          <a:stretch/>
        </p:blipFill>
        <p:spPr>
          <a:xfrm>
            <a:off x="5952960" y="3186360"/>
            <a:ext cx="3189600" cy="1635120"/>
          </a:xfrm>
          <a:prstGeom prst="rect">
            <a:avLst/>
          </a:prstGeom>
          <a:ln w="0">
            <a:noFill/>
          </a:ln>
        </p:spPr>
      </p:pic>
      <p:pic>
        <p:nvPicPr>
          <p:cNvPr id="738" name="" descr=""/>
          <p:cNvPicPr/>
          <p:nvPr/>
        </p:nvPicPr>
        <p:blipFill>
          <a:blip r:embed="rId4"/>
          <a:stretch/>
        </p:blipFill>
        <p:spPr>
          <a:xfrm>
            <a:off x="2736000" y="4813200"/>
            <a:ext cx="2790720" cy="8013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p:nvPr>
        </p:nvSpPr>
        <p:spPr>
          <a:xfrm>
            <a:off x="72000" y="116640"/>
            <a:ext cx="9239400" cy="3716280"/>
          </a:xfrm>
          <a:prstGeom prst="rect">
            <a:avLst/>
          </a:prstGeom>
          <a:noFill/>
          <a:ln w="0">
            <a:noFill/>
          </a:ln>
        </p:spPr>
        <p:txBody>
          <a:bodyPr lIns="92160" rIns="92160" tIns="46080" bIns="46080" anchor="t">
            <a:normAutofit/>
          </a:bodyPr>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Medium scale embedded system</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Single or few 16 bit, 32 bit microprocessor</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DSP or ARM is used</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Both hardware and software complexities</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C,C++, Visual C++, Java is popular for programming, RTOS, and Source code , engineering tool, Simulator,  Debugger and Integrated Development Environment (IDE). </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Software tools provide the solutions to the hardware complexities.</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p:txBody>
      </p:sp>
      <p:sp>
        <p:nvSpPr>
          <p:cNvPr id="740" name="Slide Number Placeholder 3_3"/>
          <p:cNvSpPr/>
          <p:nvPr/>
        </p:nvSpPr>
        <p:spPr>
          <a:xfrm>
            <a:off x="8820000" y="5166360"/>
            <a:ext cx="1006560" cy="376560"/>
          </a:xfrm>
          <a:custGeom>
            <a:avLst/>
            <a:gdLst>
              <a:gd name="textAreaLeft" fmla="*/ 0 w 1006560"/>
              <a:gd name="textAreaRight" fmla="*/ 1006920 w 1006560"/>
              <a:gd name="textAreaTop" fmla="*/ 0 h 376560"/>
              <a:gd name="textAreaBottom" fmla="*/ 376920 h 376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rmAutofit/>
          </a:bodyPr>
          <a:p>
            <a:pPr algn="r">
              <a:lnSpc>
                <a:spcPct val="100000"/>
              </a:lnSpc>
              <a:spcBef>
                <a:spcPts val="87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D25178E-D16B-4EDB-97FB-0C144E3D2204}" type="slidenum">
              <a:rPr b="0" lang="en-US" sz="1400" spc="-1" strike="noStrike">
                <a:solidFill>
                  <a:srgbClr val="000000"/>
                </a:solidFill>
                <a:latin typeface="Arial"/>
                <a:ea typeface="DejaVu Sans"/>
              </a:rPr>
              <a:t>&lt;number&gt;</a:t>
            </a:fld>
            <a:endParaRPr b="0" lang="en-US" sz="1400" spc="-1" strike="noStrike">
              <a:solidFill>
                <a:srgbClr val="000000"/>
              </a:solidFill>
              <a:latin typeface="Arial"/>
            </a:endParaRPr>
          </a:p>
        </p:txBody>
      </p:sp>
      <p:pic>
        <p:nvPicPr>
          <p:cNvPr id="741" name="" descr=""/>
          <p:cNvPicPr/>
          <p:nvPr/>
        </p:nvPicPr>
        <p:blipFill>
          <a:blip r:embed="rId1"/>
          <a:stretch/>
        </p:blipFill>
        <p:spPr>
          <a:xfrm>
            <a:off x="3456000" y="3996360"/>
            <a:ext cx="3094920" cy="1541160"/>
          </a:xfrm>
          <a:prstGeom prst="rect">
            <a:avLst/>
          </a:prstGeom>
          <a:ln w="0">
            <a:noFill/>
          </a:ln>
        </p:spPr>
      </p:pic>
      <p:pic>
        <p:nvPicPr>
          <p:cNvPr id="742" name="" descr=""/>
          <p:cNvPicPr/>
          <p:nvPr/>
        </p:nvPicPr>
        <p:blipFill>
          <a:blip r:embed="rId2"/>
          <a:stretch/>
        </p:blipFill>
        <p:spPr>
          <a:xfrm>
            <a:off x="19080" y="3996360"/>
            <a:ext cx="3489120" cy="1503360"/>
          </a:xfrm>
          <a:prstGeom prst="rect">
            <a:avLst/>
          </a:prstGeom>
          <a:ln w="0">
            <a:noFill/>
          </a:ln>
        </p:spPr>
      </p:pic>
      <p:pic>
        <p:nvPicPr>
          <p:cNvPr id="743" name="" descr=""/>
          <p:cNvPicPr/>
          <p:nvPr/>
        </p:nvPicPr>
        <p:blipFill>
          <a:blip r:embed="rId3"/>
          <a:stretch/>
        </p:blipFill>
        <p:spPr>
          <a:xfrm>
            <a:off x="6768360" y="4104360"/>
            <a:ext cx="2878920" cy="1527480"/>
          </a:xfrm>
          <a:prstGeom prst="rect">
            <a:avLst/>
          </a:prstGeom>
          <a:ln w="0">
            <a:noFill/>
          </a:ln>
        </p:spPr>
      </p:pic>
      <p:pic>
        <p:nvPicPr>
          <p:cNvPr id="744" name="" descr=""/>
          <p:cNvPicPr/>
          <p:nvPr/>
        </p:nvPicPr>
        <p:blipFill>
          <a:blip r:embed="rId4"/>
          <a:stretch/>
        </p:blipFill>
        <p:spPr>
          <a:xfrm>
            <a:off x="3456000" y="2483280"/>
            <a:ext cx="3627720" cy="1241640"/>
          </a:xfrm>
          <a:prstGeom prst="rect">
            <a:avLst/>
          </a:prstGeom>
          <a:ln w="0">
            <a:noFill/>
          </a:ln>
        </p:spPr>
      </p:pic>
      <p:pic>
        <p:nvPicPr>
          <p:cNvPr id="745" name="" descr=""/>
          <p:cNvPicPr/>
          <p:nvPr/>
        </p:nvPicPr>
        <p:blipFill>
          <a:blip r:embed="rId5"/>
          <a:stretch/>
        </p:blipFill>
        <p:spPr>
          <a:xfrm>
            <a:off x="406080" y="2484000"/>
            <a:ext cx="2760840" cy="1148760"/>
          </a:xfrm>
          <a:prstGeom prst="rect">
            <a:avLst/>
          </a:prstGeom>
          <a:ln w="0">
            <a:noFill/>
          </a:ln>
        </p:spPr>
      </p:pic>
      <p:pic>
        <p:nvPicPr>
          <p:cNvPr id="746" name="" descr=""/>
          <p:cNvPicPr/>
          <p:nvPr/>
        </p:nvPicPr>
        <p:blipFill>
          <a:blip r:embed="rId6"/>
          <a:stretch/>
        </p:blipFill>
        <p:spPr>
          <a:xfrm>
            <a:off x="7056000" y="2430000"/>
            <a:ext cx="2951280" cy="13413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p:nvPr>
        </p:nvSpPr>
        <p:spPr>
          <a:xfrm>
            <a:off x="0" y="62640"/>
            <a:ext cx="9239400" cy="3716280"/>
          </a:xfrm>
          <a:prstGeom prst="rect">
            <a:avLst/>
          </a:prstGeom>
          <a:noFill/>
          <a:ln w="0">
            <a:noFill/>
          </a:ln>
        </p:spPr>
        <p:txBody>
          <a:bodyPr lIns="92160" rIns="92160" tIns="46080" bIns="46080" anchor="t">
            <a:normAutofit/>
          </a:bodyPr>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Large Scale Embedded System 32-bit/64-bit  Micro controller</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Enormous hardware and software complexities</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Several processors/controllers are used</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FPGA, DSP, DSC, IP core on VLSI chip, ASIC is used </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Hardware software co-design is required</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Some critical functions are implemented in the hardware (instead of software) to achieve speed</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Development tools available are costly</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r>
              <a:rPr b="0" lang="en-US" sz="1600" spc="-1" strike="noStrike">
                <a:solidFill>
                  <a:srgbClr val="000000"/>
                </a:solidFill>
                <a:latin typeface="Arial"/>
              </a:rPr>
              <a:t>Needs team work for development</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Telecommunication Routers and Switches</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 </a:t>
            </a: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a:p>
            <a:pPr indent="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p:txBody>
      </p:sp>
      <p:sp>
        <p:nvSpPr>
          <p:cNvPr id="748" name="Slide Number Placeholder 3_4"/>
          <p:cNvSpPr/>
          <p:nvPr/>
        </p:nvSpPr>
        <p:spPr>
          <a:xfrm>
            <a:off x="8820000" y="5166360"/>
            <a:ext cx="1006560" cy="376560"/>
          </a:xfrm>
          <a:custGeom>
            <a:avLst/>
            <a:gdLst>
              <a:gd name="textAreaLeft" fmla="*/ 0 w 1006560"/>
              <a:gd name="textAreaRight" fmla="*/ 1006920 w 1006560"/>
              <a:gd name="textAreaTop" fmla="*/ 0 h 376560"/>
              <a:gd name="textAreaBottom" fmla="*/ 376920 h 376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rmAutofit/>
          </a:bodyPr>
          <a:p>
            <a:pPr algn="r">
              <a:lnSpc>
                <a:spcPct val="100000"/>
              </a:lnSpc>
              <a:spcBef>
                <a:spcPts val="873"/>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F897639-9E51-4546-B579-70E84C8BDCC5}" type="slidenum">
              <a:rPr b="0" lang="en-US" sz="1400" spc="-1" strike="noStrike">
                <a:solidFill>
                  <a:srgbClr val="000000"/>
                </a:solidFill>
                <a:latin typeface="Arial"/>
                <a:ea typeface="DejaVu Sans"/>
              </a:rPr>
              <a:t>&lt;number&gt;</a:t>
            </a:fld>
            <a:endParaRPr b="0" lang="en-US" sz="1400" spc="-1" strike="noStrike">
              <a:solidFill>
                <a:srgbClr val="000000"/>
              </a:solidFill>
              <a:latin typeface="Arial"/>
            </a:endParaRPr>
          </a:p>
        </p:txBody>
      </p:sp>
      <p:pic>
        <p:nvPicPr>
          <p:cNvPr id="749" name="" descr=""/>
          <p:cNvPicPr/>
          <p:nvPr/>
        </p:nvPicPr>
        <p:blipFill>
          <a:blip r:embed="rId1"/>
          <a:stretch/>
        </p:blipFill>
        <p:spPr>
          <a:xfrm>
            <a:off x="145080" y="2660040"/>
            <a:ext cx="4893840" cy="2414880"/>
          </a:xfrm>
          <a:prstGeom prst="rect">
            <a:avLst/>
          </a:prstGeom>
          <a:ln w="0">
            <a:noFill/>
          </a:ln>
        </p:spPr>
      </p:pic>
      <p:sp>
        <p:nvSpPr>
          <p:cNvPr id="750" name=""/>
          <p:cNvSpPr/>
          <p:nvPr/>
        </p:nvSpPr>
        <p:spPr>
          <a:xfrm>
            <a:off x="79200" y="5170320"/>
            <a:ext cx="4887720" cy="933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Juniper router- PTX10K-LC1201-36CD—a 36-port multiple-speed line card that can be configured as 400GbE, 200GbE, 100GbE, 50GbE, 25GbE, or 10GbE Ethernet ports.</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pic>
        <p:nvPicPr>
          <p:cNvPr id="751" name="" descr=""/>
          <p:cNvPicPr/>
          <p:nvPr/>
        </p:nvPicPr>
        <p:blipFill>
          <a:blip r:embed="rId2"/>
          <a:stretch/>
        </p:blipFill>
        <p:spPr>
          <a:xfrm>
            <a:off x="5760360" y="2484000"/>
            <a:ext cx="3694320" cy="2713320"/>
          </a:xfrm>
          <a:prstGeom prst="rect">
            <a:avLst/>
          </a:prstGeom>
          <a:ln w="0">
            <a:noFill/>
          </a:ln>
        </p:spPr>
      </p:pic>
      <p:sp>
        <p:nvSpPr>
          <p:cNvPr id="752" name=""/>
          <p:cNvSpPr/>
          <p:nvPr/>
        </p:nvSpPr>
        <p:spPr>
          <a:xfrm>
            <a:off x="5823000" y="5238360"/>
            <a:ext cx="2383920" cy="279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Cisco Catalyst 9400 switch</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
          <p:cNvSpPr/>
          <p:nvPr/>
        </p:nvSpPr>
        <p:spPr>
          <a:xfrm>
            <a:off x="216000" y="108000"/>
            <a:ext cx="5902920" cy="372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2000" spc="-1" strike="noStrike">
                <a:solidFill>
                  <a:srgbClr val="000000"/>
                </a:solidFill>
                <a:latin typeface="Arial"/>
                <a:ea typeface="DejaVu Sans"/>
              </a:rPr>
              <a:t>Automotive Infotainment and ADAS Systems</a:t>
            </a:r>
            <a:endParaRPr b="0" lang="en-US" sz="2000" spc="-1" strike="noStrike">
              <a:solidFill>
                <a:srgbClr val="000000"/>
              </a:solidFill>
              <a:latin typeface="Arial"/>
            </a:endParaRPr>
          </a:p>
        </p:txBody>
      </p:sp>
      <p:pic>
        <p:nvPicPr>
          <p:cNvPr id="754" name="" descr=""/>
          <p:cNvPicPr/>
          <p:nvPr/>
        </p:nvPicPr>
        <p:blipFill>
          <a:blip r:embed="rId1"/>
          <a:stretch/>
        </p:blipFill>
        <p:spPr>
          <a:xfrm>
            <a:off x="34200" y="918000"/>
            <a:ext cx="10078920" cy="34009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5" name="" descr=""/>
          <p:cNvPicPr/>
          <p:nvPr/>
        </p:nvPicPr>
        <p:blipFill>
          <a:blip r:embed="rId1"/>
          <a:stretch/>
        </p:blipFill>
        <p:spPr>
          <a:xfrm>
            <a:off x="72360" y="648000"/>
            <a:ext cx="10078920" cy="44812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
          <p:cNvSpPr/>
          <p:nvPr/>
        </p:nvSpPr>
        <p:spPr>
          <a:xfrm>
            <a:off x="432000" y="203400"/>
            <a:ext cx="3382920" cy="288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Data Center Smart NICs and DPUs</a:t>
            </a:r>
            <a:endParaRPr b="0" lang="en-US" sz="1400" spc="-1" strike="noStrike">
              <a:solidFill>
                <a:srgbClr val="000000"/>
              </a:solidFill>
              <a:latin typeface="Arial"/>
            </a:endParaRPr>
          </a:p>
        </p:txBody>
      </p:sp>
      <p:pic>
        <p:nvPicPr>
          <p:cNvPr id="757" name="" descr=""/>
          <p:cNvPicPr/>
          <p:nvPr/>
        </p:nvPicPr>
        <p:blipFill>
          <a:blip r:embed="rId1"/>
          <a:stretch/>
        </p:blipFill>
        <p:spPr>
          <a:xfrm>
            <a:off x="106200" y="1350000"/>
            <a:ext cx="9397080" cy="31849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
          <p:cNvSpPr/>
          <p:nvPr/>
        </p:nvSpPr>
        <p:spPr>
          <a:xfrm>
            <a:off x="3672000" y="270000"/>
            <a:ext cx="4462920" cy="762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6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759" name=""/>
          <p:cNvSpPr/>
          <p:nvPr/>
        </p:nvSpPr>
        <p:spPr>
          <a:xfrm>
            <a:off x="251280" y="756000"/>
            <a:ext cx="9612000" cy="1052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Embedded systems will be of high importance not only for mobile devices and networks but also for real-time applications. The present and future industries that are aggressively growing include aerospace, healthcare, military, and consumer electronics applications, etc.</a:t>
            </a:r>
            <a:endParaRPr b="0" lang="en-US" sz="12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760" name=""/>
          <p:cNvSpPr/>
          <p:nvPr/>
        </p:nvSpPr>
        <p:spPr>
          <a:xfrm>
            <a:off x="2880000" y="244800"/>
            <a:ext cx="3634560" cy="733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600" spc="-1" strike="noStrike">
                <a:solidFill>
                  <a:srgbClr val="000000"/>
                </a:solidFill>
                <a:latin typeface="Arial"/>
                <a:ea typeface="DejaVu Sans"/>
              </a:rPr>
              <a:t>latest trends in Embedded systems.</a:t>
            </a:r>
            <a:endParaRPr b="0" lang="en-US" sz="16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761" name=""/>
          <p:cNvSpPr/>
          <p:nvPr/>
        </p:nvSpPr>
        <p:spPr>
          <a:xfrm>
            <a:off x="0" y="1371240"/>
            <a:ext cx="10082880" cy="1075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000" spc="-1" strike="noStrike">
                <a:solidFill>
                  <a:srgbClr val="000000"/>
                </a:solidFill>
                <a:latin typeface="Arial"/>
                <a:ea typeface="DejaVu Sans"/>
              </a:rPr>
              <a:t>Artificial intelligence  </a:t>
            </a:r>
            <a:r>
              <a:rPr b="0" lang="en-IN" sz="1000" spc="-1" strike="noStrike">
                <a:solidFill>
                  <a:srgbClr val="000000"/>
                </a:solidFill>
                <a:latin typeface="Arial"/>
                <a:ea typeface="DejaVu Sans"/>
              </a:rPr>
              <a:t>The new trend in the embedded systems industry is the increase in the usage of Artificial Intelligence and Machine Learning. AI is used almost in any segment such as e-commerce, manufacturing, supply chain, industrial control, and many more. AI takes the data and learns to make better decisions, while IoT and embedded systems which are physical devices help to generate data to achieve functionality.</a:t>
            </a:r>
            <a:endParaRPr b="0" lang="en-US" sz="1000" spc="-1" strike="noStrike">
              <a:solidFill>
                <a:srgbClr val="000000"/>
              </a:solidFill>
              <a:latin typeface="Arial"/>
            </a:endParaRPr>
          </a:p>
          <a:p>
            <a:pPr>
              <a:lnSpc>
                <a:spcPct val="100000"/>
              </a:lnSpc>
            </a:pPr>
            <a:r>
              <a:rPr b="1" lang="en-IN" sz="1000" spc="-1" strike="noStrike">
                <a:solidFill>
                  <a:srgbClr val="000000"/>
                </a:solidFill>
                <a:latin typeface="Arial"/>
                <a:ea typeface="DejaVu Sans"/>
              </a:rPr>
              <a:t>Embedded artificial intelligence (AI) </a:t>
            </a:r>
            <a:r>
              <a:rPr b="0" lang="en-IN" sz="1000" spc="-1" strike="noStrike">
                <a:solidFill>
                  <a:srgbClr val="000000"/>
                </a:solidFill>
                <a:latin typeface="Arial"/>
                <a:ea typeface="DejaVu Sans"/>
              </a:rPr>
              <a:t>is the application of machine and deep learning in software at the device level. Software can be programmed to provide both predictive and reactive intelligence, based on the data that is collected and analyzed. </a:t>
            </a:r>
            <a:endParaRPr b="0" lang="en-US" sz="1000" spc="-1" strike="noStrike">
              <a:solidFill>
                <a:srgbClr val="000000"/>
              </a:solidFill>
              <a:latin typeface="Arial"/>
            </a:endParaRPr>
          </a:p>
        </p:txBody>
      </p:sp>
      <p:sp>
        <p:nvSpPr>
          <p:cNvPr id="762" name=""/>
          <p:cNvSpPr/>
          <p:nvPr/>
        </p:nvSpPr>
        <p:spPr>
          <a:xfrm>
            <a:off x="0" y="2592000"/>
            <a:ext cx="10038600" cy="1931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50" spc="-1" strike="noStrike">
                <a:solidFill>
                  <a:srgbClr val="000000"/>
                </a:solidFill>
                <a:latin typeface="Arial"/>
                <a:ea typeface="DejaVu Sans"/>
              </a:rPr>
              <a:t>Traditionally, complex AI computations, such as producing search engine results, were performed at a data center in the cloud. With the implementation of AI models on </a:t>
            </a:r>
            <a:endParaRPr b="0" lang="en-US" sz="1050" spc="-1" strike="noStrike">
              <a:solidFill>
                <a:srgbClr val="000000"/>
              </a:solidFill>
              <a:latin typeface="Arial"/>
            </a:endParaRPr>
          </a:p>
          <a:p>
            <a:pPr>
              <a:lnSpc>
                <a:spcPct val="100000"/>
              </a:lnSpc>
            </a:pPr>
            <a:r>
              <a:rPr b="0" lang="en-IN" sz="1050" spc="-1" strike="noStrike">
                <a:solidFill>
                  <a:srgbClr val="000000"/>
                </a:solidFill>
                <a:latin typeface="Arial"/>
                <a:ea typeface="DejaVu Sans"/>
              </a:rPr>
              <a:t>graphics processing units (GPUs), session border controllers (SBCs), and systems on chips (SoCs), there is less of a dependence on the cloud for AI data processing.</a:t>
            </a:r>
            <a:endParaRPr b="0" lang="en-US" sz="1050" spc="-1" strike="noStrike">
              <a:solidFill>
                <a:srgbClr val="000000"/>
              </a:solidFill>
              <a:latin typeface="Arial"/>
            </a:endParaRPr>
          </a:p>
          <a:p>
            <a:pPr>
              <a:lnSpc>
                <a:spcPct val="100000"/>
              </a:lnSpc>
            </a:pPr>
            <a:r>
              <a:rPr b="0" lang="en-IN" sz="1050" spc="-1" strike="noStrike">
                <a:solidFill>
                  <a:srgbClr val="000000"/>
                </a:solidFill>
                <a:latin typeface="Arial"/>
                <a:ea typeface="DejaVu Sans"/>
              </a:rPr>
              <a:t>With embedded AI, devices have the ability to run AI models at the device level and then directly use the results to perform an appropriate task or action. </a:t>
            </a:r>
            <a:endParaRPr b="0" lang="en-US" sz="1050" spc="-1" strike="noStrike">
              <a:solidFill>
                <a:srgbClr val="000000"/>
              </a:solidFill>
              <a:latin typeface="Arial"/>
            </a:endParaRPr>
          </a:p>
          <a:p>
            <a:pPr>
              <a:lnSpc>
                <a:spcPct val="100000"/>
              </a:lnSpc>
            </a:pPr>
            <a:r>
              <a:rPr b="0" lang="en-IN" sz="1050" spc="-1" strike="noStrike">
                <a:solidFill>
                  <a:srgbClr val="000000"/>
                </a:solidFill>
                <a:latin typeface="Arial"/>
                <a:ea typeface="DejaVu Sans"/>
              </a:rPr>
              <a:t>The cloud is still helpful from a data storage perspective, as data can be stored temporarily at the device level and eventually sent to a cloud server for safekeeping.</a:t>
            </a:r>
            <a:endParaRPr b="0" lang="en-US" sz="105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3" name="Content Placeholder 4" descr=""/>
          <p:cNvPicPr/>
          <p:nvPr/>
        </p:nvPicPr>
        <p:blipFill>
          <a:blip r:embed="rId1"/>
          <a:stretch/>
        </p:blipFill>
        <p:spPr>
          <a:xfrm>
            <a:off x="55800" y="237600"/>
            <a:ext cx="4554000" cy="2915640"/>
          </a:xfrm>
          <a:prstGeom prst="rect">
            <a:avLst/>
          </a:prstGeom>
          <a:ln w="0">
            <a:noFill/>
          </a:ln>
        </p:spPr>
      </p:pic>
      <p:sp>
        <p:nvSpPr>
          <p:cNvPr id="764" name="PlaceHolder 1"/>
          <p:cNvSpPr>
            <a:spLocks noGrp="1"/>
          </p:cNvSpPr>
          <p:nvPr>
            <p:ph type="ftr" idx="184"/>
          </p:nvPr>
        </p:nvSpPr>
        <p:spPr>
          <a:xfrm>
            <a:off x="3443760" y="5255640"/>
            <a:ext cx="3190320" cy="300240"/>
          </a:xfrm>
          <a:prstGeom prst="rect">
            <a:avLst/>
          </a:prstGeom>
          <a:noFill/>
          <a:ln w="0">
            <a:noFill/>
          </a:ln>
        </p:spPr>
        <p:txBody>
          <a:bodyPr lIns="90000" rIns="90000" tIns="45000" bIns="45000" anchor="ctr">
            <a:noAutofit/>
          </a:bodyPr>
          <a:lstStyle>
            <a:lvl1pPr indent="0" algn="ctr">
              <a:lnSpc>
                <a:spcPct val="100000"/>
              </a:lnSpc>
              <a:buNone/>
              <a:defRPr b="0" lang="en-US" sz="1200" spc="-1" strike="noStrike">
                <a:solidFill>
                  <a:srgbClr val="8b8b8b"/>
                </a:solidFill>
                <a:latin typeface="Helvetica Neue Light"/>
              </a:defRPr>
            </a:lvl1pPr>
          </a:lstStyle>
          <a:p>
            <a:pPr indent="0" algn="ctr">
              <a:lnSpc>
                <a:spcPct val="100000"/>
              </a:lnSpc>
              <a:buNone/>
            </a:pPr>
            <a:r>
              <a:rPr b="0" lang="en-US" sz="1200" spc="-1" strike="noStrike">
                <a:solidFill>
                  <a:srgbClr val="8b8b8b"/>
                </a:solidFill>
                <a:latin typeface="Helvetica Neue Light"/>
              </a:rPr>
              <a:t>IBM</a:t>
            </a:r>
            <a:endParaRPr b="0" lang="en-US" sz="1200" spc="-1" strike="noStrike">
              <a:solidFill>
                <a:srgbClr val="000000"/>
              </a:solidFill>
              <a:latin typeface="Times New Roman"/>
            </a:endParaRPr>
          </a:p>
        </p:txBody>
      </p:sp>
      <p:pic>
        <p:nvPicPr>
          <p:cNvPr id="765" name="" descr=""/>
          <p:cNvPicPr/>
          <p:nvPr/>
        </p:nvPicPr>
        <p:blipFill>
          <a:blip r:embed="rId2"/>
          <a:stretch/>
        </p:blipFill>
        <p:spPr>
          <a:xfrm>
            <a:off x="3068640" y="3036240"/>
            <a:ext cx="5918400" cy="19623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6" name=""/>
          <p:cNvSpPr/>
          <p:nvPr/>
        </p:nvSpPr>
        <p:spPr>
          <a:xfrm>
            <a:off x="576000" y="-144000"/>
            <a:ext cx="8565840" cy="943200"/>
          </a:xfrm>
          <a:custGeom>
            <a:avLst/>
            <a:gdLst>
              <a:gd name="textAreaLeft" fmla="*/ 0 w 8565840"/>
              <a:gd name="textAreaRight" fmla="*/ 8566200 w 8565840"/>
              <a:gd name="textAreaTop" fmla="*/ 0 h 943200"/>
              <a:gd name="textAreaBottom" fmla="*/ 943560 h 943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0" lang="en-US" sz="4400" spc="-1" strike="noStrike">
                <a:solidFill>
                  <a:srgbClr val="000000"/>
                </a:solidFill>
                <a:latin typeface="Times New Roman"/>
                <a:ea typeface="DejaVu Sans"/>
              </a:rPr>
              <a:t>Linux history and open source</a:t>
            </a:r>
            <a:endParaRPr b="0" lang="en-US" sz="4400" spc="-1" strike="noStrike">
              <a:solidFill>
                <a:srgbClr val="000000"/>
              </a:solidFill>
              <a:latin typeface="Arial"/>
            </a:endParaRPr>
          </a:p>
        </p:txBody>
      </p:sp>
      <p:sp>
        <p:nvSpPr>
          <p:cNvPr id="767" name=""/>
          <p:cNvSpPr/>
          <p:nvPr/>
        </p:nvSpPr>
        <p:spPr>
          <a:xfrm>
            <a:off x="787320" y="1535400"/>
            <a:ext cx="8565840" cy="3616200"/>
          </a:xfrm>
          <a:custGeom>
            <a:avLst/>
            <a:gdLst>
              <a:gd name="textAreaLeft" fmla="*/ 0 w 8565840"/>
              <a:gd name="textAreaRight" fmla="*/ 8566200 w 8565840"/>
              <a:gd name="textAreaTop" fmla="*/ 0 h 3616200"/>
              <a:gd name="textAreaBottom" fmla="*/ 3616560 h 3616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39480" indent="-339480">
              <a:lnSpc>
                <a:spcPct val="80000"/>
              </a:lnSpc>
              <a:spcBef>
                <a:spcPts val="799"/>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WenQuanYi Micro Hei"/>
              </a:rPr>
              <a:t>- 1960-80</a:t>
            </a:r>
            <a:endParaRPr b="0" lang="en-US" sz="2000" spc="-1" strike="noStrike">
              <a:solidFill>
                <a:srgbClr val="000000"/>
              </a:solidFill>
              <a:latin typeface="Arial"/>
            </a:endParaRPr>
          </a:p>
          <a:p>
            <a:pPr lvl="2" marL="1143000" indent="-228600">
              <a:lnSpc>
                <a:spcPct val="80000"/>
              </a:lnSpc>
              <a:spcBef>
                <a:spcPts val="44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1800" spc="-1" strike="noStrike">
                <a:solidFill>
                  <a:srgbClr val="000000"/>
                </a:solidFill>
                <a:latin typeface="Times New Roman"/>
                <a:ea typeface="WenQuanYi Micro Hei"/>
              </a:rPr>
              <a:t>Focus on academic computer science at places like Berkeley, MIT, CMU, as well as corporate research facilities like Bell Labs and Xerox’s Palo Alto Research Center</a:t>
            </a:r>
            <a:endParaRPr b="0" lang="en-US" sz="1800" spc="-1" strike="noStrike">
              <a:solidFill>
                <a:srgbClr val="000000"/>
              </a:solidFill>
              <a:latin typeface="Arial"/>
            </a:endParaRPr>
          </a:p>
          <a:p>
            <a:pPr lvl="3" marL="1600200" indent="-228600">
              <a:lnSpc>
                <a:spcPct val="80000"/>
              </a:lnSpc>
              <a:spcBef>
                <a:spcPts val="400"/>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1600" spc="-1" strike="noStrike">
                <a:solidFill>
                  <a:srgbClr val="000000"/>
                </a:solidFill>
                <a:latin typeface="Times New Roman"/>
                <a:ea typeface="WenQuanYi Micro Hei"/>
              </a:rPr>
              <a:t>Unix, C (Bell Labs)</a:t>
            </a:r>
            <a:endParaRPr b="0" lang="en-US" sz="1600" spc="-1" strike="noStrike">
              <a:solidFill>
                <a:srgbClr val="000000"/>
              </a:solidFill>
              <a:latin typeface="Arial"/>
            </a:endParaRPr>
          </a:p>
          <a:p>
            <a:pPr lvl="2" marL="1143000" indent="-228600">
              <a:lnSpc>
                <a:spcPct val="80000"/>
              </a:lnSpc>
              <a:spcBef>
                <a:spcPts val="44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1800" spc="-1" strike="noStrike">
                <a:solidFill>
                  <a:srgbClr val="000000"/>
                </a:solidFill>
                <a:latin typeface="Times New Roman"/>
                <a:ea typeface="WenQuanYi Micro Hei"/>
              </a:rPr>
              <a:t>Simultaneous development of networks</a:t>
            </a:r>
            <a:endParaRPr b="0" lang="en-US" sz="1800" spc="-1" strike="noStrike">
              <a:solidFill>
                <a:srgbClr val="000000"/>
              </a:solidFill>
              <a:latin typeface="Arial"/>
            </a:endParaRPr>
          </a:p>
          <a:p>
            <a:pPr lvl="3" marL="1600200" indent="-228600">
              <a:lnSpc>
                <a:spcPct val="80000"/>
              </a:lnSpc>
              <a:spcBef>
                <a:spcPts val="400"/>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1600" spc="-1" strike="noStrike">
                <a:solidFill>
                  <a:srgbClr val="000000"/>
                </a:solidFill>
                <a:latin typeface="Times New Roman"/>
                <a:ea typeface="WenQuanYi Micro Hei"/>
              </a:rPr>
              <a:t>Usenet and later Arpanet</a:t>
            </a:r>
            <a:endParaRPr b="0" lang="en-US" sz="1600" spc="-1" strike="noStrike">
              <a:solidFill>
                <a:srgbClr val="000000"/>
              </a:solidFill>
              <a:latin typeface="Arial"/>
            </a:endParaRPr>
          </a:p>
          <a:p>
            <a:pPr lvl="1" marL="739440" indent="-282240">
              <a:lnSpc>
                <a:spcPct val="80000"/>
              </a:lnSpc>
              <a:spcBef>
                <a:spcPts val="499"/>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WenQuanYi Micro Hei"/>
              </a:rPr>
              <a:t>1980-90</a:t>
            </a:r>
            <a:endParaRPr b="0" lang="en-US" sz="2000" spc="-1" strike="noStrike">
              <a:solidFill>
                <a:srgbClr val="000000"/>
              </a:solidFill>
              <a:latin typeface="Arial"/>
            </a:endParaRPr>
          </a:p>
          <a:p>
            <a:pPr lvl="2" marL="1143000" indent="-228600">
              <a:lnSpc>
                <a:spcPct val="80000"/>
              </a:lnSpc>
              <a:spcBef>
                <a:spcPts val="44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1800" spc="-1" strike="noStrike">
                <a:solidFill>
                  <a:srgbClr val="000000"/>
                </a:solidFill>
                <a:latin typeface="Times New Roman"/>
                <a:ea typeface="WenQuanYi Micro Hei"/>
              </a:rPr>
              <a:t>In the early ‘80’s, AT&amp;T began to treat Unix as proprietary, at which point different “flavors” of the OS emerged (Berkeley’s BSD Unix, HPUX, Sun)</a:t>
            </a:r>
            <a:endParaRPr b="0" lang="en-US" sz="1800" spc="-1" strike="noStrike">
              <a:solidFill>
                <a:srgbClr val="000000"/>
              </a:solidFill>
              <a:latin typeface="Arial"/>
            </a:endParaRPr>
          </a:p>
          <a:p>
            <a:pPr lvl="2" marL="1143000" indent="-228600">
              <a:lnSpc>
                <a:spcPct val="80000"/>
              </a:lnSpc>
              <a:spcBef>
                <a:spcPts val="44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1800" spc="-1" strike="noStrike">
                <a:solidFill>
                  <a:srgbClr val="000000"/>
                </a:solidFill>
                <a:latin typeface="Times New Roman"/>
                <a:ea typeface="WenQuanYi Micro Hei"/>
              </a:rPr>
              <a:t>Emergence of formal rules in response to AT&amp;T’s threats of litigation to govern open source development</a:t>
            </a:r>
            <a:endParaRPr b="0" lang="en-US" sz="1800" spc="-1" strike="noStrike">
              <a:solidFill>
                <a:srgbClr val="000000"/>
              </a:solidFill>
              <a:latin typeface="Arial"/>
            </a:endParaRPr>
          </a:p>
          <a:p>
            <a:pPr lvl="3" marL="1600200" indent="-228600">
              <a:lnSpc>
                <a:spcPct val="80000"/>
              </a:lnSpc>
              <a:spcBef>
                <a:spcPts val="400"/>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1600" spc="-1" strike="noStrike">
                <a:solidFill>
                  <a:srgbClr val="000000"/>
                </a:solidFill>
                <a:latin typeface="Times New Roman"/>
                <a:ea typeface="WenQuanYi Micro Hei"/>
              </a:rPr>
              <a:t>Free Software Foundation (R. Stallman, MIT)</a:t>
            </a:r>
            <a:endParaRPr b="0" lang="en-US" sz="1600" spc="-1" strike="noStrike">
              <a:solidFill>
                <a:srgbClr val="000000"/>
              </a:solidFill>
              <a:latin typeface="Arial"/>
            </a:endParaRPr>
          </a:p>
          <a:p>
            <a:pPr lvl="3" marL="1600200" indent="-228600">
              <a:lnSpc>
                <a:spcPct val="80000"/>
              </a:lnSpc>
              <a:spcBef>
                <a:spcPts val="400"/>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1600" spc="-1" strike="noStrike">
                <a:solidFill>
                  <a:srgbClr val="000000"/>
                </a:solidFill>
                <a:latin typeface="Times New Roman"/>
                <a:ea typeface="WenQuanYi Micro Hei"/>
              </a:rPr>
              <a:t>GNU software and the General Public License (GPL)</a:t>
            </a:r>
            <a:endParaRPr b="0" lang="en-US" sz="1600" spc="-1" strike="noStrike">
              <a:solidFill>
                <a:srgbClr val="000000"/>
              </a:solidFill>
              <a:latin typeface="Arial"/>
            </a:endParaRPr>
          </a:p>
          <a:p>
            <a:pPr marL="2286000" indent="-455760">
              <a:lnSpc>
                <a:spcPct val="80000"/>
              </a:lnSpc>
              <a:spcBef>
                <a:spcPts val="349"/>
              </a:spcBef>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8" name=""/>
          <p:cNvSpPr/>
          <p:nvPr/>
        </p:nvSpPr>
        <p:spPr>
          <a:xfrm>
            <a:off x="756000" y="503640"/>
            <a:ext cx="8565840" cy="942840"/>
          </a:xfrm>
          <a:custGeom>
            <a:avLst/>
            <a:gdLst>
              <a:gd name="textAreaLeft" fmla="*/ 0 w 8565840"/>
              <a:gd name="textAreaRight" fmla="*/ 8566200 w 8565840"/>
              <a:gd name="textAreaTop" fmla="*/ 0 h 942840"/>
              <a:gd name="textAreaBottom" fmla="*/ 943200 h 9428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0" lang="en-US" sz="4000" spc="-1" strike="noStrike">
                <a:solidFill>
                  <a:srgbClr val="000000"/>
                </a:solidFill>
                <a:latin typeface="Arial"/>
                <a:ea typeface="DejaVu Sans"/>
              </a:rPr>
              <a:t>History and open source - Timeline</a:t>
            </a:r>
            <a:endParaRPr b="0" lang="en-US" sz="4000" spc="-1" strike="noStrike">
              <a:solidFill>
                <a:srgbClr val="000000"/>
              </a:solidFill>
              <a:latin typeface="Arial"/>
            </a:endParaRPr>
          </a:p>
        </p:txBody>
      </p:sp>
      <p:sp>
        <p:nvSpPr>
          <p:cNvPr id="769" name=""/>
          <p:cNvSpPr/>
          <p:nvPr/>
        </p:nvSpPr>
        <p:spPr>
          <a:xfrm>
            <a:off x="587880" y="1259640"/>
            <a:ext cx="8565840" cy="3148200"/>
          </a:xfrm>
          <a:custGeom>
            <a:avLst/>
            <a:gdLst>
              <a:gd name="textAreaLeft" fmla="*/ 0 w 8565840"/>
              <a:gd name="textAreaRight" fmla="*/ 8566200 w 8565840"/>
              <a:gd name="textAreaTop" fmla="*/ 0 h 3148200"/>
              <a:gd name="textAreaBottom" fmla="*/ 3148560 h 3148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1969 : UNIX, Thompson &amp; Ritchie (AT&amp;T Bell Labs)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1978 :BSD, Berkeley Software Distribution</a:t>
            </a:r>
            <a:endParaRPr b="0" lang="en-US" sz="2400" spc="-1" strike="noStrike">
              <a:solidFill>
                <a:srgbClr val="000000"/>
              </a:solidFill>
              <a:latin typeface="Arial"/>
            </a:endParaRPr>
          </a:p>
          <a:p>
            <a:pPr lvl="1" marL="739440" indent="-28224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Times New Roman"/>
                <a:ea typeface="WenQuanYi Micro Hei"/>
              </a:rPr>
              <a:t>       </a:t>
            </a:r>
            <a:r>
              <a:rPr b="0" lang="en-US" sz="2400" spc="-1" strike="noStrike">
                <a:solidFill>
                  <a:srgbClr val="000000"/>
                </a:solidFill>
                <a:latin typeface="Times New Roman"/>
                <a:ea typeface="WenQuanYi Micro Hei"/>
              </a:rPr>
              <a:t>Commercial vendors:Sun,HP,IBM,SGI,DEC</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1984 :GNU, Richard Stallm an (FSF)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1986 : POSIX (Portable Operating System Interface)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1987 :Minix, Andy Tanenbaum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1989 :SVR4,AT&amp;T and Sun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1991 : birth of Linux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Arial"/>
                <a:ea typeface="DejaVu Sans"/>
              </a:rPr>
              <a:t>I</a:t>
            </a:r>
            <a:r>
              <a:rPr b="0" lang="en-US" sz="2000" spc="-1" strike="noStrike">
                <a:solidFill>
                  <a:srgbClr val="252525"/>
                </a:solidFill>
                <a:latin typeface="Arial"/>
                <a:ea typeface="DejaVu Sans"/>
              </a:rPr>
              <a:t>In 1991, while attending the </a:t>
            </a:r>
            <a:r>
              <a:rPr b="0" lang="en-US" sz="2000" spc="-1" strike="noStrike">
                <a:solidFill>
                  <a:srgbClr val="0b0080"/>
                </a:solidFill>
                <a:latin typeface="Arial"/>
                <a:ea typeface="DejaVu Sans"/>
              </a:rPr>
              <a:t>University of Helsink </a:t>
            </a:r>
            <a:r>
              <a:rPr b="0" lang="en-US" sz="2000" spc="-1" strike="noStrike">
                <a:solidFill>
                  <a:srgbClr val="252525"/>
                </a:solidFill>
                <a:latin typeface="Arial"/>
                <a:ea typeface="DejaVu Sans"/>
              </a:rPr>
              <a:t>Torvalds became curious about operating systems</a:t>
            </a:r>
            <a:r>
              <a:rPr b="0" lang="en-US" sz="2000" spc="-1" strike="noStrike" u="sng" baseline="30000">
                <a:solidFill>
                  <a:srgbClr val="0000ff"/>
                </a:solidFill>
                <a:uFillTx/>
                <a:latin typeface="Arial"/>
                <a:ea typeface="DejaVu Sans"/>
                <a:hlinkClick r:id="rId1"/>
              </a:rPr>
              <a:t>[26]</a:t>
            </a:r>
            <a:r>
              <a:rPr b="0" lang="en-US" sz="2000" spc="-1" strike="noStrike">
                <a:solidFill>
                  <a:srgbClr val="252525"/>
                </a:solidFill>
                <a:latin typeface="Arial"/>
                <a:ea typeface="DejaVu Sans"/>
              </a:rPr>
              <a:t> and frustrated by the licensing of MINIX, which limited it to educational use only. He began to work on his own operating system which eventually became the </a:t>
            </a:r>
            <a:r>
              <a:rPr b="0" lang="en-US" sz="2000" spc="-1" strike="noStrike">
                <a:solidFill>
                  <a:srgbClr val="0b0080"/>
                </a:solidFill>
                <a:latin typeface="Arial"/>
                <a:ea typeface="DejaVu Sans"/>
              </a:rPr>
              <a:t>Linux kernel</a:t>
            </a:r>
            <a:endParaRPr b="0" lang="en-US" sz="2000" spc="-1" strike="noStrike">
              <a:solidFill>
                <a:srgbClr val="000000"/>
              </a:solidFill>
              <a:latin typeface="Arial"/>
            </a:endParaRPr>
          </a:p>
          <a:p>
            <a:pPr marL="339480" indent="-339480">
              <a:lnSpc>
                <a:spcPct val="90000"/>
              </a:lnSpc>
              <a:spcBef>
                <a:spcPts val="598"/>
              </a:spcBef>
              <a:tabLst>
                <a:tab algn="l" pos="0"/>
              </a:tabLst>
            </a:pP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
          <p:cNvSpPr/>
          <p:nvPr/>
        </p:nvSpPr>
        <p:spPr>
          <a:xfrm>
            <a:off x="288000" y="171720"/>
            <a:ext cx="4245480" cy="533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2200" spc="-1" strike="noStrike">
                <a:solidFill>
                  <a:srgbClr val="000000"/>
                </a:solidFill>
                <a:latin typeface="Arial"/>
                <a:ea typeface="DejaVu Sans"/>
              </a:rPr>
              <a:t>Birth of Free Software</a:t>
            </a:r>
            <a:endParaRPr b="0" lang="en-US" sz="2200" spc="-1" strike="noStrike">
              <a:solidFill>
                <a:srgbClr val="000000"/>
              </a:solidFill>
              <a:latin typeface="Arial"/>
            </a:endParaRPr>
          </a:p>
        </p:txBody>
      </p:sp>
      <p:pic>
        <p:nvPicPr>
          <p:cNvPr id="771" name="" descr=""/>
          <p:cNvPicPr/>
          <p:nvPr/>
        </p:nvPicPr>
        <p:blipFill>
          <a:blip r:embed="rId1"/>
          <a:stretch/>
        </p:blipFill>
        <p:spPr>
          <a:xfrm>
            <a:off x="-71640" y="576000"/>
            <a:ext cx="10077120" cy="3620520"/>
          </a:xfrm>
          <a:prstGeom prst="rect">
            <a:avLst/>
          </a:prstGeom>
          <a:ln w="0">
            <a:noFill/>
          </a:ln>
        </p:spPr>
      </p:pic>
      <p:pic>
        <p:nvPicPr>
          <p:cNvPr id="772" name="" descr=""/>
          <p:cNvPicPr/>
          <p:nvPr/>
        </p:nvPicPr>
        <p:blipFill>
          <a:blip r:embed="rId2"/>
          <a:stretch/>
        </p:blipFill>
        <p:spPr>
          <a:xfrm>
            <a:off x="7458480" y="3888000"/>
            <a:ext cx="1971000" cy="2036880"/>
          </a:xfrm>
          <a:prstGeom prst="rect">
            <a:avLst/>
          </a:prstGeom>
          <a:ln w="0">
            <a:noFill/>
          </a:ln>
        </p:spPr>
      </p:pic>
      <p:sp>
        <p:nvSpPr>
          <p:cNvPr id="773" name=""/>
          <p:cNvSpPr/>
          <p:nvPr/>
        </p:nvSpPr>
        <p:spPr>
          <a:xfrm>
            <a:off x="504000" y="4621320"/>
            <a:ext cx="527436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https://www.youtube.com/watch?v=HmBp_QazaVI</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4" name=""/>
          <p:cNvSpPr/>
          <p:nvPr/>
        </p:nvSpPr>
        <p:spPr>
          <a:xfrm>
            <a:off x="755640" y="503640"/>
            <a:ext cx="8565840" cy="942840"/>
          </a:xfrm>
          <a:custGeom>
            <a:avLst/>
            <a:gdLst>
              <a:gd name="textAreaLeft" fmla="*/ 0 w 8565840"/>
              <a:gd name="textAreaRight" fmla="*/ 8566200 w 8565840"/>
              <a:gd name="textAreaTop" fmla="*/ 0 h 942840"/>
              <a:gd name="textAreaBottom" fmla="*/ 943200 h 9428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0" lang="en-US" sz="4400" spc="-1" strike="noStrike">
                <a:solidFill>
                  <a:srgbClr val="000000"/>
                </a:solidFill>
                <a:latin typeface="Times New Roman"/>
                <a:ea typeface="DejaVu Sans"/>
              </a:rPr>
              <a:t>Linux Features</a:t>
            </a:r>
            <a:endParaRPr b="0" lang="en-US" sz="4400" spc="-1" strike="noStrike">
              <a:solidFill>
                <a:srgbClr val="000000"/>
              </a:solidFill>
              <a:latin typeface="Arial"/>
            </a:endParaRPr>
          </a:p>
        </p:txBody>
      </p:sp>
      <p:sp>
        <p:nvSpPr>
          <p:cNvPr id="775" name=""/>
          <p:cNvSpPr/>
          <p:nvPr/>
        </p:nvSpPr>
        <p:spPr>
          <a:xfrm>
            <a:off x="747000" y="1448640"/>
            <a:ext cx="8565840" cy="3616560"/>
          </a:xfrm>
          <a:custGeom>
            <a:avLst/>
            <a:gdLst>
              <a:gd name="textAreaLeft" fmla="*/ 0 w 8565840"/>
              <a:gd name="textAreaRight" fmla="*/ 8566200 w 8565840"/>
              <a:gd name="textAreaTop" fmla="*/ 0 h 3616560"/>
              <a:gd name="textAreaBottom" fmla="*/ 3616920 h 3616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UNIX-like operating system</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Preemptive multi-tasking </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Virtual memory (protected memory, paging)</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Shared libraries</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Demand loading, dynamic kernel modules</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TCP/IP networking</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SMP support , Multi processor, Multi thread</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Open Source!</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Support Various architectures (X86/ARM/MIPS/…)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6" name=""/>
          <p:cNvSpPr/>
          <p:nvPr/>
        </p:nvSpPr>
        <p:spPr>
          <a:xfrm>
            <a:off x="504000" y="226800"/>
            <a:ext cx="9069840" cy="943200"/>
          </a:xfrm>
          <a:custGeom>
            <a:avLst/>
            <a:gdLst>
              <a:gd name="textAreaLeft" fmla="*/ 0 w 9069840"/>
              <a:gd name="textAreaRight" fmla="*/ 9070200 w 9069840"/>
              <a:gd name="textAreaTop" fmla="*/ 0 h 943200"/>
              <a:gd name="textAreaBottom" fmla="*/ 943560 h 943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1" lang="en-US" sz="3600" spc="-1" strike="noStrike">
                <a:solidFill>
                  <a:srgbClr val="000000"/>
                </a:solidFill>
                <a:latin typeface="Times New Roman"/>
                <a:ea typeface="DejaVu Sans"/>
              </a:rPr>
              <a:t>Kernel Functionality</a:t>
            </a:r>
            <a:endParaRPr b="0" lang="en-US" sz="3600" spc="-1" strike="noStrike">
              <a:solidFill>
                <a:srgbClr val="000000"/>
              </a:solidFill>
              <a:latin typeface="Arial"/>
            </a:endParaRPr>
          </a:p>
        </p:txBody>
      </p:sp>
      <p:sp>
        <p:nvSpPr>
          <p:cNvPr id="777" name=""/>
          <p:cNvSpPr/>
          <p:nvPr/>
        </p:nvSpPr>
        <p:spPr>
          <a:xfrm>
            <a:off x="503640" y="1322640"/>
            <a:ext cx="9069840" cy="4092840"/>
          </a:xfrm>
          <a:custGeom>
            <a:avLst/>
            <a:gdLst>
              <a:gd name="textAreaLeft" fmla="*/ 0 w 9069840"/>
              <a:gd name="textAreaRight" fmla="*/ 9070200 w 9069840"/>
              <a:gd name="textAreaTop" fmla="*/ 0 h 4092840"/>
              <a:gd name="textAreaBottom" fmla="*/ 4093200 h 40928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39480" indent="-339480">
              <a:lnSpc>
                <a:spcPct val="90000"/>
              </a:lnSpc>
              <a:spcBef>
                <a:spcPts val="598"/>
              </a:spcBef>
              <a:buClr>
                <a:srgbClr val="000000"/>
              </a:buClr>
              <a:buFont typeface="Times New Roman"/>
              <a:buChar char="•"/>
              <a:tabLst>
                <a:tab algn="l" pos="339480"/>
                <a:tab algn="l" pos="1253880"/>
                <a:tab algn="l" pos="2168280"/>
                <a:tab algn="l" pos="3082680"/>
                <a:tab algn="l" pos="3997080"/>
                <a:tab algn="l" pos="4911480"/>
                <a:tab algn="l" pos="5825880"/>
                <a:tab algn="l" pos="6740280"/>
                <a:tab algn="l" pos="7654680"/>
                <a:tab algn="l" pos="8569080"/>
                <a:tab algn="l" pos="9483480"/>
                <a:tab algn="l" pos="10397880"/>
                <a:tab algn="l" pos="10515600"/>
                <a:tab algn="l" pos="10782000"/>
              </a:tabLst>
            </a:pPr>
            <a:r>
              <a:rPr b="0" lang="en-US" sz="2400" spc="-1" strike="noStrike">
                <a:solidFill>
                  <a:srgbClr val="000000"/>
                </a:solidFill>
                <a:latin typeface="Times New Roman"/>
                <a:ea typeface="DejaVu Sans"/>
              </a:rPr>
              <a:t>Provides following facilities:</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Basic kernel services</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System start up and shutdown</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Memory management</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Process control</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File system</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I/O System (Device Drivers)</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IPC facilities</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Networking service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
          <p:cNvSpPr/>
          <p:nvPr/>
        </p:nvSpPr>
        <p:spPr>
          <a:xfrm>
            <a:off x="228600" y="228600"/>
            <a:ext cx="502704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Monolithic Kernel Vs Micro Kernel</a:t>
            </a:r>
            <a:endParaRPr b="0" lang="en-US" sz="1800" spc="-1" strike="noStrike">
              <a:solidFill>
                <a:srgbClr val="000000"/>
              </a:solidFill>
              <a:latin typeface="Arial"/>
            </a:endParaRPr>
          </a:p>
        </p:txBody>
      </p:sp>
      <p:sp>
        <p:nvSpPr>
          <p:cNvPr id="779" name=""/>
          <p:cNvSpPr/>
          <p:nvPr/>
        </p:nvSpPr>
        <p:spPr>
          <a:xfrm>
            <a:off x="5715000" y="914400"/>
            <a:ext cx="4112640" cy="1886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Arial"/>
                <a:ea typeface="DejaVu Sans"/>
              </a:rPr>
              <a:t>Monolithic Kernel: </a:t>
            </a:r>
            <a:r>
              <a:rPr b="0" lang="en-US" sz="1400" spc="-1" strike="noStrike">
                <a:solidFill>
                  <a:srgbClr val="000000"/>
                </a:solidFill>
                <a:latin typeface="Arial"/>
                <a:ea typeface="DejaVu Sans"/>
              </a:rPr>
              <a:t>Includes all essential operating system services (device drivers, file system, memory management..) in a single large block of code running in kernel space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Ex: Linux, Unix and BSD</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High performance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Lower stability – A bug in any part can crash the entire system</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780" name=""/>
          <p:cNvSpPr/>
          <p:nvPr/>
        </p:nvSpPr>
        <p:spPr>
          <a:xfrm>
            <a:off x="5778000" y="2571480"/>
            <a:ext cx="4278240" cy="2685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Arial"/>
                <a:ea typeface="DejaVu Sans"/>
              </a:rPr>
              <a:t>Micro Kernel: i</a:t>
            </a:r>
            <a:r>
              <a:rPr b="0" lang="en-US" sz="1400" spc="-1" strike="noStrike">
                <a:solidFill>
                  <a:srgbClr val="000000"/>
                </a:solidFill>
                <a:latin typeface="Arial"/>
                <a:ea typeface="DejaVu Sans"/>
              </a:rPr>
              <a:t>ncludes only the minimal required functionality in kernel space—typically just IPC, basic scheduling, and memory management. Other services (drivers, file systems, etc.) run in user space as separate processes.</a:t>
            </a:r>
            <a:br>
              <a:rPr sz="1400"/>
            </a:br>
            <a:r>
              <a:rPr b="0" lang="en-US" sz="1400" spc="-1" strike="noStrike">
                <a:solidFill>
                  <a:srgbClr val="000000"/>
                </a:solidFill>
                <a:latin typeface="Arial"/>
                <a:ea typeface="DejaVu Sans"/>
              </a:rPr>
              <a:t>Lower performance (due to IPC)</a:t>
            </a:r>
            <a:br>
              <a:rPr sz="1400"/>
            </a:br>
            <a:r>
              <a:rPr b="0" lang="en-US" sz="1400" spc="-1" strike="noStrike">
                <a:solidFill>
                  <a:srgbClr val="000000"/>
                </a:solidFill>
                <a:latin typeface="Arial"/>
                <a:ea typeface="DejaVu Sans"/>
              </a:rPr>
              <a:t>More stable – failures in user space services don’t crash the whole OS.</a:t>
            </a:r>
            <a:endParaRPr b="0" lang="en-US" sz="1400" spc="-1" strike="noStrike">
              <a:solidFill>
                <a:srgbClr val="000000"/>
              </a:solidFill>
              <a:latin typeface="Arial"/>
            </a:endParaRPr>
          </a:p>
        </p:txBody>
      </p:sp>
      <p:pic>
        <p:nvPicPr>
          <p:cNvPr id="781" name="" descr=""/>
          <p:cNvPicPr/>
          <p:nvPr/>
        </p:nvPicPr>
        <p:blipFill>
          <a:blip r:embed="rId1"/>
          <a:stretch/>
        </p:blipFill>
        <p:spPr>
          <a:xfrm>
            <a:off x="172440" y="914400"/>
            <a:ext cx="5540760" cy="33314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82" name="" descr=""/>
          <p:cNvPicPr/>
          <p:nvPr/>
        </p:nvPicPr>
        <p:blipFill>
          <a:blip r:embed="rId1"/>
          <a:stretch/>
        </p:blipFill>
        <p:spPr>
          <a:xfrm>
            <a:off x="0" y="-125640"/>
            <a:ext cx="9910080" cy="4762440"/>
          </a:xfrm>
          <a:prstGeom prst="rect">
            <a:avLst/>
          </a:prstGeom>
          <a:ln w="0">
            <a:noFill/>
          </a:ln>
        </p:spPr>
      </p:pic>
      <p:pic>
        <p:nvPicPr>
          <p:cNvPr id="783" name="" descr=""/>
          <p:cNvPicPr/>
          <p:nvPr/>
        </p:nvPicPr>
        <p:blipFill>
          <a:blip r:embed="rId2"/>
          <a:stretch/>
        </p:blipFill>
        <p:spPr>
          <a:xfrm>
            <a:off x="167760" y="4416120"/>
            <a:ext cx="9069840" cy="121860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4" name=""/>
          <p:cNvSpPr/>
          <p:nvPr/>
        </p:nvSpPr>
        <p:spPr>
          <a:xfrm>
            <a:off x="720000" y="-225360"/>
            <a:ext cx="8565840" cy="943200"/>
          </a:xfrm>
          <a:custGeom>
            <a:avLst/>
            <a:gdLst>
              <a:gd name="textAreaLeft" fmla="*/ 0 w 8565840"/>
              <a:gd name="textAreaRight" fmla="*/ 8566200 w 8565840"/>
              <a:gd name="textAreaTop" fmla="*/ 0 h 943200"/>
              <a:gd name="textAreaBottom" fmla="*/ 943560 h 943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0" lang="en-US" sz="4400" spc="-1" strike="noStrike">
                <a:solidFill>
                  <a:srgbClr val="000000"/>
                </a:solidFill>
                <a:latin typeface="Times New Roman"/>
                <a:ea typeface="DejaVu Sans"/>
              </a:rPr>
              <a:t>Basic commands</a:t>
            </a:r>
            <a:endParaRPr b="0" lang="en-US" sz="4400" spc="-1" strike="noStrike">
              <a:solidFill>
                <a:srgbClr val="000000"/>
              </a:solidFill>
              <a:latin typeface="Arial"/>
            </a:endParaRPr>
          </a:p>
        </p:txBody>
      </p:sp>
      <p:sp>
        <p:nvSpPr>
          <p:cNvPr id="785" name=""/>
          <p:cNvSpPr/>
          <p:nvPr/>
        </p:nvSpPr>
        <p:spPr>
          <a:xfrm>
            <a:off x="767880" y="738720"/>
            <a:ext cx="8565840" cy="3954960"/>
          </a:xfrm>
          <a:custGeom>
            <a:avLst/>
            <a:gdLst>
              <a:gd name="textAreaLeft" fmla="*/ 0 w 8565840"/>
              <a:gd name="textAreaRight" fmla="*/ 8566200 w 8565840"/>
              <a:gd name="textAreaTop" fmla="*/ 0 h 3954960"/>
              <a:gd name="textAreaBottom" fmla="*/ 3955320 h 39549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90000"/>
              </a:lnSpc>
              <a:spcBef>
                <a:spcPts val="799"/>
              </a:spcBef>
              <a:tabLst>
                <a:tab algn="l" pos="0"/>
              </a:tabLst>
            </a:pPr>
            <a:r>
              <a:rPr b="1" lang="en-US" sz="3200" spc="-1" strike="noStrike">
                <a:solidFill>
                  <a:srgbClr val="000000"/>
                </a:solidFill>
                <a:latin typeface="Times New Roman"/>
                <a:ea typeface="DejaVu Sans"/>
              </a:rPr>
              <a:t>Date </a:t>
            </a:r>
            <a:r>
              <a:rPr b="0" lang="en-US" sz="3200" spc="-1" strike="noStrike">
                <a:solidFill>
                  <a:srgbClr val="000000"/>
                </a:solidFill>
                <a:latin typeface="Times New Roman"/>
                <a:ea typeface="DejaVu Sans"/>
              </a:rPr>
              <a:t>Print or set the system date and time   </a:t>
            </a:r>
            <a:endParaRPr b="0" lang="en-US" sz="3200" spc="-1" strike="noStrike">
              <a:solidFill>
                <a:srgbClr val="000000"/>
              </a:solidFill>
              <a:latin typeface="Arial"/>
            </a:endParaRPr>
          </a:p>
          <a:p>
            <a:pPr marL="342720" indent="-339840">
              <a:lnSpc>
                <a:spcPct val="90000"/>
              </a:lnSpc>
              <a:spcBef>
                <a:spcPts val="799"/>
              </a:spcBef>
              <a:tabLst>
                <a:tab algn="l" pos="0"/>
              </a:tabLst>
            </a:pPr>
            <a:r>
              <a:rPr b="1" lang="en-US" sz="3200" spc="-1" strike="noStrike">
                <a:solidFill>
                  <a:srgbClr val="000000"/>
                </a:solidFill>
                <a:latin typeface="Times New Roman"/>
                <a:ea typeface="DejaVu Sans"/>
              </a:rPr>
              <a:t>cal  </a:t>
            </a:r>
            <a:r>
              <a:rPr b="0" lang="en-US" sz="3200" spc="-1" strike="noStrike">
                <a:solidFill>
                  <a:srgbClr val="000000"/>
                </a:solidFill>
                <a:latin typeface="Times New Roman"/>
                <a:ea typeface="DejaVu Sans"/>
              </a:rPr>
              <a:t>	</a:t>
            </a:r>
            <a:r>
              <a:rPr b="0" lang="en-US" sz="3200" spc="-1" strike="noStrike">
                <a:solidFill>
                  <a:srgbClr val="000000"/>
                </a:solidFill>
                <a:latin typeface="Times New Roman"/>
                <a:ea typeface="DejaVu Sans"/>
              </a:rPr>
              <a:t>Prints calendar </a:t>
            </a:r>
            <a:endParaRPr b="0" lang="en-US" sz="3200" spc="-1" strike="noStrike">
              <a:solidFill>
                <a:srgbClr val="000000"/>
              </a:solidFill>
              <a:latin typeface="Arial"/>
            </a:endParaRPr>
          </a:p>
          <a:p>
            <a:pPr marL="342720" indent="-339840">
              <a:lnSpc>
                <a:spcPct val="90000"/>
              </a:lnSpc>
              <a:spcBef>
                <a:spcPts val="799"/>
              </a:spcBef>
              <a:tabLst>
                <a:tab algn="l" pos="0"/>
              </a:tabLst>
            </a:pPr>
            <a:r>
              <a:rPr b="1" lang="en-US" sz="3200" spc="-1" strike="noStrike">
                <a:solidFill>
                  <a:srgbClr val="000000"/>
                </a:solidFill>
                <a:latin typeface="Times New Roman"/>
                <a:ea typeface="DejaVu Sans"/>
              </a:rPr>
              <a:t>Who </a:t>
            </a:r>
            <a:r>
              <a:rPr b="0" lang="en-US" sz="3200" spc="-1" strike="noStrike">
                <a:solidFill>
                  <a:srgbClr val="000000"/>
                </a:solidFill>
                <a:latin typeface="Times New Roman"/>
                <a:ea typeface="DejaVu Sans"/>
              </a:rPr>
              <a:t>Print who is currently logged in</a:t>
            </a:r>
            <a:endParaRPr b="0" lang="en-US" sz="3200" spc="-1" strike="noStrike">
              <a:solidFill>
                <a:srgbClr val="000000"/>
              </a:solidFill>
              <a:latin typeface="Arial"/>
            </a:endParaRPr>
          </a:p>
          <a:p>
            <a:pPr marL="342720" indent="-339840">
              <a:lnSpc>
                <a:spcPct val="90000"/>
              </a:lnSpc>
              <a:spcBef>
                <a:spcPts val="799"/>
              </a:spcBef>
              <a:tabLst>
                <a:tab algn="l" pos="0"/>
              </a:tabLst>
            </a:pPr>
            <a:r>
              <a:rPr b="1" lang="en-US" sz="3200" spc="-1" strike="noStrike">
                <a:solidFill>
                  <a:srgbClr val="000000"/>
                </a:solidFill>
                <a:latin typeface="Times New Roman"/>
                <a:ea typeface="DejaVu Sans"/>
              </a:rPr>
              <a:t>Whoami </a:t>
            </a:r>
            <a:r>
              <a:rPr b="0" lang="en-US" sz="3200" spc="-1" strike="noStrike">
                <a:solidFill>
                  <a:srgbClr val="000000"/>
                </a:solidFill>
                <a:latin typeface="Times New Roman"/>
                <a:ea typeface="DejaVu Sans"/>
              </a:rPr>
              <a:t>Print the current user id and name</a:t>
            </a:r>
            <a:endParaRPr b="0" lang="en-US" sz="3200" spc="-1" strike="noStrike">
              <a:solidFill>
                <a:srgbClr val="000000"/>
              </a:solidFill>
              <a:latin typeface="Arial"/>
            </a:endParaRPr>
          </a:p>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Uname  </a:t>
            </a:r>
            <a:r>
              <a:rPr b="0" lang="en-US" sz="3200" spc="-1" strike="noStrike">
                <a:solidFill>
                  <a:srgbClr val="000000"/>
                </a:solidFill>
                <a:latin typeface="Times New Roman"/>
                <a:ea typeface="DejaVu Sans"/>
              </a:rPr>
              <a:t>Print system information, print information about the machine and operating system it is run on.</a:t>
            </a:r>
            <a:endParaRPr b="0" lang="en-US" sz="3200" spc="-1" strike="noStrike">
              <a:solidFill>
                <a:srgbClr val="000000"/>
              </a:solidFill>
              <a:latin typeface="Arial"/>
            </a:endParaRPr>
          </a:p>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Passwd </a:t>
            </a:r>
            <a:r>
              <a:rPr b="0" lang="en-US" sz="3200" spc="-1" strike="noStrike">
                <a:solidFill>
                  <a:srgbClr val="000000"/>
                </a:solidFill>
                <a:latin typeface="Times New Roman"/>
                <a:ea typeface="DejaVu Sans"/>
              </a:rPr>
              <a:t>Modify a user password.</a:t>
            </a:r>
            <a:endParaRPr b="0" lang="en-US" sz="3200" spc="-1" strike="noStrike">
              <a:solidFill>
                <a:srgbClr val="000000"/>
              </a:solidFill>
              <a:latin typeface="Arial"/>
            </a:endParaRPr>
          </a:p>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Echo </a:t>
            </a:r>
            <a:r>
              <a:rPr b="0" lang="en-US" sz="3200" spc="-1" strike="noStrike">
                <a:solidFill>
                  <a:srgbClr val="000000"/>
                </a:solidFill>
                <a:latin typeface="Times New Roman"/>
                <a:ea typeface="DejaVu Sans"/>
              </a:rPr>
              <a:t>Display message on screen</a:t>
            </a:r>
            <a:endParaRPr b="0" lang="en-US" sz="3200" spc="-1" strike="noStrike">
              <a:solidFill>
                <a:srgbClr val="000000"/>
              </a:solidFill>
              <a:latin typeface="Arial"/>
            </a:endParaRPr>
          </a:p>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Pwd</a:t>
            </a:r>
            <a:r>
              <a:rPr b="0" lang="en-US" sz="3200" spc="-1" strike="noStrike">
                <a:solidFill>
                  <a:srgbClr val="000000"/>
                </a:solidFill>
                <a:latin typeface="Times New Roman"/>
                <a:ea typeface="DejaVu Sans"/>
              </a:rPr>
              <a:t> Present working directory</a:t>
            </a: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90000"/>
              </a:lnSpc>
              <a:spcBef>
                <a:spcPts val="799"/>
              </a:spcBef>
              <a:tabLst>
                <a:tab algn="l" pos="0"/>
              </a:tabLst>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6" name=""/>
          <p:cNvSpPr/>
          <p:nvPr/>
        </p:nvSpPr>
        <p:spPr>
          <a:xfrm>
            <a:off x="756000" y="504000"/>
            <a:ext cx="8565840" cy="942840"/>
          </a:xfrm>
          <a:custGeom>
            <a:avLst/>
            <a:gdLst>
              <a:gd name="textAreaLeft" fmla="*/ 0 w 8565840"/>
              <a:gd name="textAreaRight" fmla="*/ 8566200 w 8565840"/>
              <a:gd name="textAreaTop" fmla="*/ 0 h 942840"/>
              <a:gd name="textAreaBottom" fmla="*/ 943200 h 9428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7" name=""/>
          <p:cNvSpPr/>
          <p:nvPr/>
        </p:nvSpPr>
        <p:spPr>
          <a:xfrm>
            <a:off x="216000" y="53640"/>
            <a:ext cx="8565840" cy="3148200"/>
          </a:xfrm>
          <a:custGeom>
            <a:avLst/>
            <a:gdLst>
              <a:gd name="textAreaLeft" fmla="*/ 0 w 8565840"/>
              <a:gd name="textAreaRight" fmla="*/ 8566200 w 8565840"/>
              <a:gd name="textAreaTop" fmla="*/ 0 h 3148200"/>
              <a:gd name="textAreaBottom" fmla="*/ 3148560 h 3148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100000"/>
              </a:lnSpc>
              <a:spcBef>
                <a:spcPts val="799"/>
              </a:spcBef>
              <a:tabLst>
                <a:tab algn="l" pos="0"/>
              </a:tabLst>
            </a:pPr>
            <a:r>
              <a:rPr b="1" lang="en-US" sz="2200" spc="-1" strike="noStrike">
                <a:solidFill>
                  <a:srgbClr val="000000"/>
                </a:solidFill>
                <a:latin typeface="Times New Roman"/>
                <a:ea typeface="DejaVu Sans"/>
              </a:rPr>
              <a:t>Mkdir</a:t>
            </a:r>
            <a:r>
              <a:rPr b="0" lang="en-US" sz="2200" spc="-1" strike="noStrike">
                <a:solidFill>
                  <a:srgbClr val="000000"/>
                </a:solidFill>
                <a:latin typeface="Times New Roman"/>
                <a:ea typeface="DejaVu Sans"/>
              </a:rPr>
              <a:t> –Creates directory</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Rmdir</a:t>
            </a:r>
            <a:r>
              <a:rPr b="0" lang="en-US" sz="2200" spc="-1" strike="noStrike">
                <a:solidFill>
                  <a:srgbClr val="000000"/>
                </a:solidFill>
                <a:latin typeface="Times New Roman"/>
                <a:ea typeface="DejaVu Sans"/>
              </a:rPr>
              <a:t> – Remove directory</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Ls </a:t>
            </a:r>
            <a:r>
              <a:rPr b="0" lang="en-US" sz="2200" spc="-1" strike="noStrike">
                <a:solidFill>
                  <a:srgbClr val="000000"/>
                </a:solidFill>
                <a:latin typeface="Times New Roman"/>
                <a:ea typeface="DejaVu Sans"/>
              </a:rPr>
              <a:t>List information about FILEs</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Cat </a:t>
            </a: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Display the contents of a file</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Cp </a:t>
            </a: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Copy one or more files to another loc</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Rm </a:t>
            </a: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Remove files (delete/unlink) </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More </a:t>
            </a:r>
            <a:r>
              <a:rPr b="0" lang="en-US" sz="2200" spc="-1" strike="noStrike">
                <a:solidFill>
                  <a:srgbClr val="000000"/>
                </a:solidFill>
                <a:latin typeface="Times New Roman"/>
                <a:ea typeface="DejaVu Sans"/>
              </a:rPr>
              <a:t>Display output one screen at a time </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Wc </a:t>
            </a:r>
            <a:r>
              <a:rPr b="0" lang="en-US" sz="2200" spc="-1" strike="noStrike">
                <a:solidFill>
                  <a:srgbClr val="000000"/>
                </a:solidFill>
                <a:latin typeface="Times New Roman"/>
                <a:ea typeface="DejaVu Sans"/>
              </a:rPr>
              <a:t>Print byte, word, and line counts</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Cmp </a:t>
            </a:r>
            <a:r>
              <a:rPr b="0" lang="en-US" sz="2200" spc="-1" strike="noStrike">
                <a:solidFill>
                  <a:srgbClr val="000000"/>
                </a:solidFill>
                <a:latin typeface="Times New Roman"/>
                <a:ea typeface="DejaVu Sans"/>
              </a:rPr>
              <a:t>Compare two files, and if they differ,</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Diff </a:t>
            </a:r>
            <a:r>
              <a:rPr b="0" lang="en-US" sz="2200" spc="-1" strike="noStrike">
                <a:solidFill>
                  <a:srgbClr val="000000"/>
                </a:solidFill>
                <a:latin typeface="Times New Roman"/>
                <a:ea typeface="DejaVu Sans"/>
              </a:rPr>
              <a:t>Display the differences between two files</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Chmod </a:t>
            </a:r>
            <a:r>
              <a:rPr b="0" lang="en-US" sz="2200" spc="-1" strike="noStrike">
                <a:solidFill>
                  <a:srgbClr val="000000"/>
                </a:solidFill>
                <a:latin typeface="Times New Roman"/>
                <a:ea typeface="DejaVu Sans"/>
              </a:rPr>
              <a:t>Change access permissions</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Grep </a:t>
            </a:r>
            <a:r>
              <a:rPr b="0" lang="en-US" sz="2200" spc="-1" strike="noStrike">
                <a:solidFill>
                  <a:srgbClr val="000000"/>
                </a:solidFill>
                <a:latin typeface="Times New Roman"/>
                <a:ea typeface="DejaVu Sans"/>
              </a:rPr>
              <a:t>Search file(s) for specific text.</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Ps </a:t>
            </a:r>
            <a:r>
              <a:rPr b="0" lang="en-US" sz="2200" spc="-1" strike="noStrike">
                <a:solidFill>
                  <a:srgbClr val="000000"/>
                </a:solidFill>
                <a:latin typeface="Times New Roman"/>
                <a:ea typeface="DejaVu Sans"/>
              </a:rPr>
              <a:t>Process status, information about processes running in memory</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8" name=""/>
          <p:cNvSpPr/>
          <p:nvPr/>
        </p:nvSpPr>
        <p:spPr>
          <a:xfrm>
            <a:off x="756000" y="504000"/>
            <a:ext cx="8565840" cy="942840"/>
          </a:xfrm>
          <a:custGeom>
            <a:avLst/>
            <a:gdLst>
              <a:gd name="textAreaLeft" fmla="*/ 0 w 8565840"/>
              <a:gd name="textAreaRight" fmla="*/ 8566200 w 8565840"/>
              <a:gd name="textAreaTop" fmla="*/ 0 h 942840"/>
              <a:gd name="textAreaBottom" fmla="*/ 943200 h 9428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9" name=""/>
          <p:cNvSpPr/>
          <p:nvPr/>
        </p:nvSpPr>
        <p:spPr>
          <a:xfrm>
            <a:off x="504000" y="198000"/>
            <a:ext cx="8565840" cy="3147480"/>
          </a:xfrm>
          <a:custGeom>
            <a:avLst/>
            <a:gdLst>
              <a:gd name="textAreaLeft" fmla="*/ 0 w 8565840"/>
              <a:gd name="textAreaRight" fmla="*/ 8566200 w 8565840"/>
              <a:gd name="textAreaTop" fmla="*/ 0 h 3147480"/>
              <a:gd name="textAreaBottom" fmla="*/ 3147840 h 31474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0" lang="en-US" sz="2000" spc="-1" strike="noStrike">
                <a:solidFill>
                  <a:srgbClr val="000000"/>
                </a:solidFill>
                <a:latin typeface="Arial"/>
                <a:ea typeface="DejaVu Sans"/>
              </a:rPr>
              <a:t>fdisk -l</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find</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egrep --color "vmx|svm" /proc/cpuinfo</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sudo systemctl start sshd</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sudo /usr/bin/update-manager</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lsb_release -a</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tldr ps</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blkid, /</a:t>
            </a:r>
            <a:r>
              <a:rPr b="0" i="1" lang="en-US" sz="2000" spc="-1" strike="noStrike">
                <a:solidFill>
                  <a:srgbClr val="000000"/>
                </a:solidFill>
                <a:latin typeface="Arial"/>
                <a:ea typeface="DejaVu Sans"/>
              </a:rPr>
              <a:t>etc</a:t>
            </a:r>
            <a:r>
              <a:rPr b="0" lang="en-US" sz="2000" spc="-1" strike="noStrike">
                <a:solidFill>
                  <a:srgbClr val="000000"/>
                </a:solidFill>
                <a:latin typeface="Arial"/>
                <a:ea typeface="DejaVu Sans"/>
              </a:rPr>
              <a:t>/fstab </a:t>
            </a:r>
            <a:endParaRPr b="0" lang="en-US" sz="2000" spc="-1" strike="noStrike">
              <a:solidFill>
                <a:srgbClr val="000000"/>
              </a:solidFill>
              <a:latin typeface="Arial"/>
            </a:endParaRPr>
          </a:p>
          <a:p>
            <a:pPr marL="342720" indent="-339840">
              <a:lnSpc>
                <a:spcPct val="80000"/>
              </a:lnSpc>
              <a:spcBef>
                <a:spcPts val="799"/>
              </a:spcBef>
              <a:tabLst>
                <a:tab algn="l" pos="0"/>
              </a:tabLst>
            </a:pPr>
            <a:r>
              <a:rPr b="1" lang="en-US" sz="2000" spc="-1" strike="noStrike">
                <a:solidFill>
                  <a:srgbClr val="000000"/>
                </a:solidFill>
                <a:latin typeface="Arial"/>
                <a:ea typeface="DejaVu Sans"/>
              </a:rPr>
              <a:t>Lab activities:</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1. Format the Linux USB disk and create partitions with fdisk command</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2. how to auto mount usb device</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3. Prepare Raspberry Pi with USB boot way. </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 </a:t>
            </a:r>
            <a:endParaRPr b="0" lang="en-US" sz="2000" spc="-1" strike="noStrike">
              <a:solidFill>
                <a:srgbClr val="000000"/>
              </a:solidFill>
              <a:latin typeface="Arial"/>
            </a:endParaRPr>
          </a:p>
          <a:p>
            <a:pPr marL="342720" indent="-339840">
              <a:lnSpc>
                <a:spcPct val="80000"/>
              </a:lnSpc>
              <a:spcBef>
                <a:spcPts val="799"/>
              </a:spcBef>
              <a:tabLst>
                <a:tab algn="l" pos="0"/>
              </a:tabLst>
            </a:pPr>
            <a:r>
              <a:rPr b="1" lang="en-US" sz="2000" spc="-1" strike="noStrike">
                <a:solidFill>
                  <a:srgbClr val="000000"/>
                </a:solidFill>
                <a:latin typeface="Arial"/>
                <a:ea typeface="DejaVu Sans"/>
              </a:rPr>
              <a:t>Gcc compilers vs Other compilers</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1490" spc="-1" strike="noStrike">
                <a:solidFill>
                  <a:srgbClr val="000000"/>
                </a:solidFill>
                <a:latin typeface="Arial"/>
                <a:ea typeface="DejaVu Sans"/>
              </a:rPr>
              <a:t>h</a:t>
            </a:r>
            <a:endParaRPr b="0" lang="en-US" sz="149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0" name=""/>
          <p:cNvSpPr/>
          <p:nvPr/>
        </p:nvSpPr>
        <p:spPr>
          <a:xfrm>
            <a:off x="0" y="-72000"/>
            <a:ext cx="3565440" cy="654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i="1" lang="en-US" sz="2000" spc="-1" strike="noStrike">
                <a:solidFill>
                  <a:srgbClr val="000000"/>
                </a:solidFill>
                <a:latin typeface="Arial"/>
                <a:ea typeface="DejaVu Sans"/>
              </a:rPr>
              <a:t>Gcc compiler options </a:t>
            </a:r>
            <a:endParaRPr b="0" lang="en-US" sz="2000" spc="-1" strike="noStrike">
              <a:solidFill>
                <a:srgbClr val="000000"/>
              </a:solidFill>
              <a:latin typeface="Arial"/>
            </a:endParaRPr>
          </a:p>
        </p:txBody>
      </p:sp>
      <p:graphicFrame>
        <p:nvGraphicFramePr>
          <p:cNvPr id="791" name=""/>
          <p:cNvGraphicFramePr/>
          <p:nvPr/>
        </p:nvGraphicFramePr>
        <p:xfrm>
          <a:off x="45720" y="324360"/>
          <a:ext cx="9826920" cy="5498280"/>
        </p:xfrm>
        <a:graphic>
          <a:graphicData uri="http://schemas.openxmlformats.org/drawingml/2006/table">
            <a:tbl>
              <a:tblPr/>
              <a:tblGrid>
                <a:gridCol w="1811160"/>
                <a:gridCol w="8016120"/>
              </a:tblGrid>
              <a:tr h="349920">
                <a:tc>
                  <a:txBody>
                    <a:bodyPr lIns="90000" rIns="90000" anchor="t">
                      <a:noAutofit/>
                    </a:bodyPr>
                    <a:p>
                      <a:pPr>
                        <a:lnSpc>
                          <a:spcPct val="100000"/>
                        </a:lnSpc>
                      </a:pPr>
                      <a:r>
                        <a:rPr b="1" lang="en-IN" sz="1800" spc="-1" strike="noStrike">
                          <a:solidFill>
                            <a:srgbClr val="000000"/>
                          </a:solidFill>
                          <a:latin typeface="Arial"/>
                        </a:rPr>
                        <a:t>Flag</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800" spc="-1" strike="noStrike">
                          <a:solidFill>
                            <a:srgbClr val="000000"/>
                          </a:solidFill>
                          <a:latin typeface="Arial"/>
                        </a:rPr>
                        <a:t>Description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49920">
                <a:tc>
                  <a:txBody>
                    <a:bodyPr lIns="90000" rIns="90000" anchor="t">
                      <a:noAutofit/>
                    </a:bodyPr>
                    <a:p>
                      <a:pPr>
                        <a:lnSpc>
                          <a:spcPct val="100000"/>
                        </a:lnSpc>
                      </a:pPr>
                      <a:r>
                        <a:rPr b="0" lang="en-IN" sz="1800" spc="-1" strike="noStrike">
                          <a:solidFill>
                            <a:srgbClr val="000000"/>
                          </a:solidFill>
                          <a:latin typeface="Arial"/>
                        </a:rPr>
                        <a:t>-o</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Output file name for executable $gcc main.c -o main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-Wall</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Enable all warnings $gcc -Wall main.c -o main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-E</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Preprocessor stage $gcc -E main.c &gt; main.i</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-S</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Produce assembly code $gcc -S main.c &gt; main.s</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-c</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Produce only compiled code, no linker invocation $gcc -C main.c</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-save-temps</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Produce all above stage files $gcc -save-temps main.c</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-l</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Link shared libraries $gcc  -Wall main.c -o main -lpthread</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603720">
                <a:tc>
                  <a:txBody>
                    <a:bodyPr lIns="90000" rIns="90000" anchor="t">
                      <a:noAutofit/>
                    </a:bodyPr>
                    <a:p>
                      <a:pPr>
                        <a:lnSpc>
                          <a:spcPct val="100000"/>
                        </a:lnSpc>
                      </a:pPr>
                      <a:r>
                        <a:rPr b="0" lang="en-IN" sz="1800" spc="-1" strike="noStrike">
                          <a:solidFill>
                            <a:srgbClr val="000000"/>
                          </a:solidFill>
                          <a:latin typeface="Arial"/>
                        </a:rPr>
                        <a:t>-fPIC</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To create shared library generate position indepndent code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gcc -c -Wall -Werror -fPIC Cfile.c ,$ gcc -shared -o libCfile.so Cfile.o</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-v</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Provide verbose information, gcc -Wall -v main.c -o main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-D </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Enable macro during compile time $ gcc -Wall -DMY_MACRO main.c -o main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-Werror </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Treate warning as error</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-fstack-usage</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Analyzing stack usage of individual function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7760">
                <a:tc>
                  <a:txBody>
                    <a:bodyPr lIns="90000" rIns="90000" anchor="t">
                      <a:noAutofit/>
                    </a:bodyPr>
                    <a:p>
                      <a:pPr>
                        <a:lnSpc>
                          <a:spcPct val="100000"/>
                        </a:lnSpc>
                      </a:pPr>
                      <a:r>
                        <a:rPr b="0" lang="en-IN" sz="1800" spc="-1" strike="noStrike">
                          <a:solidFill>
                            <a:srgbClr val="000000"/>
                          </a:solidFill>
                          <a:latin typeface="Arial"/>
                        </a:rPr>
                        <a:t>-g</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Produce debug information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7760">
                <a:tc>
                  <a:txBody>
                    <a:bodyPr lIns="90000" rIns="90000" anchor="t">
                      <a:noAutofit/>
                    </a:bodyPr>
                    <a:p>
                      <a:pPr>
                        <a:lnSpc>
                          <a:spcPct val="100000"/>
                        </a:lnSpc>
                      </a:pPr>
                      <a:r>
                        <a:rPr b="0" lang="en-IN" sz="1800" spc="-1" strike="noStrike">
                          <a:solidFill>
                            <a:srgbClr val="000000"/>
                          </a:solidFill>
                          <a:latin typeface="Arial"/>
                        </a:rPr>
                        <a:t>-On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Optimization levels</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bl>
          </a:graphicData>
        </a:graphic>
      </p:graphicFrame>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2" name=""/>
          <p:cNvSpPr/>
          <p:nvPr/>
        </p:nvSpPr>
        <p:spPr>
          <a:xfrm>
            <a:off x="503640" y="226800"/>
            <a:ext cx="9069840" cy="943200"/>
          </a:xfrm>
          <a:custGeom>
            <a:avLst/>
            <a:gdLst>
              <a:gd name="textAreaLeft" fmla="*/ 0 w 9069840"/>
              <a:gd name="textAreaRight" fmla="*/ 9070200 w 9069840"/>
              <a:gd name="textAreaTop" fmla="*/ 0 h 943200"/>
              <a:gd name="textAreaBottom" fmla="*/ 943560 h 943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1" lang="en-US" sz="3600" spc="-1" strike="noStrike">
                <a:solidFill>
                  <a:srgbClr val="000000"/>
                </a:solidFill>
                <a:latin typeface="Times New Roman"/>
                <a:ea typeface="DejaVu Sans"/>
              </a:rPr>
              <a:t>File Tree Structure</a:t>
            </a:r>
            <a:endParaRPr b="0" lang="en-US" sz="3600" spc="-1" strike="noStrike">
              <a:solidFill>
                <a:srgbClr val="000000"/>
              </a:solidFill>
              <a:latin typeface="Arial"/>
            </a:endParaRPr>
          </a:p>
        </p:txBody>
      </p:sp>
      <p:pic>
        <p:nvPicPr>
          <p:cNvPr id="793" name="" descr=""/>
          <p:cNvPicPr/>
          <p:nvPr/>
        </p:nvPicPr>
        <p:blipFill>
          <a:blip r:embed="rId1">
            <a:lum contrast="18000"/>
          </a:blip>
          <a:stretch/>
        </p:blipFill>
        <p:spPr>
          <a:xfrm>
            <a:off x="1260000" y="1646640"/>
            <a:ext cx="7894080" cy="3263400"/>
          </a:xfrm>
          <a:prstGeom prst="rect">
            <a:avLst/>
          </a:prstGeom>
          <a:ln w="0">
            <a:noFill/>
          </a:ln>
        </p:spPr>
      </p:pic>
      <p:sp>
        <p:nvSpPr>
          <p:cNvPr id="794" name=""/>
          <p:cNvSpPr/>
          <p:nvPr/>
        </p:nvSpPr>
        <p:spPr>
          <a:xfrm>
            <a:off x="4021200" y="4817880"/>
            <a:ext cx="2462760" cy="36720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1" lang="en-US" sz="1800" spc="-1" strike="noStrike">
                <a:solidFill>
                  <a:srgbClr val="000000"/>
                </a:solidFill>
                <a:latin typeface="Times New Roman"/>
                <a:ea typeface="DejaVu Sans"/>
              </a:rPr>
              <a:t>Inverted tree structure</a:t>
            </a:r>
            <a:r>
              <a:rPr b="0" lang="en-US" sz="1800" spc="-1" strike="noStrike">
                <a:solidFill>
                  <a:srgbClr val="000000"/>
                </a:solidFill>
                <a:latin typeface="Times New Roman"/>
                <a:ea typeface="DejaVu Sans"/>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5" name=""/>
          <p:cNvSpPr/>
          <p:nvPr/>
        </p:nvSpPr>
        <p:spPr>
          <a:xfrm>
            <a:off x="945000" y="-720"/>
            <a:ext cx="8565840" cy="943200"/>
          </a:xfrm>
          <a:custGeom>
            <a:avLst/>
            <a:gdLst>
              <a:gd name="textAreaLeft" fmla="*/ 0 w 8565840"/>
              <a:gd name="textAreaRight" fmla="*/ 8566200 w 8565840"/>
              <a:gd name="textAreaTop" fmla="*/ 0 h 943200"/>
              <a:gd name="textAreaBottom" fmla="*/ 943560 h 943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0" lang="en-US" sz="2800" spc="-1" strike="noStrike">
                <a:solidFill>
                  <a:srgbClr val="000000"/>
                </a:solidFill>
                <a:latin typeface="Arial"/>
                <a:ea typeface="DejaVu Sans"/>
              </a:rPr>
              <a:t>File system description</a:t>
            </a:r>
            <a:endParaRPr b="0" lang="en-US" sz="2800" spc="-1" strike="noStrike">
              <a:solidFill>
                <a:srgbClr val="000000"/>
              </a:solidFill>
              <a:latin typeface="Arial"/>
            </a:endParaRPr>
          </a:p>
        </p:txBody>
      </p:sp>
      <p:sp>
        <p:nvSpPr>
          <p:cNvPr id="796" name=""/>
          <p:cNvSpPr/>
          <p:nvPr/>
        </p:nvSpPr>
        <p:spPr>
          <a:xfrm>
            <a:off x="787320" y="708120"/>
            <a:ext cx="8565840" cy="4782240"/>
          </a:xfrm>
          <a:custGeom>
            <a:avLst/>
            <a:gdLst>
              <a:gd name="textAreaLeft" fmla="*/ 0 w 8565840"/>
              <a:gd name="textAreaRight" fmla="*/ 8566200 w 8565840"/>
              <a:gd name="textAreaTop" fmla="*/ 0 h 4782240"/>
              <a:gd name="textAreaBottom" fmla="*/ 4782600 h 47822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 root directory</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/bin Essential low level system utilities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/usr/bin High level system utilities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/sbin Super user system utilities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/lib program libraries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/usr/lib program libraries for high level</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/tmp Temporary file storage system </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/home User home directories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/etc Unix system configuration and information</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/dev Hardware devices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/proc Pseudo file system which used as interface to kernel</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7" name=""/>
          <p:cNvSpPr/>
          <p:nvPr/>
        </p:nvSpPr>
        <p:spPr>
          <a:xfrm>
            <a:off x="251640" y="440640"/>
            <a:ext cx="8565840" cy="3147840"/>
          </a:xfrm>
          <a:custGeom>
            <a:avLst/>
            <a:gdLst>
              <a:gd name="textAreaLeft" fmla="*/ 0 w 8565840"/>
              <a:gd name="textAreaRight" fmla="*/ 8566200 w 8565840"/>
              <a:gd name="textAreaTop" fmla="*/ 0 h 3147840"/>
              <a:gd name="textAreaBottom" fmla="*/ 3148200 h 31478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Shell Scripting:</a:t>
            </a: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p:txBody>
      </p:sp>
      <p:pic>
        <p:nvPicPr>
          <p:cNvPr id="798" name="" descr=""/>
          <p:cNvPicPr/>
          <p:nvPr/>
        </p:nvPicPr>
        <p:blipFill>
          <a:blip r:embed="rId1"/>
          <a:stretch/>
        </p:blipFill>
        <p:spPr>
          <a:xfrm>
            <a:off x="4367880" y="251640"/>
            <a:ext cx="4082400" cy="2242080"/>
          </a:xfrm>
          <a:prstGeom prst="rect">
            <a:avLst/>
          </a:prstGeom>
          <a:ln w="0">
            <a:noFill/>
          </a:ln>
        </p:spPr>
      </p:pic>
      <p:sp>
        <p:nvSpPr>
          <p:cNvPr id="799" name=""/>
          <p:cNvSpPr/>
          <p:nvPr/>
        </p:nvSpPr>
        <p:spPr>
          <a:xfrm>
            <a:off x="251640" y="2645640"/>
            <a:ext cx="9489960" cy="3147840"/>
          </a:xfrm>
          <a:custGeom>
            <a:avLst/>
            <a:gdLst>
              <a:gd name="textAreaLeft" fmla="*/ 0 w 9489960"/>
              <a:gd name="textAreaRight" fmla="*/ 9490320 w 9489960"/>
              <a:gd name="textAreaTop" fmla="*/ 0 h 3147840"/>
              <a:gd name="textAreaBottom" fmla="*/ 3148200 h 31478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Shell is user program or it’s environment provided for user interface. Shell is common language interpreter that executes commands read from standard input device (keyboard) or from a file. Shells available in linux</a:t>
            </a:r>
            <a:endParaRPr b="0" lang="en-US" sz="2000" spc="-1" strike="noStrike">
              <a:solidFill>
                <a:srgbClr val="000000"/>
              </a:solidFill>
              <a:latin typeface="Arial"/>
            </a:endParaRPr>
          </a:p>
        </p:txBody>
      </p:sp>
      <p:graphicFrame>
        <p:nvGraphicFramePr>
          <p:cNvPr id="800" name=""/>
          <p:cNvGraphicFramePr/>
          <p:nvPr/>
        </p:nvGraphicFramePr>
        <p:xfrm>
          <a:off x="671760" y="3402000"/>
          <a:ext cx="8652960" cy="2273760"/>
        </p:xfrm>
        <a:graphic>
          <a:graphicData uri="http://schemas.openxmlformats.org/drawingml/2006/table">
            <a:tbl>
              <a:tblPr/>
              <a:tblGrid>
                <a:gridCol w="1728720"/>
                <a:gridCol w="1529640"/>
                <a:gridCol w="1729440"/>
                <a:gridCol w="3665520"/>
              </a:tblGrid>
              <a:tr h="213480">
                <a:tc>
                  <a:txBody>
                    <a:bodyPr lIns="7560" rIns="756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400" spc="-1" strike="noStrike">
                          <a:solidFill>
                            <a:srgbClr val="000000"/>
                          </a:solidFill>
                          <a:latin typeface="Times New Roman"/>
                        </a:rPr>
                        <a:t>Shell Name</a:t>
                      </a:r>
                      <a:endParaRPr b="0" lang="en-US" sz="1400" spc="-1" strike="noStrike">
                        <a:solidFill>
                          <a:srgbClr val="000000"/>
                        </a:solidFill>
                        <a:latin typeface="Arial"/>
                      </a:endParaRPr>
                    </a:p>
                  </a:txBody>
                  <a:tcPr anchor="ctr" marL="7560" marR="7560">
                    <a:lnL w="12240">
                      <a:noFill/>
                      <a:prstDash val="solid"/>
                    </a:lnL>
                    <a:lnR w="12240">
                      <a:noFill/>
                      <a:prstDash val="solid"/>
                    </a:lnR>
                    <a:lnT w="12240">
                      <a:noFill/>
                      <a:prstDash val="solid"/>
                    </a:lnT>
                    <a:lnB w="12240">
                      <a:noFill/>
                      <a:prstDash val="solid"/>
                    </a:lnB>
                    <a:solidFill>
                      <a:srgbClr val="cccccc"/>
                    </a:solidFill>
                  </a:tcPr>
                </a:tc>
                <a:tc>
                  <a:txBody>
                    <a:bodyPr lIns="7560" rIns="756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400" spc="-1" strike="noStrike">
                          <a:solidFill>
                            <a:srgbClr val="000000"/>
                          </a:solidFill>
                          <a:latin typeface="Times New Roman"/>
                        </a:rPr>
                        <a:t>Developed by</a:t>
                      </a:r>
                      <a:endParaRPr b="0" lang="en-US" sz="1400" spc="-1" strike="noStrike">
                        <a:solidFill>
                          <a:srgbClr val="000000"/>
                        </a:solidFill>
                        <a:latin typeface="Arial"/>
                      </a:endParaRPr>
                    </a:p>
                  </a:txBody>
                  <a:tcPr anchor="ctr" marL="7560" marR="7560">
                    <a:lnL w="12240">
                      <a:noFill/>
                      <a:prstDash val="solid"/>
                    </a:lnL>
                    <a:lnR w="12240">
                      <a:noFill/>
                      <a:prstDash val="solid"/>
                    </a:lnR>
                    <a:lnT w="12240">
                      <a:noFill/>
                      <a:prstDash val="solid"/>
                    </a:lnT>
                    <a:lnB w="12240">
                      <a:noFill/>
                      <a:prstDash val="solid"/>
                    </a:lnB>
                    <a:solidFill>
                      <a:srgbClr val="cccccc"/>
                    </a:solidFill>
                  </a:tcPr>
                </a:tc>
                <a:tc>
                  <a:txBody>
                    <a:bodyPr lIns="7560" rIns="756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400" spc="-1" strike="noStrike">
                          <a:solidFill>
                            <a:srgbClr val="000000"/>
                          </a:solidFill>
                          <a:latin typeface="Times New Roman"/>
                        </a:rPr>
                        <a:t>Where</a:t>
                      </a:r>
                      <a:endParaRPr b="0" lang="en-US" sz="1400" spc="-1" strike="noStrike">
                        <a:solidFill>
                          <a:srgbClr val="000000"/>
                        </a:solidFill>
                        <a:latin typeface="Arial"/>
                      </a:endParaRPr>
                    </a:p>
                  </a:txBody>
                  <a:tcPr anchor="ctr" marL="7560" marR="7560">
                    <a:lnL w="12240">
                      <a:noFill/>
                      <a:prstDash val="solid"/>
                    </a:lnL>
                    <a:lnR w="12240">
                      <a:noFill/>
                      <a:prstDash val="solid"/>
                    </a:lnR>
                    <a:lnT w="12240">
                      <a:noFill/>
                      <a:prstDash val="solid"/>
                    </a:lnT>
                    <a:lnB w="12240">
                      <a:noFill/>
                      <a:prstDash val="solid"/>
                    </a:lnB>
                    <a:solidFill>
                      <a:srgbClr val="cccccc"/>
                    </a:solidFill>
                  </a:tcPr>
                </a:tc>
                <a:tc>
                  <a:txBody>
                    <a:bodyPr lIns="7560" rIns="756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400" spc="-1" strike="noStrike">
                          <a:solidFill>
                            <a:srgbClr val="000000"/>
                          </a:solidFill>
                          <a:latin typeface="Times New Roman"/>
                        </a:rPr>
                        <a:t>Remark</a:t>
                      </a:r>
                      <a:endParaRPr b="0" lang="en-US" sz="1400" spc="-1" strike="noStrike">
                        <a:solidFill>
                          <a:srgbClr val="000000"/>
                        </a:solidFill>
                        <a:latin typeface="Arial"/>
                      </a:endParaRPr>
                    </a:p>
                  </a:txBody>
                  <a:tcPr anchor="ctr" marL="7560" marR="7560">
                    <a:lnL w="12240">
                      <a:noFill/>
                      <a:prstDash val="solid"/>
                    </a:lnL>
                    <a:lnR w="12240">
                      <a:noFill/>
                      <a:prstDash val="solid"/>
                    </a:lnR>
                    <a:lnT w="12240">
                      <a:noFill/>
                      <a:prstDash val="solid"/>
                    </a:lnT>
                    <a:lnB w="12240">
                      <a:noFill/>
                      <a:prstDash val="solid"/>
                    </a:lnB>
                    <a:solidFill>
                      <a:srgbClr val="cccccc"/>
                    </a:solidFill>
                  </a:tcPr>
                </a:tc>
              </a:tr>
              <a:tr h="624600">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BASH ( Bourne-Again SHell )</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Brian Fox and Chet Ramey</a:t>
                      </a:r>
                      <a:br>
                        <a:rPr sz="1400"/>
                      </a:b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Free Software Foundation</a:t>
                      </a:r>
                      <a:br>
                        <a:rPr sz="1400"/>
                      </a:b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Most common shell in Linux. It's Freeware shell.</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r>
              <a:tr h="437760">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CSH (C SHell)</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Bill Joy</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University of California (For BSD)</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The C shell's syntax and usage are very similar to</a:t>
                      </a:r>
                      <a:br>
                        <a:rPr sz="1400"/>
                      </a:br>
                      <a:r>
                        <a:rPr b="0" lang="en-US" sz="1400" spc="-1" strike="noStrike">
                          <a:solidFill>
                            <a:srgbClr val="000000"/>
                          </a:solidFill>
                          <a:latin typeface="Times New Roman"/>
                        </a:rPr>
                        <a:t>the C programming language.</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r>
              <a:tr h="213480">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KSH (Korn SHell)</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David Korn</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AT &amp; T Bell Labs</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r>
              <a:tr h="609480">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TCSH</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See the man page.</a:t>
                      </a:r>
                      <a:br>
                        <a:rPr sz="1400"/>
                      </a:br>
                      <a:r>
                        <a:rPr b="0" lang="en-US" sz="1400" spc="-1" strike="noStrike">
                          <a:solidFill>
                            <a:srgbClr val="000000"/>
                          </a:solidFill>
                          <a:latin typeface="Times New Roman"/>
                        </a:rPr>
                        <a:t>Type $ man tcsh</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TCSH is an enhanced but completely compatible version of the Berkeley UNIX C shell (CSH).</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1" name=""/>
          <p:cNvSpPr/>
          <p:nvPr/>
        </p:nvSpPr>
        <p:spPr>
          <a:xfrm>
            <a:off x="333720" y="503640"/>
            <a:ext cx="8565840" cy="3147840"/>
          </a:xfrm>
          <a:custGeom>
            <a:avLst/>
            <a:gdLst>
              <a:gd name="textAreaLeft" fmla="*/ 0 w 8565840"/>
              <a:gd name="textAreaRight" fmla="*/ 8566200 w 8565840"/>
              <a:gd name="textAreaTop" fmla="*/ 0 h 3147840"/>
              <a:gd name="textAreaBottom" fmla="*/ 3148200 h 314784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To find available shells in your system</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 cat /etc/shells</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To find current shell</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$echo $0</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$echo $SHELL</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Shell script:</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Shell script is series of commands written in plain text file.</a:t>
            </a: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2" name=""/>
          <p:cNvSpPr/>
          <p:nvPr/>
        </p:nvSpPr>
        <p:spPr>
          <a:xfrm>
            <a:off x="38160" y="82080"/>
            <a:ext cx="10039320" cy="606456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1" lang="en-GB" sz="1600" spc="-1" strike="noStrike">
                <a:solidFill>
                  <a:srgbClr val="000000"/>
                </a:solidFill>
                <a:latin typeface="Times New Roman"/>
                <a:ea typeface="Times New Roman"/>
              </a:rPr>
              <a:t>How to write shell script</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600" spc="-1" strike="noStrike">
                <a:solidFill>
                  <a:srgbClr val="000000"/>
                </a:solidFill>
                <a:latin typeface="Times New Roman"/>
                <a:ea typeface="Times New Roman"/>
              </a:rPr>
              <a:t>Following steps are required to write shell script:</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600" spc="-1" strike="noStrike">
                <a:solidFill>
                  <a:srgbClr val="000000"/>
                </a:solidFill>
                <a:latin typeface="Times New Roman"/>
                <a:ea typeface="Times New Roman"/>
              </a:rPr>
              <a:t>(1) Use any editor like vi or mcedit to write shell script.</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600" spc="-1" strike="noStrike">
                <a:solidFill>
                  <a:srgbClr val="000000"/>
                </a:solidFill>
                <a:latin typeface="Times New Roman"/>
                <a:ea typeface="Times New Roman"/>
              </a:rPr>
              <a:t>(2) After writing shell script set execute permission for your script as follows</a:t>
            </a:r>
            <a:br>
              <a:rPr sz="1600"/>
            </a:br>
            <a:r>
              <a:rPr b="0" i="1" lang="en-GB" sz="1600" spc="-1" strike="noStrike">
                <a:solidFill>
                  <a:srgbClr val="000000"/>
                </a:solidFill>
                <a:latin typeface="Times New Roman"/>
                <a:ea typeface="Times New Roman"/>
              </a:rPr>
              <a:t>syntax: </a:t>
            </a:r>
            <a:br>
              <a:rPr sz="1600"/>
            </a:br>
            <a:r>
              <a:rPr b="0" lang="en-GB" sz="1600" spc="-1" strike="noStrike">
                <a:solidFill>
                  <a:srgbClr val="000000"/>
                </a:solidFill>
                <a:latin typeface="Times New Roman"/>
                <a:ea typeface="Times New Roman"/>
              </a:rPr>
              <a:t>chmod permission your-script-name</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i="1" lang="en-GB" sz="1600" spc="-1" strike="noStrike">
                <a:solidFill>
                  <a:srgbClr val="000000"/>
                </a:solidFill>
                <a:latin typeface="Times New Roman"/>
                <a:ea typeface="Times New Roman"/>
              </a:rPr>
              <a:t>Examples:</a:t>
            </a:r>
            <a:br>
              <a:rPr sz="1600"/>
            </a:br>
            <a:r>
              <a:rPr b="0" lang="en-GB" sz="1600" spc="-1" strike="noStrike">
                <a:solidFill>
                  <a:srgbClr val="000000"/>
                </a:solidFill>
                <a:latin typeface="Times New Roman"/>
                <a:ea typeface="Times New Roman"/>
              </a:rPr>
              <a:t>$ chmod +x your-script-name</a:t>
            </a:r>
            <a:br>
              <a:rPr sz="1600"/>
            </a:br>
            <a:r>
              <a:rPr b="0" lang="en-GB" sz="1600" spc="-1" strike="noStrike">
                <a:solidFill>
                  <a:srgbClr val="000000"/>
                </a:solidFill>
                <a:latin typeface="Times New Roman"/>
                <a:ea typeface="Times New Roman"/>
              </a:rPr>
              <a:t>$ chmod 755 your-script-name</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1" i="1" lang="en-GB" sz="1600" spc="-1" strike="noStrike">
                <a:solidFill>
                  <a:srgbClr val="000000"/>
                </a:solidFill>
                <a:latin typeface="Times New Roman"/>
                <a:ea typeface="Times New Roman"/>
              </a:rPr>
              <a:t>Note:</a:t>
            </a:r>
            <a:r>
              <a:rPr b="0" lang="en-GB" sz="1600" spc="-1" strike="noStrike">
                <a:solidFill>
                  <a:srgbClr val="000000"/>
                </a:solidFill>
                <a:latin typeface="Times New Roman"/>
                <a:ea typeface="Times New Roman"/>
              </a:rPr>
              <a:t> This will set read write execute(7) permission for owner, for group and other permission is read and execute only(5).</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600" spc="-1" strike="noStrike">
                <a:solidFill>
                  <a:srgbClr val="000000"/>
                </a:solidFill>
                <a:latin typeface="Times New Roman"/>
                <a:ea typeface="Times New Roman"/>
              </a:rPr>
              <a:t>(3) Execute your script as</a:t>
            </a:r>
            <a:br>
              <a:rPr sz="1600"/>
            </a:br>
            <a:r>
              <a:rPr b="0" i="1" lang="en-GB" sz="1600" spc="-1" strike="noStrike">
                <a:solidFill>
                  <a:srgbClr val="000000"/>
                </a:solidFill>
                <a:latin typeface="Times New Roman"/>
                <a:ea typeface="Times New Roman"/>
              </a:rPr>
              <a:t>syntax: </a:t>
            </a:r>
            <a:br>
              <a:rPr sz="1600"/>
            </a:br>
            <a:r>
              <a:rPr b="0" lang="en-GB" sz="1600" spc="-1" strike="noStrike">
                <a:solidFill>
                  <a:srgbClr val="000000"/>
                </a:solidFill>
                <a:latin typeface="Times New Roman"/>
                <a:ea typeface="Times New Roman"/>
              </a:rPr>
              <a:t>bash your-script-name</a:t>
            </a:r>
            <a:br>
              <a:rPr sz="1600"/>
            </a:br>
            <a:r>
              <a:rPr b="0" lang="en-GB" sz="1600" spc="-1" strike="noStrike">
                <a:solidFill>
                  <a:srgbClr val="000000"/>
                </a:solidFill>
                <a:latin typeface="Times New Roman"/>
                <a:ea typeface="Times New Roman"/>
              </a:rPr>
              <a:t>sh your-script-name</a:t>
            </a:r>
            <a:br>
              <a:rPr sz="1600"/>
            </a:br>
            <a:r>
              <a:rPr b="0" lang="en-GB" sz="1600" spc="-1" strike="noStrike">
                <a:solidFill>
                  <a:srgbClr val="000000"/>
                </a:solidFill>
                <a:latin typeface="Times New Roman"/>
                <a:ea typeface="Times New Roman"/>
              </a:rPr>
              <a:t>./your-script-name</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i="1" lang="en-GB" sz="1600" spc="-1" strike="noStrike">
                <a:solidFill>
                  <a:srgbClr val="000000"/>
                </a:solidFill>
                <a:latin typeface="Times New Roman"/>
                <a:ea typeface="Times New Roman"/>
              </a:rPr>
              <a:t>Examples:</a:t>
            </a:r>
            <a:br>
              <a:rPr sz="1600"/>
            </a:br>
            <a:r>
              <a:rPr b="0" lang="en-GB" sz="1600" spc="-1" strike="noStrike">
                <a:solidFill>
                  <a:srgbClr val="000000"/>
                </a:solidFill>
                <a:latin typeface="Times New Roman"/>
                <a:ea typeface="Times New Roman"/>
              </a:rPr>
              <a:t>$ bash bar</a:t>
            </a:r>
            <a:br>
              <a:rPr sz="1600"/>
            </a:br>
            <a:r>
              <a:rPr b="0" lang="en-GB" sz="1600" spc="-1" strike="noStrike">
                <a:solidFill>
                  <a:srgbClr val="000000"/>
                </a:solidFill>
                <a:latin typeface="Times New Roman"/>
                <a:ea typeface="Times New Roman"/>
              </a:rPr>
              <a:t>$ sh bar</a:t>
            </a:r>
            <a:br>
              <a:rPr sz="1600"/>
            </a:br>
            <a:r>
              <a:rPr b="0" lang="en-GB" sz="1600" spc="-1" strike="noStrike">
                <a:solidFill>
                  <a:srgbClr val="000000"/>
                </a:solidFill>
                <a:latin typeface="Times New Roman"/>
                <a:ea typeface="Times New Roman"/>
              </a:rPr>
              <a:t>$ ./bar</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Times New Roman"/>
                <a:ea typeface="Times New Roman"/>
              </a:rPr>
              <a:t>In Liunx shell there are 2 types of variables</a:t>
            </a:r>
            <a:endParaRPr b="0" lang="en-US" sz="1800" spc="-1" strike="noStrike">
              <a:solidFill>
                <a:srgbClr val="000000"/>
              </a:solidFill>
              <a:latin typeface="Arial"/>
            </a:endParaRPr>
          </a:p>
          <a:p>
            <a:pPr marL="216000" indent="-216000">
              <a:lnSpc>
                <a:spcPct val="100000"/>
              </a:lnSpc>
              <a:buClr>
                <a:srgbClr val="000000"/>
              </a:buClr>
              <a:buFont typeface="StarSymbol"/>
              <a:buAutoNum type="arabicPeriod"/>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Times New Roman"/>
                <a:ea typeface="Times New Roman"/>
              </a:rPr>
              <a:t>System Variables</a:t>
            </a:r>
            <a:endParaRPr b="0" lang="en-US" sz="1800" spc="-1" strike="noStrike">
              <a:solidFill>
                <a:srgbClr val="000000"/>
              </a:solidFill>
              <a:latin typeface="Arial"/>
            </a:endParaRPr>
          </a:p>
          <a:p>
            <a:pPr marL="216000" indent="-216000">
              <a:lnSpc>
                <a:spcPct val="100000"/>
              </a:lnSpc>
              <a:buClr>
                <a:srgbClr val="000000"/>
              </a:buClr>
              <a:buFont typeface="StarSymbol"/>
              <a:buAutoNum type="arabicPeriod"/>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Times New Roman"/>
                <a:ea typeface="Times New Roman"/>
              </a:rPr>
              <a:t>User defined Variables</a:t>
            </a:r>
            <a:endParaRPr b="0" lang="en-US" sz="18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Times New Roman"/>
                <a:ea typeface="Times New Roman"/>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3" name=""/>
          <p:cNvSpPr/>
          <p:nvPr/>
        </p:nvSpPr>
        <p:spPr>
          <a:xfrm>
            <a:off x="38160" y="1101960"/>
            <a:ext cx="10039320" cy="36720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Arial"/>
                <a:ea typeface="Times New Roman"/>
              </a:rPr>
              <a:t>	</a:t>
            </a:r>
            <a:endParaRPr b="0" lang="en-US" sz="1800" spc="-1" strike="noStrike">
              <a:solidFill>
                <a:srgbClr val="000000"/>
              </a:solidFill>
              <a:latin typeface="Arial"/>
            </a:endParaRPr>
          </a:p>
        </p:txBody>
      </p:sp>
      <p:sp>
        <p:nvSpPr>
          <p:cNvPr id="804" name=""/>
          <p:cNvSpPr/>
          <p:nvPr/>
        </p:nvSpPr>
        <p:spPr>
          <a:xfrm>
            <a:off x="38160" y="874440"/>
            <a:ext cx="10039320" cy="112896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1" lang="en-GB" sz="1600" spc="-1" strike="noStrike">
                <a:solidFill>
                  <a:srgbClr val="000000"/>
                </a:solidFill>
                <a:latin typeface="Arial"/>
                <a:ea typeface="Times New Roman"/>
              </a:rPr>
              <a:t>You can see system variables by using $ set command</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endParaRPr b="0" lang="en-US" sz="18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Arial"/>
                <a:ea typeface="Times New Roman"/>
              </a:rPr>
              <a:t>	</a:t>
            </a:r>
            <a:endParaRPr b="0" lang="en-US" sz="1800" spc="-1" strike="noStrike">
              <a:solidFill>
                <a:srgbClr val="000000"/>
              </a:solidFill>
              <a:latin typeface="Arial"/>
            </a:endParaRPr>
          </a:p>
        </p:txBody>
      </p:sp>
      <p:graphicFrame>
        <p:nvGraphicFramePr>
          <p:cNvPr id="805" name=""/>
          <p:cNvGraphicFramePr/>
          <p:nvPr/>
        </p:nvGraphicFramePr>
        <p:xfrm>
          <a:off x="1088280" y="1616760"/>
          <a:ext cx="7902000" cy="4570200"/>
        </p:xfrm>
        <a:graphic>
          <a:graphicData uri="http://schemas.openxmlformats.org/drawingml/2006/table">
            <a:tbl>
              <a:tblPr/>
              <a:tblGrid>
                <a:gridCol w="3952080"/>
                <a:gridCol w="3950280"/>
              </a:tblGrid>
              <a:tr h="259200">
                <a:tc>
                  <a:txBody>
                    <a:bodyPr lIns="9000" rIns="900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700" spc="-1" strike="noStrike">
                          <a:solidFill>
                            <a:srgbClr val="000000"/>
                          </a:solidFill>
                          <a:latin typeface="Arial"/>
                        </a:rPr>
                        <a:t>System Variable</a:t>
                      </a:r>
                      <a:endParaRPr b="0" lang="en-US" sz="1700" spc="-1" strike="noStrike">
                        <a:solidFill>
                          <a:srgbClr val="000000"/>
                        </a:solidFill>
                        <a:latin typeface="Arial"/>
                      </a:endParaRPr>
                    </a:p>
                  </a:txBody>
                  <a:tcPr anchor="ctr" marL="9000" marR="9000">
                    <a:lnL w="12240">
                      <a:noFill/>
                      <a:prstDash val="solid"/>
                    </a:lnL>
                    <a:lnR w="12240">
                      <a:noFill/>
                      <a:prstDash val="solid"/>
                    </a:lnR>
                    <a:lnT w="12240">
                      <a:noFill/>
                      <a:prstDash val="solid"/>
                    </a:lnT>
                    <a:lnB w="12240">
                      <a:noFill/>
                      <a:prstDash val="solid"/>
                    </a:lnB>
                    <a:solidFill>
                      <a:srgbClr val="cccccc"/>
                    </a:solidFill>
                  </a:tcPr>
                </a:tc>
                <a:tc>
                  <a:txBody>
                    <a:bodyPr lIns="9000" rIns="900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700" spc="-1" strike="noStrike">
                          <a:solidFill>
                            <a:srgbClr val="000000"/>
                          </a:solidFill>
                          <a:latin typeface="Arial"/>
                        </a:rPr>
                        <a:t>Meaning</a:t>
                      </a:r>
                      <a:endParaRPr b="0" lang="en-US" sz="1700" spc="-1" strike="noStrike">
                        <a:solidFill>
                          <a:srgbClr val="000000"/>
                        </a:solidFill>
                        <a:latin typeface="Arial"/>
                      </a:endParaRPr>
                    </a:p>
                  </a:txBody>
                  <a:tcPr anchor="ctr" marL="9000" marR="9000">
                    <a:lnL w="12240">
                      <a:noFill/>
                      <a:prstDash val="solid"/>
                    </a:lnL>
                    <a:lnR w="12240">
                      <a:noFill/>
                      <a:prstDash val="solid"/>
                    </a:lnR>
                    <a:lnT w="12240">
                      <a:noFill/>
                      <a:prstDash val="solid"/>
                    </a:lnT>
                    <a:lnB w="12240">
                      <a:noFill/>
                      <a:prstDash val="solid"/>
                    </a:lnB>
                    <a:solidFill>
                      <a:srgbClr val="cccccc"/>
                    </a:solid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BASH=/bin/bash</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shell name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BASH_VERSION=1.14.7(1)</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shell version name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COLUMNS=80</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No. of columns for our screen</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HOME=/home/vivek</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home directory</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LINES=25</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No. of columns for our screen</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LOGNAME=students</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students Our logging name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OSTYPE=Linux</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Os type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de-DE" sz="1700" spc="-1" strike="noStrike">
                          <a:solidFill>
                            <a:srgbClr val="000000"/>
                          </a:solidFill>
                          <a:latin typeface="Arial"/>
                        </a:rPr>
                        <a:t>PATH=/usr/bin:/sbin:/bin:/usr/sbin</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path settings</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PS1=[\u@\h \W]\$</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prompt settings</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PWD=/home/students/Common</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current working directory</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SHELL=/bin/bash</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shell name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50004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USERNAME=vivek</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User name who is currently login to this PC</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806" name=""/>
          <p:cNvGraphicFramePr/>
          <p:nvPr/>
        </p:nvGraphicFramePr>
        <p:xfrm>
          <a:off x="587880" y="945000"/>
          <a:ext cx="8567280" cy="2822760"/>
        </p:xfrm>
        <a:graphic>
          <a:graphicData uri="http://schemas.openxmlformats.org/drawingml/2006/table">
            <a:tbl>
              <a:tblPr/>
              <a:tblGrid>
                <a:gridCol w="8567640"/>
              </a:tblGrid>
              <a:tr h="2822760">
                <a:tc>
                  <a:txBody>
                    <a:bodyPr lIns="9360" rIns="9360" anchor="ctr">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800" spc="-1" strike="noStrike">
                          <a:solidFill>
                            <a:srgbClr val="000000"/>
                          </a:solidFill>
                          <a:latin typeface="Arial"/>
                        </a:rPr>
                        <a:t>$ vi variscript</a:t>
                      </a:r>
                      <a:br>
                        <a:rPr sz="1800"/>
                      </a:br>
                      <a:r>
                        <a:rPr b="0" lang="en-US" sz="1800" spc="-1" strike="noStrike">
                          <a:solidFill>
                            <a:srgbClr val="000000"/>
                          </a:solidFill>
                          <a:latin typeface="Arial"/>
                        </a:rPr>
                        <a:t>#</a:t>
                      </a:r>
                      <a:br>
                        <a:rPr sz="1800"/>
                      </a:br>
                      <a:r>
                        <a:rPr b="0" lang="en-US" sz="1800" spc="-1" strike="noStrike">
                          <a:solidFill>
                            <a:srgbClr val="000000"/>
                          </a:solidFill>
                          <a:latin typeface="Arial"/>
                        </a:rPr>
                        <a:t>#</a:t>
                      </a:r>
                      <a:br>
                        <a:rPr sz="1800"/>
                      </a:br>
                      <a:r>
                        <a:rPr b="0" lang="en-US" sz="1800" spc="-1" strike="noStrike">
                          <a:solidFill>
                            <a:srgbClr val="000000"/>
                          </a:solidFill>
                          <a:latin typeface="Arial"/>
                        </a:rPr>
                        <a:t># Script to test MY knowledge about variables!</a:t>
                      </a:r>
                      <a:br>
                        <a:rPr sz="1800"/>
                      </a:br>
                      <a:r>
                        <a:rPr b="0" lang="en-US" sz="1800" spc="-1" strike="noStrike">
                          <a:solidFill>
                            <a:srgbClr val="000000"/>
                          </a:solidFill>
                          <a:latin typeface="Arial"/>
                        </a:rPr>
                        <a:t>#</a:t>
                      </a:r>
                      <a:br>
                        <a:rPr sz="1800"/>
                      </a:br>
                      <a:r>
                        <a:rPr b="0" lang="en-US" sz="1800" spc="-1" strike="noStrike">
                          <a:solidFill>
                            <a:srgbClr val="000000"/>
                          </a:solidFill>
                          <a:latin typeface="Arial"/>
                        </a:rPr>
                        <a:t>myname=Vivek</a:t>
                      </a:r>
                      <a:br>
                        <a:rPr sz="1800"/>
                      </a:br>
                      <a:r>
                        <a:rPr b="0" lang="en-US" sz="1800" spc="-1" strike="noStrike">
                          <a:solidFill>
                            <a:srgbClr val="000000"/>
                          </a:solidFill>
                          <a:latin typeface="Arial"/>
                        </a:rPr>
                        <a:t>myos = TroubleOS</a:t>
                      </a:r>
                      <a:br>
                        <a:rPr sz="1800"/>
                      </a:br>
                      <a:r>
                        <a:rPr b="0" lang="en-US" sz="1800" spc="-1" strike="noStrike">
                          <a:solidFill>
                            <a:srgbClr val="000000"/>
                          </a:solidFill>
                          <a:latin typeface="Arial"/>
                        </a:rPr>
                        <a:t>myno=5</a:t>
                      </a:r>
                      <a:br>
                        <a:rPr sz="1800"/>
                      </a:br>
                      <a:r>
                        <a:rPr b="0" lang="en-US" sz="1800" spc="-1" strike="noStrike">
                          <a:solidFill>
                            <a:srgbClr val="000000"/>
                          </a:solidFill>
                          <a:latin typeface="Arial"/>
                        </a:rPr>
                        <a:t>echo "My name is $myname"</a:t>
                      </a:r>
                      <a:br>
                        <a:rPr sz="1800"/>
                      </a:br>
                      <a:r>
                        <a:rPr b="0" lang="en-US" sz="1800" spc="-1" strike="noStrike">
                          <a:solidFill>
                            <a:srgbClr val="000000"/>
                          </a:solidFill>
                          <a:latin typeface="Arial"/>
                        </a:rPr>
                        <a:t>echo "My os is $myos"</a:t>
                      </a:r>
                      <a:br>
                        <a:rPr sz="1800"/>
                      </a:br>
                      <a:r>
                        <a:rPr b="0" lang="en-US" sz="1800" spc="-1" strike="noStrike">
                          <a:solidFill>
                            <a:srgbClr val="000000"/>
                          </a:solidFill>
                          <a:latin typeface="Arial"/>
                        </a:rPr>
                        <a:t>echo "My number is myno, can you see this number"</a:t>
                      </a:r>
                      <a:endParaRPr b="0" lang="en-US" sz="1800" spc="-1" strike="noStrike">
                        <a:solidFill>
                          <a:srgbClr val="000000"/>
                        </a:solidFill>
                        <a:latin typeface="Arial"/>
                      </a:endParaRPr>
                    </a:p>
                  </a:txBody>
                  <a:tcPr anchor="ctr" marL="9360" marR="9360">
                    <a:lnL w="12240">
                      <a:noFill/>
                      <a:prstDash val="solid"/>
                    </a:lnL>
                    <a:lnR w="12240">
                      <a:noFill/>
                      <a:prstDash val="solid"/>
                    </a:lnR>
                    <a:lnT w="12240">
                      <a:noFill/>
                      <a:prstDash val="solid"/>
                    </a:lnT>
                    <a:lnB w="12240">
                      <a:noFill/>
                      <a:prstDash val="solid"/>
                    </a:lnB>
                    <a:solidFill>
                      <a:srgbClr val="cccccc"/>
                    </a:solidFill>
                  </a:tcPr>
                </a:tc>
              </a:tr>
            </a:tbl>
          </a:graphicData>
        </a:graphic>
      </p:graphicFrame>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7" name=""/>
          <p:cNvSpPr/>
          <p:nvPr/>
        </p:nvSpPr>
        <p:spPr>
          <a:xfrm>
            <a:off x="504000" y="314640"/>
            <a:ext cx="8565840" cy="3148200"/>
          </a:xfrm>
          <a:custGeom>
            <a:avLst/>
            <a:gdLst>
              <a:gd name="textAreaLeft" fmla="*/ 0 w 8565840"/>
              <a:gd name="textAreaRight" fmla="*/ 8566200 w 8565840"/>
              <a:gd name="textAreaTop" fmla="*/ 0 h 3148200"/>
              <a:gd name="textAreaBottom" fmla="*/ 3148560 h 3148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1" lang="en-US" sz="3200" spc="-1" strike="noStrike">
                <a:solidFill>
                  <a:srgbClr val="000000"/>
                </a:solidFill>
                <a:latin typeface="Arial"/>
                <a:ea typeface="DejaVu Sans"/>
              </a:rPr>
              <a:t>Lab activities:</a:t>
            </a: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1280" indent="-339840">
              <a:lnSpc>
                <a:spcPct val="80000"/>
              </a:lnSpc>
              <a:spcBef>
                <a:spcPts val="799"/>
              </a:spcBef>
              <a:buClr>
                <a:srgbClr val="000000"/>
              </a:buClr>
              <a:buFont typeface="StarSymbol"/>
              <a:buAutoNum type="arabicPeriod"/>
              <a:tabLst>
                <a:tab algn="l" pos="0"/>
                <a:tab algn="l" pos="911160"/>
                <a:tab algn="l" pos="1825560"/>
                <a:tab algn="l" pos="2739960"/>
                <a:tab algn="l" pos="3654360"/>
                <a:tab algn="l" pos="4568760"/>
                <a:tab algn="l" pos="5483160"/>
                <a:tab algn="l" pos="6397560"/>
                <a:tab algn="l" pos="7311960"/>
                <a:tab algn="l" pos="8226360"/>
                <a:tab algn="l" pos="9140760"/>
                <a:tab algn="l" pos="10055160"/>
                <a:tab algn="l" pos="10058400"/>
                <a:tab algn="l" pos="10515600"/>
                <a:tab algn="l" pos="10782000"/>
              </a:tabLst>
            </a:pPr>
            <a:r>
              <a:rPr b="0" lang="en-US" sz="3200" spc="-1" strike="noStrike">
                <a:solidFill>
                  <a:srgbClr val="000000"/>
                </a:solidFill>
                <a:latin typeface="Arial"/>
                <a:ea typeface="DejaVu Sans"/>
              </a:rPr>
              <a:t>Format USB disk with mkfs</a:t>
            </a:r>
            <a:endParaRPr b="0" lang="en-US" sz="3200" spc="-1" strike="noStrike">
              <a:solidFill>
                <a:srgbClr val="000000"/>
              </a:solidFill>
              <a:latin typeface="Arial"/>
            </a:endParaRPr>
          </a:p>
          <a:p>
            <a:pPr marL="341280" indent="-339840">
              <a:lnSpc>
                <a:spcPct val="80000"/>
              </a:lnSpc>
              <a:spcBef>
                <a:spcPts val="799"/>
              </a:spcBef>
              <a:buClr>
                <a:srgbClr val="000000"/>
              </a:buClr>
              <a:buFont typeface="StarSymbol"/>
              <a:buAutoNum type="arabicPeriod"/>
              <a:tabLst>
                <a:tab algn="l" pos="0"/>
                <a:tab algn="l" pos="911160"/>
                <a:tab algn="l" pos="1825560"/>
                <a:tab algn="l" pos="2739960"/>
                <a:tab algn="l" pos="3654360"/>
                <a:tab algn="l" pos="4568760"/>
                <a:tab algn="l" pos="5483160"/>
                <a:tab algn="l" pos="6397560"/>
                <a:tab algn="l" pos="7311960"/>
                <a:tab algn="l" pos="8226360"/>
                <a:tab algn="l" pos="9140760"/>
                <a:tab algn="l" pos="10055160"/>
                <a:tab algn="l" pos="10058400"/>
                <a:tab algn="l" pos="10515600"/>
                <a:tab algn="l" pos="10782000"/>
              </a:tabLst>
            </a:pPr>
            <a:r>
              <a:rPr b="0" lang="en-US" sz="3200" spc="-1" strike="noStrike">
                <a:solidFill>
                  <a:srgbClr val="000000"/>
                </a:solidFill>
                <a:latin typeface="Arial"/>
                <a:ea typeface="DejaVu Sans"/>
              </a:rPr>
              <a:t>Write bash script to delete temp folder each day at 6:30 pm with crontab –e</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Arial"/>
                <a:ea typeface="DejaVu Sans"/>
              </a:rPr>
              <a:t>     </a:t>
            </a:r>
            <a:r>
              <a:rPr b="0" lang="en-US" sz="3200" spc="-1" strike="noStrike">
                <a:solidFill>
                  <a:srgbClr val="000000"/>
                </a:solidFill>
                <a:latin typeface="Arial"/>
                <a:ea typeface="DejaVu Sans"/>
              </a:rPr>
              <a:t>30     18     *     *     *         rm /home/someuser/tmp/*</a:t>
            </a:r>
            <a:endParaRPr b="0" lang="en-US" sz="3200" spc="-1" strike="noStrike">
              <a:solidFill>
                <a:srgbClr val="000000"/>
              </a:solidFill>
              <a:latin typeface="Arial"/>
            </a:endParaRPr>
          </a:p>
          <a:p>
            <a:pPr marL="341280" indent="-339840">
              <a:lnSpc>
                <a:spcPct val="80000"/>
              </a:lnSpc>
              <a:spcBef>
                <a:spcPts val="799"/>
              </a:spcBef>
              <a:buClr>
                <a:srgbClr val="000000"/>
              </a:buClr>
              <a:buFont typeface="StarSymbol"/>
              <a:buAutoNum type="arabicPeriod"/>
              <a:tabLst>
                <a:tab algn="l" pos="0"/>
                <a:tab algn="l" pos="911160"/>
                <a:tab algn="l" pos="1825560"/>
                <a:tab algn="l" pos="2739960"/>
                <a:tab algn="l" pos="3654360"/>
                <a:tab algn="l" pos="4568760"/>
                <a:tab algn="l" pos="5483160"/>
                <a:tab algn="l" pos="6397560"/>
                <a:tab algn="l" pos="7311960"/>
                <a:tab algn="l" pos="8226360"/>
                <a:tab algn="l" pos="9140760"/>
                <a:tab algn="l" pos="10055160"/>
                <a:tab algn="l" pos="10058400"/>
                <a:tab algn="l" pos="10515600"/>
                <a:tab algn="l" pos="10782000"/>
              </a:tabLst>
            </a:pPr>
            <a:r>
              <a:rPr b="0" lang="en-US" sz="3200" spc="-1" strike="noStrike">
                <a:solidFill>
                  <a:srgbClr val="000000"/>
                </a:solidFill>
                <a:latin typeface="Arial"/>
                <a:ea typeface="DejaVu Sans"/>
              </a:rPr>
              <a:t>Mount USB disk with command and copy directory to and from USB</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Arial"/>
                <a:ea typeface="DejaVu Sans"/>
              </a:rPr>
              <a:t>4.  Install Ubuntu on USB as mount device</a:t>
            </a:r>
            <a:endParaRPr b="0" lang="en-US" sz="3200" spc="-1" strike="noStrike">
              <a:solidFill>
                <a:srgbClr val="000000"/>
              </a:solidFill>
              <a:latin typeface="Arial"/>
            </a:endParaRPr>
          </a:p>
          <a:p>
            <a:pPr lvl="2" marL="342720" indent="-339840">
              <a:lnSpc>
                <a:spcPct val="80000"/>
              </a:lnSpc>
              <a:spcBef>
                <a:spcPts val="799"/>
              </a:spcBef>
              <a:buClr>
                <a:srgbClr val="000000"/>
              </a:buClr>
              <a:buFont typeface="Times New Roman"/>
              <a:buChar char="•"/>
              <a:tabLst>
                <a:tab algn="l" pos="0"/>
                <a:tab algn="l" pos="911160"/>
                <a:tab algn="l" pos="1825560"/>
                <a:tab algn="l" pos="2739960"/>
                <a:tab algn="l" pos="3654360"/>
                <a:tab algn="l" pos="4568760"/>
                <a:tab algn="l" pos="5483160"/>
                <a:tab algn="l" pos="6397560"/>
                <a:tab algn="l" pos="7311960"/>
                <a:tab algn="l" pos="8226360"/>
                <a:tab algn="l" pos="9140760"/>
                <a:tab algn="l" pos="10055160"/>
                <a:tab algn="l" pos="10058400"/>
                <a:tab algn="l" pos="10515600"/>
                <a:tab algn="l" pos="10782000"/>
              </a:tabLst>
            </a:pPr>
            <a:r>
              <a:rPr b="0" lang="en-US" sz="1490" spc="-1" strike="noStrike">
                <a:solidFill>
                  <a:srgbClr val="000000"/>
                </a:solidFill>
                <a:latin typeface="Arial"/>
                <a:ea typeface="DejaVu Sans"/>
              </a:rPr>
              <a:t>https://itsfoss.com/intsall-ubuntu-on-usb/</a:t>
            </a:r>
            <a:endParaRPr b="0" lang="en-US" sz="149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Arial"/>
                <a:ea typeface="DejaVu Sans"/>
              </a:rPr>
              <a:t> </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8" name="" descr=""/>
          <p:cNvPicPr/>
          <p:nvPr/>
        </p:nvPicPr>
        <p:blipFill>
          <a:blip r:embed="rId1"/>
          <a:stretch/>
        </p:blipFill>
        <p:spPr>
          <a:xfrm>
            <a:off x="2769840" y="685800"/>
            <a:ext cx="5459400" cy="4755600"/>
          </a:xfrm>
          <a:prstGeom prst="rect">
            <a:avLst/>
          </a:prstGeom>
          <a:ln w="0">
            <a:noFill/>
          </a:ln>
        </p:spPr>
      </p:pic>
      <p:sp>
        <p:nvSpPr>
          <p:cNvPr id="809" name=""/>
          <p:cNvSpPr/>
          <p:nvPr/>
        </p:nvSpPr>
        <p:spPr>
          <a:xfrm>
            <a:off x="228600" y="92160"/>
            <a:ext cx="6400440" cy="1134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Arial"/>
              </a:rPr>
              <a:t>C Program Compilation steps with gcc</a:t>
            </a:r>
            <a:endParaRPr b="0" lang="en-US" sz="22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
          <p:cNvSpPr/>
          <p:nvPr/>
        </p:nvSpPr>
        <p:spPr>
          <a:xfrm>
            <a:off x="0" y="-72000"/>
            <a:ext cx="3565080" cy="654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i="1" lang="en-US" sz="2000" spc="-1" strike="noStrike">
                <a:solidFill>
                  <a:srgbClr val="000000"/>
                </a:solidFill>
                <a:latin typeface="Arial"/>
                <a:ea typeface="DejaVu Sans"/>
              </a:rPr>
              <a:t>Gcc compiler options </a:t>
            </a:r>
            <a:endParaRPr b="0" lang="en-US" sz="2000" spc="-1" strike="noStrike">
              <a:solidFill>
                <a:srgbClr val="000000"/>
              </a:solidFill>
              <a:latin typeface="Arial"/>
            </a:endParaRPr>
          </a:p>
        </p:txBody>
      </p:sp>
      <p:graphicFrame>
        <p:nvGraphicFramePr>
          <p:cNvPr id="811" name=""/>
          <p:cNvGraphicFramePr/>
          <p:nvPr/>
        </p:nvGraphicFramePr>
        <p:xfrm>
          <a:off x="45720" y="324360"/>
          <a:ext cx="9826920" cy="5498280"/>
        </p:xfrm>
        <a:graphic>
          <a:graphicData uri="http://schemas.openxmlformats.org/drawingml/2006/table">
            <a:tbl>
              <a:tblPr/>
              <a:tblGrid>
                <a:gridCol w="1811160"/>
                <a:gridCol w="8016120"/>
              </a:tblGrid>
              <a:tr h="349920">
                <a:tc>
                  <a:txBody>
                    <a:bodyPr lIns="90000" rIns="90000" anchor="t">
                      <a:noAutofit/>
                    </a:bodyPr>
                    <a:p>
                      <a:pPr>
                        <a:lnSpc>
                          <a:spcPct val="100000"/>
                        </a:lnSpc>
                      </a:pPr>
                      <a:r>
                        <a:rPr b="1" lang="en-IN" sz="1800" spc="-1" strike="noStrike">
                          <a:solidFill>
                            <a:srgbClr val="000000"/>
                          </a:solidFill>
                          <a:latin typeface="Arial"/>
                        </a:rPr>
                        <a:t>Flag</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800" spc="-1" strike="noStrike">
                          <a:solidFill>
                            <a:srgbClr val="000000"/>
                          </a:solidFill>
                          <a:latin typeface="Arial"/>
                        </a:rPr>
                        <a:t>Description</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49920">
                <a:tc>
                  <a:txBody>
                    <a:bodyPr lIns="90000" rIns="90000" anchor="t">
                      <a:noAutofit/>
                    </a:bodyPr>
                    <a:p>
                      <a:pPr>
                        <a:lnSpc>
                          <a:spcPct val="100000"/>
                        </a:lnSpc>
                      </a:pPr>
                      <a:r>
                        <a:rPr b="0" lang="en-IN" sz="1800" spc="-1" strike="noStrike">
                          <a:solidFill>
                            <a:srgbClr val="000000"/>
                          </a:solidFill>
                          <a:latin typeface="Arial"/>
                        </a:rPr>
                        <a:t>-o</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Output file name for executable $gcc main.c -o main</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-Wall</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Enable all warnings $gcc -Wall main.c -o main</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-E</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Preprocessor stage $gcc -E main.c &gt; main.i</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-S</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Produce assembly code $gcc -S main.c &gt; main.s</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-c</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Produce only compiled code, no linker invocation $gcc -C main.c</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-save-temps</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Produce all above stage files $gcc -save-temps main.c</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-l</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Link shared libraries $gcc  -Wall main.c -o main -lpthread</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-fPIC</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To create shared library generate position indepndent code</a:t>
                      </a:r>
                      <a:endParaRPr b="0" lang="en-US" sz="1800" spc="-1" strike="noStrike">
                        <a:solidFill>
                          <a:srgbClr val="000000"/>
                        </a:solidFill>
                        <a:latin typeface="Times New Roman"/>
                      </a:endParaRPr>
                    </a:p>
                    <a:p>
                      <a:pPr>
                        <a:lnSpc>
                          <a:spcPct val="100000"/>
                        </a:lnSpc>
                      </a:pPr>
                      <a:r>
                        <a:rPr b="0" lang="en-IN" sz="1800" spc="-1" strike="noStrike">
                          <a:solidFill>
                            <a:srgbClr val="000000"/>
                          </a:solidFill>
                          <a:latin typeface="Arial"/>
                        </a:rPr>
                        <a:t>$ gcc -c -Wall -Werror -fPIC Cfile.c ,$ gcc -shared -o libCfile.so Cfile.o</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-v</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Provide verbose information, gcc -Wall -v main.c -o main</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-D </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Enable macro during compile time $ gcc -Wall -DMY_MACRO main.c -o main</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-Werror </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Treate warning as error</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-fstack-usage</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Analyzing stack usage of individual function</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0">
                <a:tc>
                  <a:txBody>
                    <a:bodyPr lIns="90000" rIns="90000" anchor="t">
                      <a:noAutofit/>
                    </a:bodyPr>
                    <a:p>
                      <a:pPr>
                        <a:lnSpc>
                          <a:spcPct val="100000"/>
                        </a:lnSpc>
                      </a:pPr>
                      <a:r>
                        <a:rPr b="0" lang="en-IN" sz="1800" spc="-1" strike="noStrike">
                          <a:solidFill>
                            <a:srgbClr val="000000"/>
                          </a:solidFill>
                          <a:latin typeface="Arial"/>
                        </a:rPr>
                        <a:t>-g</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Produce debug information</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0">
                <a:tc>
                  <a:txBody>
                    <a:bodyPr lIns="90000" rIns="90000" anchor="t">
                      <a:noAutofit/>
                    </a:bodyPr>
                    <a:p>
                      <a:pPr>
                        <a:lnSpc>
                          <a:spcPct val="100000"/>
                        </a:lnSpc>
                      </a:pPr>
                      <a:r>
                        <a:rPr b="0" lang="en-IN" sz="1800" spc="-1" strike="noStrike">
                          <a:solidFill>
                            <a:srgbClr val="000000"/>
                          </a:solidFill>
                          <a:latin typeface="Arial"/>
                        </a:rPr>
                        <a:t>-On</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Optimization levels</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bl>
          </a:graphicData>
        </a:graphic>
      </p:graphicFrame>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2" name=""/>
          <p:cNvSpPr/>
          <p:nvPr/>
        </p:nvSpPr>
        <p:spPr>
          <a:xfrm>
            <a:off x="42840" y="72000"/>
            <a:ext cx="9890640" cy="3746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GCC -  The GNU Compiler Collection, supports C, C++, Fortran, and more. It's mature, widely used, and very stable.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Clang - Frontend Compiler - A modern compiler frontend for C/C++/Objective-C that uses LLVM as its backend. Parses the source code and generates LLVM IR (Intermediate Representation), which is then passed to LLVM for further processing.</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LLVM - Compiler Infrastructure - A set of reusable compiler tools/libraries used by compilers like Clang (and others). LLVM takes the IR of Clang→ performs optimizations → generates machine code or other targets.</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graphicFrame>
        <p:nvGraphicFramePr>
          <p:cNvPr id="813" name=""/>
          <p:cNvGraphicFramePr/>
          <p:nvPr/>
        </p:nvGraphicFramePr>
        <p:xfrm>
          <a:off x="90720" y="1245960"/>
          <a:ext cx="9613440" cy="5704560"/>
        </p:xfrm>
        <a:graphic>
          <a:graphicData uri="http://schemas.openxmlformats.org/drawingml/2006/table">
            <a:tbl>
              <a:tblPr/>
              <a:tblGrid>
                <a:gridCol w="1939320"/>
                <a:gridCol w="2405880"/>
                <a:gridCol w="2424600"/>
                <a:gridCol w="2844000"/>
              </a:tblGrid>
              <a:tr h="349920">
                <a:tc>
                  <a:txBody>
                    <a:bodyPr lIns="90000" rIns="90000" anchor="t">
                      <a:noAutofit/>
                    </a:bodyPr>
                    <a:p>
                      <a:pPr>
                        <a:lnSpc>
                          <a:spcPct val="100000"/>
                        </a:lnSpc>
                      </a:pPr>
                      <a:r>
                        <a:rPr b="1" lang="en-IN" sz="1800" spc="-1" strike="noStrike">
                          <a:solidFill>
                            <a:srgbClr val="000000"/>
                          </a:solidFill>
                          <a:latin typeface="Arial"/>
                        </a:rPr>
                        <a:t>Feature</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800" spc="-1" strike="noStrike">
                          <a:solidFill>
                            <a:srgbClr val="000000"/>
                          </a:solidFill>
                          <a:latin typeface="Arial"/>
                        </a:rPr>
                        <a:t>Gcc</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800" spc="-1" strike="noStrike">
                          <a:solidFill>
                            <a:srgbClr val="000000"/>
                          </a:solidFill>
                          <a:latin typeface="Arial"/>
                        </a:rPr>
                        <a:t>Clang</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800" spc="-1" strike="noStrike">
                          <a:solidFill>
                            <a:srgbClr val="000000"/>
                          </a:solidFill>
                          <a:latin typeface="Arial"/>
                        </a:rPr>
                        <a:t>LLVM</a:t>
                      </a:r>
                      <a:endParaRPr b="0" lang="en-US" sz="18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49920">
                <a:tc>
                  <a:txBody>
                    <a:bodyPr lIns="90000" rIns="90000" anchor="t">
                      <a:noAutofit/>
                    </a:bodyPr>
                    <a:p>
                      <a:pPr>
                        <a:lnSpc>
                          <a:spcPct val="100000"/>
                        </a:lnSpc>
                      </a:pPr>
                      <a:r>
                        <a:rPr b="0" lang="en-IN" sz="1200" spc="-1" strike="noStrike">
                          <a:solidFill>
                            <a:srgbClr val="000000"/>
                          </a:solidFill>
                          <a:latin typeface="Arial"/>
                        </a:rPr>
                        <a:t>Role</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Full compiler suite</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Frontend compiler</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Backend + optimizer infrastructure</a:t>
                      </a:r>
                      <a:endParaRPr b="0" lang="en-US" sz="1200" spc="-1" strike="noStrike">
                        <a:solidFill>
                          <a:srgbClr val="000000"/>
                        </a:solidFill>
                        <a:latin typeface="Times New Roman"/>
                      </a:endParaRPr>
                    </a:p>
                    <a:p>
                      <a:pPr>
                        <a:lnSpc>
                          <a:spcPct val="100000"/>
                        </a:lnSpc>
                      </a:pP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Maintained by</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GNU Project</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LLVM Project (mostly Apple, Meta, etc.)</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LLVM Project</a:t>
                      </a:r>
                      <a:endParaRPr b="0" lang="en-US" sz="1200" spc="-1" strike="noStrike">
                        <a:solidFill>
                          <a:srgbClr val="000000"/>
                        </a:solidFill>
                        <a:latin typeface="Times New Roman"/>
                      </a:endParaRPr>
                    </a:p>
                    <a:p>
                      <a:pPr>
                        <a:lnSpc>
                          <a:spcPct val="100000"/>
                        </a:lnSpc>
                      </a:pP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200" spc="-1" strike="noStrike">
                          <a:solidFill>
                            <a:srgbClr val="000000"/>
                          </a:solidFill>
                          <a:latin typeface="Arial"/>
                        </a:rPr>
                        <a:t>Language support</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C, C++, Fortran, Go, Ada, more</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C, C++, Objective-C/C++</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Language-agnostic</a:t>
                      </a:r>
                      <a:endParaRPr b="0" lang="en-US" sz="1200" spc="-1" strike="noStrike">
                        <a:solidFill>
                          <a:srgbClr val="000000"/>
                        </a:solidFill>
                        <a:latin typeface="Times New Roman"/>
                      </a:endParaRPr>
                    </a:p>
                    <a:p>
                      <a:pPr>
                        <a:lnSpc>
                          <a:spcPct val="100000"/>
                        </a:lnSpc>
                      </a:pP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Compilation speed</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Slightly slowe</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Faster</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N/A</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200" spc="-1" strike="noStrike">
                          <a:solidFill>
                            <a:srgbClr val="000000"/>
                          </a:solidFill>
                          <a:latin typeface="Arial"/>
                        </a:rPr>
                        <a:t>Output formats</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Native machine code</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LLVM IR → optimized/native code</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LLVM IR → optimized/native code</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License</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GPL (v3)</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BSD-like</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BSD-like</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200" spc="-1" strike="noStrike">
                          <a:solidFill>
                            <a:srgbClr val="000000"/>
                          </a:solidFill>
                          <a:latin typeface="Arial"/>
                        </a:rPr>
                        <a:t>Toolchain compatibility</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Standard in Linux</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Compatible with GCC tools</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Modular; used in many tools</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Cross-compilation</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Supported (more mature)</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Supported</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Backend-dependent</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200" spc="-1" strike="noStrike">
                          <a:solidFill>
                            <a:srgbClr val="000000"/>
                          </a:solidFill>
                          <a:latin typeface="Arial"/>
                        </a:rPr>
                        <a:t>Maturity</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Very mature</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Newer, but widely used</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Widely adopted, industry standard</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Use in industry</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Linux distros, embedded, HPC</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macOS/iOS, Chrome, Android, Rust</a:t>
                      </a: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Used by many compilers (e.g., Rust, Julia, Swift)</a:t>
                      </a:r>
                      <a:endParaRPr b="0" lang="en-US" sz="1200" spc="-1" strike="noStrike">
                        <a:solidFill>
                          <a:srgbClr val="000000"/>
                        </a:solidFill>
                        <a:latin typeface="Times New Roman"/>
                      </a:endParaRPr>
                    </a:p>
                    <a:p>
                      <a:pPr>
                        <a:lnSpc>
                          <a:spcPct val="100000"/>
                        </a:lnSpc>
                      </a:pPr>
                      <a:endParaRPr b="0" lang="en-US" sz="1200" spc="-1" strike="noStrike">
                        <a:solidFill>
                          <a:srgbClr val="000000"/>
                        </a:solidFill>
                        <a:latin typeface="Times New Roman"/>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837</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2022-08-20T05:34:43Z</dcterms:created>
  <dc:creator/>
  <dc:description/>
  <dc:language>en-IN</dc:language>
  <cp:lastModifiedBy/>
  <dcterms:modified xsi:type="dcterms:W3CDTF">2025-12-25T23:10:09Z</dcterms:modified>
  <cp:revision>53</cp:revision>
  <dc:subject/>
  <dc:title>Blue Curve</dc:title>
</cp:coreProperties>
</file>

<file path=docProps/custom.xml><?xml version="1.0" encoding="utf-8"?>
<Properties xmlns="http://schemas.openxmlformats.org/officeDocument/2006/custom-properties" xmlns:vt="http://schemas.openxmlformats.org/officeDocument/2006/docPropsVTypes"/>
</file>