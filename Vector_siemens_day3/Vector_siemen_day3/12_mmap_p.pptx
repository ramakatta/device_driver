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7.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45.xml.rels" ContentType="application/vnd.openxmlformats-package.relationships+xml"/>
  <Override PartName="/ppt/slideMasters/_rels/slideMaster10.xml.rels" ContentType="application/vnd.openxmlformats-package.relationships+xml"/>
  <Override PartName="/ppt/slideMasters/_rels/slideMaster47.xml.rels" ContentType="application/vnd.openxmlformats-package.relationships+xml"/>
  <Override PartName="/ppt/slideMasters/_rels/slideMaster5.xml.rels" ContentType="application/vnd.openxmlformats-package.relationships+xml"/>
  <Override PartName="/ppt/slideMasters/_rels/slideMaster40.xml.rels" ContentType="application/vnd.openxmlformats-package.relationships+xml"/>
  <Override PartName="/ppt/slideMasters/_rels/slideMaster46.xml.rels" ContentType="application/vnd.openxmlformats-package.relationships+xml"/>
  <Override PartName="/ppt/slideMasters/_rels/slideMaster11.xml.rels" ContentType="application/vnd.openxmlformats-package.relationships+xml"/>
  <Override PartName="/ppt/slideMasters/_rels/slideMaster48.xml.rels" ContentType="application/vnd.openxmlformats-package.relationships+xml"/>
  <Override PartName="/ppt/slideMasters/_rels/slideMaster2.xml.rels" ContentType="application/vnd.openxmlformats-package.relationships+xml"/>
  <Override PartName="/ppt/slideMasters/_rels/slideMaster6.xml.rels" ContentType="application/vnd.openxmlformats-package.relationships+xml"/>
  <Override PartName="/ppt/slideMasters/_rels/slideMaster41.xml.rels" ContentType="application/vnd.openxmlformats-package.relationships+xml"/>
  <Override PartName="/ppt/slideMasters/_rels/slideMaster12.xml.rels" ContentType="application/vnd.openxmlformats-package.relationships+xml"/>
  <Override PartName="/ppt/slideMasters/_rels/slideMaster28.xml.rels" ContentType="application/vnd.openxmlformats-package.relationships+xml"/>
  <Override PartName="/ppt/slideMasters/_rels/slideMaster30.xml.rels" ContentType="application/vnd.openxmlformats-package.relationships+xml"/>
  <Override PartName="/ppt/slideMasters/_rels/slideMaster43.xml.rels" ContentType="application/vnd.openxmlformats-package.relationships+xml"/>
  <Override PartName="/ppt/slideMasters/_rels/slideMaster8.xml.rels" ContentType="application/vnd.openxmlformats-package.relationships+xml"/>
  <Override PartName="/ppt/slideMasters/_rels/slideMaster26.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22.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1.xml.rels" ContentType="application/vnd.openxmlformats-package.relationships+xml"/>
  <Override PartName="/ppt/slideMasters/_rels/slideMaster9.xml.rels" ContentType="application/vnd.openxmlformats-package.relationships+xml"/>
  <Override PartName="/ppt/slideMasters/_rels/slideMaster44.xml.rels" ContentType="application/vnd.openxmlformats-package.relationships+xml"/>
  <Override PartName="/ppt/slideMasters/_rels/slideMaster13.xml.rels" ContentType="application/vnd.openxmlformats-package.relationships+xml"/>
  <Override PartName="/ppt/slideMasters/_rels/slideMaster32.xml.rels" ContentType="application/vnd.openxmlformats-package.relationships+xml"/>
  <Override PartName="/ppt/slideMasters/_rels/slideMaster33.xml.rels" ContentType="application/vnd.openxmlformats-package.relationships+xml"/>
  <Override PartName="/ppt/slideMasters/_rels/slideMaster34.xml.rels" ContentType="application/vnd.openxmlformats-package.relationships+xml"/>
  <Override PartName="/ppt/slideMasters/_rels/slideMaster35.xml.rels" ContentType="application/vnd.openxmlformats-package.relationships+xml"/>
  <Override PartName="/ppt/slideMasters/_rels/slideMaster36.xml.rels" ContentType="application/vnd.openxmlformats-package.relationships+xml"/>
  <Override PartName="/ppt/slideMasters/_rels/slideMaster37.xml.rels" ContentType="application/vnd.openxmlformats-package.relationships+xml"/>
  <Override PartName="/ppt/slideMasters/_rels/slideMaster38.xml.rels" ContentType="application/vnd.openxmlformats-package.relationships+xml"/>
  <Override PartName="/ppt/slideMasters/_rels/slideMaster39.xml.rels" ContentType="application/vnd.openxmlformats-package.relationships+xml"/>
  <Override PartName="/ppt/slideMasters/_rels/slideMaster7.xml.rels" ContentType="application/vnd.openxmlformats-package.relationships+xml"/>
  <Override PartName="/ppt/slideMasters/_rels/slideMaster42.xml.rels" ContentType="application/vnd.openxmlformats-package.relationships+xml"/>
  <Override PartName="/ppt/slideMasters/_rels/slideMaster31.xml.rels" ContentType="application/vnd.openxmlformats-package.relationships+xml"/>
  <Override PartName="/ppt/slideMasters/_rels/slideMaster29.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slideMaster9.xml" ContentType="application/vnd.openxmlformats-officedocument.presentationml.slideMaster+xml"/>
  <Override PartName="/ppt/slideMasters/slideMaster14.xml" ContentType="application/vnd.openxmlformats-officedocument.presentationml.slideMaster+xml"/>
  <Override PartName="/ppt/slideMasters/slideMaster8.xml" ContentType="application/vnd.openxmlformats-officedocument.presentationml.slideMaster+xml"/>
  <Override PartName="/ppt/slideMasters/slideMaster26.xml" ContentType="application/vnd.openxmlformats-officedocument.presentationml.slideMaster+xml"/>
  <Override PartName="/ppt/slideMasters/slideMaster1.xml" ContentType="application/vnd.openxmlformats-officedocument.presentationml.slideMaster+xml"/>
  <Override PartName="/ppt/slideMasters/slideMaster44.xml" ContentType="application/vnd.openxmlformats-officedocument.presentationml.slideMaster+xml"/>
  <Override PartName="/ppt/slideMasters/slideMaster13.xml" ContentType="application/vnd.openxmlformats-officedocument.presentationml.slideMaster+xml"/>
  <Override PartName="/ppt/slideMasters/slideMaster7.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40.xml" ContentType="application/vnd.openxmlformats-officedocument.presentationml.slideMaster+xml"/>
  <Override PartName="/ppt/slideMasters/slideMaster39.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31.xml" ContentType="application/vnd.openxmlformats-officedocument.presentationml.slideMaster+xml"/>
  <Override PartName="/ppt/slideMasters/slideMaster29.xml" ContentType="application/vnd.openxmlformats-officedocument.presentationml.slideMaster+xml"/>
  <Override PartName="/ppt/slideMasters/slideMaster43.xml" ContentType="application/vnd.openxmlformats-officedocument.presentationml.slideMaster+xml"/>
  <Override PartName="/ppt/slideMasters/slideMaster30.xml" ContentType="application/vnd.openxmlformats-officedocument.presentationml.slideMaster+xml"/>
  <Override PartName="/ppt/slideMasters/slideMaster28.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5.xml" ContentType="application/vnd.openxmlformats-officedocument.presentationml.slideMaster+xml"/>
  <Override PartName="/ppt/slideMasters/slideMaster48.xml" ContentType="application/vnd.openxmlformats-officedocument.presentationml.slideMaster+xml"/>
  <Override PartName="/ppt/slideMasters/slideMaster11.xml" ContentType="application/vnd.openxmlformats-officedocument.presentationml.slideMaster+xml"/>
  <Override PartName="/ppt/slideMasters/slideMaster3.xml" ContentType="application/vnd.openxmlformats-officedocument.presentationml.slideMaster+xml"/>
  <Override PartName="/ppt/slideMasters/slideMaster46.xml" ContentType="application/vnd.openxmlformats-officedocument.presentationml.slideMaster+xml"/>
  <Override PartName="/ppt/slideMasters/slideMaster4.xml" ContentType="application/vnd.openxmlformats-officedocument.presentationml.slideMaster+xml"/>
  <Override PartName="/ppt/slideMasters/slideMaster47.xml" ContentType="application/vnd.openxmlformats-officedocument.presentationml.slideMaster+xml"/>
  <Override PartName="/ppt/slideMasters/slideMaster10.xml" ContentType="application/vnd.openxmlformats-officedocument.presentationml.slideMaster+xml"/>
  <Override PartName="/ppt/slideMasters/slideMaster45.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48.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40.xml" ContentType="application/vnd.openxmlformats-officedocument.theme+xml"/>
  <Override PartName="/ppt/theme/theme39.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7.xml" ContentType="application/vnd.openxmlformats-officedocument.theme+xml"/>
  <Override PartName="/ppt/theme/theme10.xml" ContentType="application/vnd.openxmlformats-officedocument.theme+xml"/>
  <Override PartName="/ppt/theme/theme36.xml" ContentType="application/vnd.openxmlformats-officedocument.theme+xml"/>
  <Override PartName="/ppt/theme/theme9.xml" ContentType="application/vnd.openxmlformats-officedocument.theme+xml"/>
  <Override PartName="/ppt/theme/theme46.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_rels/presentation.xml.rels" ContentType="application/vnd.openxmlformats-package.relationships+xml"/>
  <Override PartName="/ppt/media/image1.jpeg" ContentType="image/jpeg"/>
  <Override PartName="/ppt/media/image6.png" ContentType="image/png"/>
  <Override PartName="/ppt/media/image2.png" ContentType="image/png"/>
  <Override PartName="/ppt/media/image3.png" ContentType="image/png"/>
  <Override PartName="/ppt/media/image4.png" ContentType="image/png"/>
  <Override PartName="/ppt/media/image5.png" ContentType="image/png"/>
  <Override PartName="/ppt/slideLayouts/slideLayout22.xml" ContentType="application/vnd.openxmlformats-officedocument.presentationml.slideLayout+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47.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48.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8.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36.xml.rels" ContentType="application/vnd.openxmlformats-package.relationships+xml"/>
  <Override PartName="/ppt/slideLayouts/_rels/slideLayout24.xml.rels" ContentType="application/vnd.openxmlformats-package.relationships+xml"/>
  <Override PartName="/ppt/slideLayouts/_rels/slideLayout27.xml.rels" ContentType="application/vnd.openxmlformats-package.relationships+xml"/>
  <Override PartName="/ppt/slideLayouts/_rels/slideLayout39.xml.rels" ContentType="application/vnd.openxmlformats-package.relationships+xml"/>
  <Override PartName="/ppt/slideLayouts/_rels/slideLayout41.xml.rels" ContentType="application/vnd.openxmlformats-package.relationships+xml"/>
  <Override PartName="/ppt/slideLayouts/_rels/slideLayout35.xml.rels" ContentType="application/vnd.openxmlformats-package.relationships+xml"/>
  <Override PartName="/ppt/slideLayouts/_rels/slideLayout23.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33.xml.rels" ContentType="application/vnd.openxmlformats-package.relationships+xml"/>
  <Override PartName="/ppt/slideLayouts/_rels/slideLayout45.xml.rels" ContentType="application/vnd.openxmlformats-package.relationships+xml"/>
  <Override PartName="/ppt/slideLayouts/_rels/slideLayout34.xml.rels" ContentType="application/vnd.openxmlformats-package.relationships+xml"/>
  <Override PartName="/ppt/slideLayouts/_rels/slideLayout1.xml.rels" ContentType="application/vnd.openxmlformats-package.relationships+xml"/>
  <Override PartName="/ppt/slideLayouts/_rels/slideLayout46.xml.rels" ContentType="application/vnd.openxmlformats-package.relationships+xml"/>
  <Override PartName="/ppt/slideLayouts/_rels/slideLayout32.xml.rels" ContentType="application/vnd.openxmlformats-package.relationships+xml"/>
  <Override PartName="/ppt/slideLayouts/_rels/slideLayout31.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27.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33.xml" ContentType="application/vnd.openxmlformats-officedocument.presentationml.slideLayout+xml"/>
  <Override PartName="/ppt/slideLayouts/slideLayout9.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2.xml" ContentType="application/vnd.openxmlformats-officedocument.presentationml.slideLayout+xml"/>
  <Override PartName="/ppt/slideLayouts/slideLayout8.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28" r:id="rId42"/>
    <p:sldMasterId id="2147483730" r:id="rId43"/>
    <p:sldMasterId id="2147483732" r:id="rId44"/>
    <p:sldMasterId id="2147483734" r:id="rId45"/>
    <p:sldMasterId id="2147483736" r:id="rId46"/>
    <p:sldMasterId id="2147483738" r:id="rId47"/>
    <p:sldMasterId id="2147483740" r:id="rId48"/>
    <p:sldMasterId id="2147483742" r:id="rId49"/>
  </p:sldMasterIdLst>
  <p:sldIdLst>
    <p:sldId id="256" r:id="rId50"/>
    <p:sldId id="257" r:id="rId51"/>
    <p:sldId id="258" r:id="rId52"/>
    <p:sldId id="259" r:id="rId53"/>
    <p:sldId id="260" r:id="rId54"/>
    <p:sldId id="261" r:id="rId55"/>
    <p:sldId id="262" r:id="rId56"/>
    <p:sldId id="263" r:id="rId57"/>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slideMaster" Target="slideMasters/slideMaster43.xml"/><Relationship Id="rId45" Type="http://schemas.openxmlformats.org/officeDocument/2006/relationships/slideMaster" Target="slideMasters/slideMaster44.xml"/><Relationship Id="rId46" Type="http://schemas.openxmlformats.org/officeDocument/2006/relationships/slideMaster" Target="slideMasters/slideMaster45.xml"/><Relationship Id="rId47" Type="http://schemas.openxmlformats.org/officeDocument/2006/relationships/slideMaster" Target="slideMasters/slideMaster46.xml"/><Relationship Id="rId48" Type="http://schemas.openxmlformats.org/officeDocument/2006/relationships/slideMaster" Target="slideMasters/slideMaster47.xml"/><Relationship Id="rId49" Type="http://schemas.openxmlformats.org/officeDocument/2006/relationships/slideMaster" Target="slideMasters/slideMaster48.xml"/><Relationship Id="rId50" Type="http://schemas.openxmlformats.org/officeDocument/2006/relationships/slide" Target="slides/slide1.xml"/><Relationship Id="rId51" Type="http://schemas.openxmlformats.org/officeDocument/2006/relationships/slide" Target="slides/slide2.xml"/><Relationship Id="rId52" Type="http://schemas.openxmlformats.org/officeDocument/2006/relationships/slide" Target="slides/slide3.xml"/><Relationship Id="rId53" Type="http://schemas.openxmlformats.org/officeDocument/2006/relationships/slide" Target="slides/slide4.xml"/><Relationship Id="rId54" Type="http://schemas.openxmlformats.org/officeDocument/2006/relationships/slide" Target="slides/slide5.xml"/><Relationship Id="rId55" Type="http://schemas.openxmlformats.org/officeDocument/2006/relationships/slide" Target="slides/slide6.xml"/><Relationship Id="rId56" Type="http://schemas.openxmlformats.org/officeDocument/2006/relationships/slide" Target="slides/slide7.xml"/><Relationship Id="rId57" Type="http://schemas.openxmlformats.org/officeDocument/2006/relationships/slide" Target="slides/slide8.xml"/><Relationship Id="rId5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2.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3.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5.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6.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 name="PlaceHolder 2"/>
          <p:cNvSpPr>
            <a:spLocks noGrp="1"/>
          </p:cNvSpPr>
          <p:nvPr>
            <p:ph/>
          </p:nvPr>
        </p:nvSpPr>
        <p:spPr>
          <a:xfrm>
            <a:off x="50400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 name="PlaceHolder 4"/>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17C0FAA6-D8F9-4365-BBDA-291A35FAEA30}"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4"/>
          <p:cNvSpPr>
            <a:spLocks noGrp="1"/>
          </p:cNvSpPr>
          <p:nvPr>
            <p:ph/>
          </p:nvPr>
        </p:nvSpPr>
        <p:spPr>
          <a:xfrm>
            <a:off x="504000" y="4059000"/>
            <a:ext cx="907128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ACF4C46A-D0EA-40D4-9DB9-3B61C0BFA30D}"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504000" y="1769040"/>
            <a:ext cx="907128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504000" y="4059000"/>
            <a:ext cx="907128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932368B2-BBF3-442D-A526-F0111F32D092}"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7" name="PlaceHolder 5"/>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C49FC12E-7F88-4AFE-8FEC-28F5EF422DF7}" type="slidenum">
              <a:t>&lt;#&gt;</a:t>
            </a:fld>
          </a:p>
        </p:txBody>
      </p:sp>
      <p:sp>
        <p:nvSpPr>
          <p:cNvPr id="9" name="PlaceHolder 8"/>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96D5EBDF-3A71-4336-9A63-99B80C7D2551}"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1121FC9E-8591-4279-A627-7FF1F05DA47E}"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8"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9" name="PlaceHolder 2"/>
          <p:cNvSpPr>
            <a:spLocks noGrp="1"/>
          </p:cNvSpPr>
          <p:nvPr>
            <p:ph/>
          </p:nvPr>
        </p:nvSpPr>
        <p:spPr>
          <a:xfrm>
            <a:off x="504000" y="1769040"/>
            <a:ext cx="907128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7D25C7CE-1BB0-4DDA-9907-DDDD59F29705}"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7" name="PlaceHolder 2"/>
          <p:cNvSpPr>
            <a:spLocks noGrp="1"/>
          </p:cNvSpPr>
          <p:nvPr>
            <p:ph/>
          </p:nvPr>
        </p:nvSpPr>
        <p:spPr>
          <a:xfrm>
            <a:off x="504000" y="1769040"/>
            <a:ext cx="907128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835D2678-3C1F-4807-98A2-8A2609C94CB8}"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6" name="PlaceHolder 2"/>
          <p:cNvSpPr>
            <a:spLocks noGrp="1"/>
          </p:cNvSpPr>
          <p:nvPr>
            <p:ph/>
          </p:nvPr>
        </p:nvSpPr>
        <p:spPr>
          <a:xfrm>
            <a:off x="50400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7" name="PlaceHolder 3"/>
          <p:cNvSpPr>
            <a:spLocks noGrp="1"/>
          </p:cNvSpPr>
          <p:nvPr>
            <p:ph/>
          </p:nvPr>
        </p:nvSpPr>
        <p:spPr>
          <a:xfrm>
            <a:off x="515232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5"/>
          </p:nvPr>
        </p:nvSpPr>
        <p:spPr/>
        <p:txBody>
          <a:bodyPr/>
          <a:p>
            <a:r>
              <a:t>Footer</a:t>
            </a:r>
          </a:p>
        </p:txBody>
      </p:sp>
      <p:sp>
        <p:nvSpPr>
          <p:cNvPr id="6" name="PlaceHolder 5"/>
          <p:cNvSpPr>
            <a:spLocks noGrp="1"/>
          </p:cNvSpPr>
          <p:nvPr>
            <p:ph type="sldNum" idx="26"/>
          </p:nvPr>
        </p:nvSpPr>
        <p:spPr/>
        <p:txBody>
          <a:bodyPr/>
          <a:p>
            <a:fld id="{6DAD14B9-12ED-4E40-91D1-69E3DD3D5077}" type="slidenum">
              <a:t>&lt;#&gt;</a:t>
            </a:fld>
          </a:p>
        </p:txBody>
      </p:sp>
      <p:sp>
        <p:nvSpPr>
          <p:cNvPr id="7" name="PlaceHolder 6"/>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8"/>
          </p:nvPr>
        </p:nvSpPr>
        <p:spPr/>
        <p:txBody>
          <a:bodyPr/>
          <a:p>
            <a:r>
              <a:t>Footer</a:t>
            </a:r>
          </a:p>
        </p:txBody>
      </p:sp>
      <p:sp>
        <p:nvSpPr>
          <p:cNvPr id="4" name="PlaceHolder 3"/>
          <p:cNvSpPr>
            <a:spLocks noGrp="1"/>
          </p:cNvSpPr>
          <p:nvPr>
            <p:ph type="sldNum" idx="29"/>
          </p:nvPr>
        </p:nvSpPr>
        <p:spPr/>
        <p:txBody>
          <a:bodyPr/>
          <a:p>
            <a:fld id="{F5F2E2FC-30BE-4965-9B00-2E0D24D87487}" type="slidenum">
              <a:t>&lt;#&gt;</a:t>
            </a:fld>
          </a:p>
        </p:txBody>
      </p:sp>
      <p:sp>
        <p:nvSpPr>
          <p:cNvPr id="5" name="PlaceHolder 4"/>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entered Text">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7242C01A-5492-4DB0-B720-4EE9D13D5AC9}"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8"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9" name="PlaceHolder 3"/>
          <p:cNvSpPr>
            <a:spLocks noGrp="1"/>
          </p:cNvSpPr>
          <p:nvPr>
            <p:ph/>
          </p:nvPr>
        </p:nvSpPr>
        <p:spPr>
          <a:xfrm>
            <a:off x="515232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0"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4"/>
          </p:nvPr>
        </p:nvSpPr>
        <p:spPr/>
        <p:txBody>
          <a:bodyPr/>
          <a:p>
            <a:r>
              <a:t>Footer</a:t>
            </a:r>
          </a:p>
        </p:txBody>
      </p:sp>
      <p:sp>
        <p:nvSpPr>
          <p:cNvPr id="7" name="PlaceHolder 6"/>
          <p:cNvSpPr>
            <a:spLocks noGrp="1"/>
          </p:cNvSpPr>
          <p:nvPr>
            <p:ph type="sldNum" idx="35"/>
          </p:nvPr>
        </p:nvSpPr>
        <p:spPr/>
        <p:txBody>
          <a:bodyPr/>
          <a:p>
            <a:fld id="{9B4969A3-2E5A-4C73-8594-204A6FE8D35F}" type="slidenum">
              <a:t>&lt;#&gt;</a:t>
            </a:fld>
          </a:p>
        </p:txBody>
      </p:sp>
      <p:sp>
        <p:nvSpPr>
          <p:cNvPr id="8" name="PlaceHolder 7"/>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120"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1"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2"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3" name="PlaceHolder 4"/>
          <p:cNvSpPr>
            <a:spLocks noGrp="1"/>
          </p:cNvSpPr>
          <p:nvPr>
            <p:ph/>
          </p:nvPr>
        </p:nvSpPr>
        <p:spPr>
          <a:xfrm>
            <a:off x="504000" y="4059000"/>
            <a:ext cx="907128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7"/>
          </p:nvPr>
        </p:nvSpPr>
        <p:spPr/>
        <p:txBody>
          <a:bodyPr/>
          <a:p>
            <a:r>
              <a:t>Footer</a:t>
            </a:r>
          </a:p>
        </p:txBody>
      </p:sp>
      <p:sp>
        <p:nvSpPr>
          <p:cNvPr id="7" name="PlaceHolder 6"/>
          <p:cNvSpPr>
            <a:spLocks noGrp="1"/>
          </p:cNvSpPr>
          <p:nvPr>
            <p:ph type="sldNum" idx="38"/>
          </p:nvPr>
        </p:nvSpPr>
        <p:spPr/>
        <p:txBody>
          <a:bodyPr/>
          <a:p>
            <a:fld id="{93870325-9D55-41FA-AE1C-C195FDA0C774}" type="slidenum">
              <a:t>&lt;#&gt;</a:t>
            </a:fld>
          </a:p>
        </p:txBody>
      </p:sp>
      <p:sp>
        <p:nvSpPr>
          <p:cNvPr id="8" name="PlaceHolder 7"/>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132"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3" name="PlaceHolder 2"/>
          <p:cNvSpPr>
            <a:spLocks noGrp="1"/>
          </p:cNvSpPr>
          <p:nvPr>
            <p:ph/>
          </p:nvPr>
        </p:nvSpPr>
        <p:spPr>
          <a:xfrm>
            <a:off x="504000" y="1769040"/>
            <a:ext cx="907128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4" name="PlaceHolder 3"/>
          <p:cNvSpPr>
            <a:spLocks noGrp="1"/>
          </p:cNvSpPr>
          <p:nvPr>
            <p:ph/>
          </p:nvPr>
        </p:nvSpPr>
        <p:spPr>
          <a:xfrm>
            <a:off x="504000" y="4059000"/>
            <a:ext cx="907128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0"/>
          </p:nvPr>
        </p:nvSpPr>
        <p:spPr/>
        <p:txBody>
          <a:bodyPr/>
          <a:p>
            <a:r>
              <a:t>Footer</a:t>
            </a:r>
          </a:p>
        </p:txBody>
      </p:sp>
      <p:sp>
        <p:nvSpPr>
          <p:cNvPr id="6" name="PlaceHolder 5"/>
          <p:cNvSpPr>
            <a:spLocks noGrp="1"/>
          </p:cNvSpPr>
          <p:nvPr>
            <p:ph type="sldNum" idx="41"/>
          </p:nvPr>
        </p:nvSpPr>
        <p:spPr/>
        <p:txBody>
          <a:bodyPr/>
          <a:p>
            <a:fld id="{14CBFF80-BADE-42FA-AD61-DBE4ACB75ED7}" type="slidenum">
              <a:t>&lt;#&gt;</a:t>
            </a:fld>
          </a:p>
        </p:txBody>
      </p:sp>
      <p:sp>
        <p:nvSpPr>
          <p:cNvPr id="7" name="PlaceHolder 6"/>
          <p:cNvSpPr>
            <a:spLocks noGrp="1"/>
          </p:cNvSpPr>
          <p:nvPr>
            <p:ph type="dt" idx="4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145"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6"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7"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8"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9" name="PlaceHolder 5"/>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3"/>
          </p:nvPr>
        </p:nvSpPr>
        <p:spPr/>
        <p:txBody>
          <a:bodyPr/>
          <a:p>
            <a:r>
              <a:t>Footer</a:t>
            </a:r>
          </a:p>
        </p:txBody>
      </p:sp>
      <p:sp>
        <p:nvSpPr>
          <p:cNvPr id="8" name="PlaceHolder 7"/>
          <p:cNvSpPr>
            <a:spLocks noGrp="1"/>
          </p:cNvSpPr>
          <p:nvPr>
            <p:ph type="sldNum" idx="44"/>
          </p:nvPr>
        </p:nvSpPr>
        <p:spPr/>
        <p:txBody>
          <a:bodyPr/>
          <a:p>
            <a:fld id="{B255FE07-3DDE-42D8-B028-3D400C6B6052}" type="slidenum">
              <a:t>&lt;#&gt;</a:t>
            </a:fld>
          </a:p>
        </p:txBody>
      </p:sp>
      <p:sp>
        <p:nvSpPr>
          <p:cNvPr id="9" name="PlaceHolder 8"/>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20396315-64D4-44AB-9D9B-35822109DDE9}" type="slidenum">
              <a:t>&lt;#&gt;</a:t>
            </a:fld>
          </a:p>
        </p:txBody>
      </p:sp>
      <p:sp>
        <p:nvSpPr>
          <p:cNvPr id="4" name="PlaceHolder 3"/>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552E8C9B-CB24-432D-B647-E317C582E362}" type="slidenum">
              <a:t>&lt;#&gt;</a:t>
            </a:fld>
          </a:p>
        </p:txBody>
      </p:sp>
      <p:sp>
        <p:nvSpPr>
          <p:cNvPr id="4" name="PlaceHolder 3"/>
          <p:cNvSpPr>
            <a:spLocks noGrp="1"/>
          </p:cNvSpPr>
          <p:nvPr>
            <p:ph type="dt" idx="51"/>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173"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4" name="PlaceHolder 2"/>
          <p:cNvSpPr>
            <a:spLocks noGrp="1"/>
          </p:cNvSpPr>
          <p:nvPr>
            <p:ph/>
          </p:nvPr>
        </p:nvSpPr>
        <p:spPr>
          <a:xfrm>
            <a:off x="504000" y="1769040"/>
            <a:ext cx="907128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16437D21-D8F0-4A0D-A172-39E72F77FD32}" type="slidenum">
              <a:t>&lt;#&gt;</a:t>
            </a:fld>
          </a:p>
        </p:txBody>
      </p:sp>
      <p:sp>
        <p:nvSpPr>
          <p:cNvPr id="6" name="PlaceHolder 5"/>
          <p:cNvSpPr>
            <a:spLocks noGrp="1"/>
          </p:cNvSpPr>
          <p:nvPr>
            <p:ph type="dt" idx="5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82"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3" name="PlaceHolder 2"/>
          <p:cNvSpPr>
            <a:spLocks noGrp="1"/>
          </p:cNvSpPr>
          <p:nvPr>
            <p:ph/>
          </p:nvPr>
        </p:nvSpPr>
        <p:spPr>
          <a:xfrm>
            <a:off x="504000" y="1769040"/>
            <a:ext cx="907128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B6C1788A-0284-477A-BF1F-3AA244A4CEF0}" type="slidenum">
              <a:t>&lt;#&gt;</a:t>
            </a:fld>
          </a:p>
        </p:txBody>
      </p:sp>
      <p:sp>
        <p:nvSpPr>
          <p:cNvPr id="6" name="PlaceHolder 5"/>
          <p:cNvSpPr>
            <a:spLocks noGrp="1"/>
          </p:cNvSpPr>
          <p:nvPr>
            <p:ph type="dt" idx="57"/>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192"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3" name="PlaceHolder 2"/>
          <p:cNvSpPr>
            <a:spLocks noGrp="1"/>
          </p:cNvSpPr>
          <p:nvPr>
            <p:ph/>
          </p:nvPr>
        </p:nvSpPr>
        <p:spPr>
          <a:xfrm>
            <a:off x="50400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4" name="PlaceHolder 3"/>
          <p:cNvSpPr>
            <a:spLocks noGrp="1"/>
          </p:cNvSpPr>
          <p:nvPr>
            <p:ph/>
          </p:nvPr>
        </p:nvSpPr>
        <p:spPr>
          <a:xfrm>
            <a:off x="515232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58"/>
          </p:nvPr>
        </p:nvSpPr>
        <p:spPr/>
        <p:txBody>
          <a:bodyPr/>
          <a:p>
            <a:r>
              <a:t>Footer</a:t>
            </a:r>
          </a:p>
        </p:txBody>
      </p:sp>
      <p:sp>
        <p:nvSpPr>
          <p:cNvPr id="6" name="PlaceHolder 5"/>
          <p:cNvSpPr>
            <a:spLocks noGrp="1"/>
          </p:cNvSpPr>
          <p:nvPr>
            <p:ph type="sldNum" idx="59"/>
          </p:nvPr>
        </p:nvSpPr>
        <p:spPr/>
        <p:txBody>
          <a:bodyPr/>
          <a:p>
            <a:fld id="{C0658B20-C6BC-464E-B67F-74DD59F96B67}" type="slidenum">
              <a:t>&lt;#&gt;</a:t>
            </a:fld>
          </a:p>
        </p:txBody>
      </p:sp>
      <p:sp>
        <p:nvSpPr>
          <p:cNvPr id="7" name="PlaceHolder 6"/>
          <p:cNvSpPr>
            <a:spLocks noGrp="1"/>
          </p:cNvSpPr>
          <p:nvPr>
            <p:ph type="dt" idx="60"/>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201"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61"/>
          </p:nvPr>
        </p:nvSpPr>
        <p:spPr/>
        <p:txBody>
          <a:bodyPr/>
          <a:p>
            <a:r>
              <a:t>Footer</a:t>
            </a:r>
          </a:p>
        </p:txBody>
      </p:sp>
      <p:sp>
        <p:nvSpPr>
          <p:cNvPr id="4" name="PlaceHolder 3"/>
          <p:cNvSpPr>
            <a:spLocks noGrp="1"/>
          </p:cNvSpPr>
          <p:nvPr>
            <p:ph type="sldNum" idx="62"/>
          </p:nvPr>
        </p:nvSpPr>
        <p:spPr/>
        <p:txBody>
          <a:bodyPr/>
          <a:p>
            <a:fld id="{E9F7C070-D80E-43D1-ABF9-66F6705E78CD}" type="slidenum">
              <a:t>&lt;#&gt;</a:t>
            </a:fld>
          </a:p>
        </p:txBody>
      </p:sp>
      <p:sp>
        <p:nvSpPr>
          <p:cNvPr id="5" name="PlaceHolder 4"/>
          <p:cNvSpPr>
            <a:spLocks noGrp="1"/>
          </p:cNvSpPr>
          <p:nvPr>
            <p:ph type="dt" idx="63"/>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9">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p>
            <a:r>
              <a:t>Footer</a:t>
            </a:r>
          </a:p>
        </p:txBody>
      </p:sp>
      <p:sp>
        <p:nvSpPr>
          <p:cNvPr id="3" name="PlaceHolder 2"/>
          <p:cNvSpPr>
            <a:spLocks noGrp="1"/>
          </p:cNvSpPr>
          <p:nvPr>
            <p:ph type="sldNum" idx="65"/>
          </p:nvPr>
        </p:nvSpPr>
        <p:spPr/>
        <p:txBody>
          <a:bodyPr/>
          <a:p>
            <a:fld id="{E9F1F61E-56B9-413B-A78D-C44426C70F3C}" type="slidenum">
              <a:t>&lt;#&gt;</a:t>
            </a:fld>
          </a:p>
        </p:txBody>
      </p:sp>
      <p:sp>
        <p:nvSpPr>
          <p:cNvPr id="4" name="PlaceHolder 3"/>
          <p:cNvSpPr>
            <a:spLocks noGrp="1"/>
          </p:cNvSpPr>
          <p:nvPr>
            <p:ph type="dt" idx="6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216"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7"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8" name="PlaceHolder 3"/>
          <p:cNvSpPr>
            <a:spLocks noGrp="1"/>
          </p:cNvSpPr>
          <p:nvPr>
            <p:ph/>
          </p:nvPr>
        </p:nvSpPr>
        <p:spPr>
          <a:xfrm>
            <a:off x="515232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9"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7"/>
          </p:nvPr>
        </p:nvSpPr>
        <p:spPr/>
        <p:txBody>
          <a:bodyPr/>
          <a:p>
            <a:r>
              <a:t>Footer</a:t>
            </a:r>
          </a:p>
        </p:txBody>
      </p:sp>
      <p:sp>
        <p:nvSpPr>
          <p:cNvPr id="7" name="PlaceHolder 6"/>
          <p:cNvSpPr>
            <a:spLocks noGrp="1"/>
          </p:cNvSpPr>
          <p:nvPr>
            <p:ph type="sldNum" idx="68"/>
          </p:nvPr>
        </p:nvSpPr>
        <p:spPr/>
        <p:txBody>
          <a:bodyPr/>
          <a:p>
            <a:fld id="{7333FC1A-571D-4ADE-9438-D136448CEC81}" type="slidenum">
              <a:t>&lt;#&gt;</a:t>
            </a:fld>
          </a:p>
        </p:txBody>
      </p:sp>
      <p:sp>
        <p:nvSpPr>
          <p:cNvPr id="8" name="PlaceHolder 7"/>
          <p:cNvSpPr>
            <a:spLocks noGrp="1"/>
          </p:cNvSpPr>
          <p:nvPr>
            <p:ph type="dt" idx="69"/>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229"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0" name="PlaceHolder 2"/>
          <p:cNvSpPr>
            <a:spLocks noGrp="1"/>
          </p:cNvSpPr>
          <p:nvPr>
            <p:ph/>
          </p:nvPr>
        </p:nvSpPr>
        <p:spPr>
          <a:xfrm>
            <a:off x="50400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1"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2" name="PlaceHolder 4"/>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0"/>
          </p:nvPr>
        </p:nvSpPr>
        <p:spPr/>
        <p:txBody>
          <a:bodyPr/>
          <a:p>
            <a:r>
              <a:t>Footer</a:t>
            </a:r>
          </a:p>
        </p:txBody>
      </p:sp>
      <p:sp>
        <p:nvSpPr>
          <p:cNvPr id="7" name="PlaceHolder 6"/>
          <p:cNvSpPr>
            <a:spLocks noGrp="1"/>
          </p:cNvSpPr>
          <p:nvPr>
            <p:ph type="sldNum" idx="71"/>
          </p:nvPr>
        </p:nvSpPr>
        <p:spPr/>
        <p:txBody>
          <a:bodyPr/>
          <a:p>
            <a:fld id="{CE3B1502-6A13-4079-9C50-F98D991B5A0D}" type="slidenum">
              <a:t>&lt;#&gt;</a:t>
            </a:fld>
          </a:p>
        </p:txBody>
      </p:sp>
      <p:sp>
        <p:nvSpPr>
          <p:cNvPr id="8" name="PlaceHolder 7"/>
          <p:cNvSpPr>
            <a:spLocks noGrp="1"/>
          </p:cNvSpPr>
          <p:nvPr>
            <p:ph type="dt" idx="72"/>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2">
    <p:spTree>
      <p:nvGrpSpPr>
        <p:cNvPr id="1" name=""/>
        <p:cNvGrpSpPr/>
        <p:nvPr/>
      </p:nvGrpSpPr>
      <p:grpSpPr>
        <a:xfrm>
          <a:off x="0" y="0"/>
          <a:ext cx="0" cy="0"/>
          <a:chOff x="0" y="0"/>
          <a:chExt cx="0" cy="0"/>
        </a:xfrm>
      </p:grpSpPr>
      <p:sp>
        <p:nvSpPr>
          <p:cNvPr id="237"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8"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9"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0" name="PlaceHolder 4"/>
          <p:cNvSpPr>
            <a:spLocks noGrp="1"/>
          </p:cNvSpPr>
          <p:nvPr>
            <p:ph/>
          </p:nvPr>
        </p:nvSpPr>
        <p:spPr>
          <a:xfrm>
            <a:off x="504000" y="4059000"/>
            <a:ext cx="907128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3">
    <p:spTree>
      <p:nvGrpSpPr>
        <p:cNvPr id="1" name=""/>
        <p:cNvGrpSpPr/>
        <p:nvPr/>
      </p:nvGrpSpPr>
      <p:grpSpPr>
        <a:xfrm>
          <a:off x="0" y="0"/>
          <a:ext cx="0" cy="0"/>
          <a:chOff x="0" y="0"/>
          <a:chExt cx="0" cy="0"/>
        </a:xfrm>
      </p:grpSpPr>
      <p:sp>
        <p:nvSpPr>
          <p:cNvPr id="244"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5" name="PlaceHolder 2"/>
          <p:cNvSpPr>
            <a:spLocks noGrp="1"/>
          </p:cNvSpPr>
          <p:nvPr>
            <p:ph/>
          </p:nvPr>
        </p:nvSpPr>
        <p:spPr>
          <a:xfrm>
            <a:off x="504000" y="1769040"/>
            <a:ext cx="907128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6" name="PlaceHolder 3"/>
          <p:cNvSpPr>
            <a:spLocks noGrp="1"/>
          </p:cNvSpPr>
          <p:nvPr>
            <p:ph/>
          </p:nvPr>
        </p:nvSpPr>
        <p:spPr>
          <a:xfrm>
            <a:off x="504000" y="4059000"/>
            <a:ext cx="907128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4">
    <p:spTree>
      <p:nvGrpSpPr>
        <p:cNvPr id="1" name=""/>
        <p:cNvGrpSpPr/>
        <p:nvPr/>
      </p:nvGrpSpPr>
      <p:grpSpPr>
        <a:xfrm>
          <a:off x="0" y="0"/>
          <a:ext cx="0" cy="0"/>
          <a:chOff x="0" y="0"/>
          <a:chExt cx="0" cy="0"/>
        </a:xfrm>
      </p:grpSpPr>
      <p:sp>
        <p:nvSpPr>
          <p:cNvPr id="252"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3"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4"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5"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6" name="PlaceHolder 5"/>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7">
    <p:spTree>
      <p:nvGrpSpPr>
        <p:cNvPr id="1" name=""/>
        <p:cNvGrpSpPr/>
        <p:nvPr/>
      </p:nvGrpSpPr>
      <p:grpSpPr>
        <a:xfrm>
          <a:off x="0" y="0"/>
          <a:ext cx="0" cy="0"/>
          <a:chOff x="0" y="0"/>
          <a:chExt cx="0" cy="0"/>
        </a:xfrm>
      </p:grpSpPr>
      <p:sp>
        <p:nvSpPr>
          <p:cNvPr id="267"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8" name="PlaceHolder 2"/>
          <p:cNvSpPr>
            <a:spLocks noGrp="1"/>
          </p:cNvSpPr>
          <p:nvPr>
            <p:ph/>
          </p:nvPr>
        </p:nvSpPr>
        <p:spPr>
          <a:xfrm>
            <a:off x="504000" y="1769040"/>
            <a:ext cx="907128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8">
    <p:spTree>
      <p:nvGrpSpPr>
        <p:cNvPr id="1" name=""/>
        <p:cNvGrpSpPr/>
        <p:nvPr/>
      </p:nvGrpSpPr>
      <p:grpSpPr>
        <a:xfrm>
          <a:off x="0" y="0"/>
          <a:ext cx="0" cy="0"/>
          <a:chOff x="0" y="0"/>
          <a:chExt cx="0" cy="0"/>
        </a:xfrm>
      </p:grpSpPr>
      <p:sp>
        <p:nvSpPr>
          <p:cNvPr id="271"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2" name="PlaceHolder 2"/>
          <p:cNvSpPr>
            <a:spLocks noGrp="1"/>
          </p:cNvSpPr>
          <p:nvPr>
            <p:ph/>
          </p:nvPr>
        </p:nvSpPr>
        <p:spPr>
          <a:xfrm>
            <a:off x="504000" y="1769040"/>
            <a:ext cx="907128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9">
    <p:spTree>
      <p:nvGrpSpPr>
        <p:cNvPr id="1" name=""/>
        <p:cNvGrpSpPr/>
        <p:nvPr/>
      </p:nvGrpSpPr>
      <p:grpSpPr>
        <a:xfrm>
          <a:off x="0" y="0"/>
          <a:ext cx="0" cy="0"/>
          <a:chOff x="0" y="0"/>
          <a:chExt cx="0" cy="0"/>
        </a:xfrm>
      </p:grpSpPr>
      <p:sp>
        <p:nvSpPr>
          <p:cNvPr id="276"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7" name="PlaceHolder 2"/>
          <p:cNvSpPr>
            <a:spLocks noGrp="1"/>
          </p:cNvSpPr>
          <p:nvPr>
            <p:ph/>
          </p:nvPr>
        </p:nvSpPr>
        <p:spPr>
          <a:xfrm>
            <a:off x="50400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8" name="PlaceHolder 3"/>
          <p:cNvSpPr>
            <a:spLocks noGrp="1"/>
          </p:cNvSpPr>
          <p:nvPr>
            <p:ph/>
          </p:nvPr>
        </p:nvSpPr>
        <p:spPr>
          <a:xfrm>
            <a:off x="515232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0">
    <p:spTree>
      <p:nvGrpSpPr>
        <p:cNvPr id="1" name=""/>
        <p:cNvGrpSpPr/>
        <p:nvPr/>
      </p:nvGrpSpPr>
      <p:grpSpPr>
        <a:xfrm>
          <a:off x="0" y="0"/>
          <a:ext cx="0" cy="0"/>
          <a:chOff x="0" y="0"/>
          <a:chExt cx="0" cy="0"/>
        </a:xfrm>
      </p:grpSpPr>
      <p:sp>
        <p:nvSpPr>
          <p:cNvPr id="280"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21">
    <p:spTree>
      <p:nvGrpSpPr>
        <p:cNvPr id="1" name=""/>
        <p:cNvGrpSpPr/>
        <p:nvPr/>
      </p:nvGrpSpPr>
      <p:grpSpPr>
        <a:xfrm>
          <a:off x="0" y="0"/>
          <a:ext cx="0" cy="0"/>
          <a:chOff x="0" y="0"/>
          <a:chExt cx="0" cy="0"/>
        </a:xfrm>
      </p:grpSpPr>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2">
    <p:spTree>
      <p:nvGrpSpPr>
        <p:cNvPr id="1" name=""/>
        <p:cNvGrpSpPr/>
        <p:nvPr/>
      </p:nvGrpSpPr>
      <p:grpSpPr>
        <a:xfrm>
          <a:off x="0" y="0"/>
          <a:ext cx="0" cy="0"/>
          <a:chOff x="0" y="0"/>
          <a:chExt cx="0" cy="0"/>
        </a:xfrm>
      </p:grpSpPr>
      <p:sp>
        <p:nvSpPr>
          <p:cNvPr id="285"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6"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7" name="PlaceHolder 3"/>
          <p:cNvSpPr>
            <a:spLocks noGrp="1"/>
          </p:cNvSpPr>
          <p:nvPr>
            <p:ph/>
          </p:nvPr>
        </p:nvSpPr>
        <p:spPr>
          <a:xfrm>
            <a:off x="515232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8"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23">
    <p:spTree>
      <p:nvGrpSpPr>
        <p:cNvPr id="1" name=""/>
        <p:cNvGrpSpPr/>
        <p:nvPr/>
      </p:nvGrpSpPr>
      <p:grpSpPr>
        <a:xfrm>
          <a:off x="0" y="0"/>
          <a:ext cx="0" cy="0"/>
          <a:chOff x="0" y="0"/>
          <a:chExt cx="0" cy="0"/>
        </a:xfrm>
      </p:grpSpPr>
      <p:sp>
        <p:nvSpPr>
          <p:cNvPr id="293"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4" name="PlaceHolder 2"/>
          <p:cNvSpPr>
            <a:spLocks noGrp="1"/>
          </p:cNvSpPr>
          <p:nvPr>
            <p:ph/>
          </p:nvPr>
        </p:nvSpPr>
        <p:spPr>
          <a:xfrm>
            <a:off x="50400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5"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6" name="PlaceHolder 4"/>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24">
    <p:spTree>
      <p:nvGrpSpPr>
        <p:cNvPr id="1" name=""/>
        <p:cNvGrpSpPr/>
        <p:nvPr/>
      </p:nvGrpSpPr>
      <p:grpSpPr>
        <a:xfrm>
          <a:off x="0" y="0"/>
          <a:ext cx="0" cy="0"/>
          <a:chOff x="0" y="0"/>
          <a:chExt cx="0" cy="0"/>
        </a:xfrm>
      </p:grpSpPr>
      <p:sp>
        <p:nvSpPr>
          <p:cNvPr id="306"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7"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8"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9" name="PlaceHolder 4"/>
          <p:cNvSpPr>
            <a:spLocks noGrp="1"/>
          </p:cNvSpPr>
          <p:nvPr>
            <p:ph/>
          </p:nvPr>
        </p:nvSpPr>
        <p:spPr>
          <a:xfrm>
            <a:off x="504000" y="4059000"/>
            <a:ext cx="907128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3"/>
          </p:nvPr>
        </p:nvSpPr>
        <p:spPr/>
        <p:txBody>
          <a:bodyPr/>
          <a:p>
            <a:r>
              <a:t>Footer</a:t>
            </a:r>
          </a:p>
        </p:txBody>
      </p:sp>
      <p:sp>
        <p:nvSpPr>
          <p:cNvPr id="7" name="PlaceHolder 6"/>
          <p:cNvSpPr>
            <a:spLocks noGrp="1"/>
          </p:cNvSpPr>
          <p:nvPr>
            <p:ph type="sldNum" idx="74"/>
          </p:nvPr>
        </p:nvSpPr>
        <p:spPr/>
        <p:txBody>
          <a:bodyPr/>
          <a:p>
            <a:fld id="{0306A9CB-7698-4D6B-8105-871C74EB31A8}" type="slidenum">
              <a:t>&lt;#&gt;</a:t>
            </a:fld>
          </a:p>
        </p:txBody>
      </p:sp>
      <p:sp>
        <p:nvSpPr>
          <p:cNvPr id="8" name="PlaceHolder 7"/>
          <p:cNvSpPr>
            <a:spLocks noGrp="1"/>
          </p:cNvSpPr>
          <p:nvPr>
            <p:ph type="dt" idx="75"/>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5">
    <p:spTree>
      <p:nvGrpSpPr>
        <p:cNvPr id="1" name=""/>
        <p:cNvGrpSpPr/>
        <p:nvPr/>
      </p:nvGrpSpPr>
      <p:grpSpPr>
        <a:xfrm>
          <a:off x="0" y="0"/>
          <a:ext cx="0" cy="0"/>
          <a:chOff x="0" y="0"/>
          <a:chExt cx="0" cy="0"/>
        </a:xfrm>
      </p:grpSpPr>
      <p:sp>
        <p:nvSpPr>
          <p:cNvPr id="318"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9" name="PlaceHolder 2"/>
          <p:cNvSpPr>
            <a:spLocks noGrp="1"/>
          </p:cNvSpPr>
          <p:nvPr>
            <p:ph/>
          </p:nvPr>
        </p:nvSpPr>
        <p:spPr>
          <a:xfrm>
            <a:off x="504000" y="1769040"/>
            <a:ext cx="907128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0" name="PlaceHolder 3"/>
          <p:cNvSpPr>
            <a:spLocks noGrp="1"/>
          </p:cNvSpPr>
          <p:nvPr>
            <p:ph/>
          </p:nvPr>
        </p:nvSpPr>
        <p:spPr>
          <a:xfrm>
            <a:off x="504000" y="4059000"/>
            <a:ext cx="907128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76"/>
          </p:nvPr>
        </p:nvSpPr>
        <p:spPr/>
        <p:txBody>
          <a:bodyPr/>
          <a:p>
            <a:r>
              <a:t>Footer</a:t>
            </a:r>
          </a:p>
        </p:txBody>
      </p:sp>
      <p:sp>
        <p:nvSpPr>
          <p:cNvPr id="6" name="PlaceHolder 5"/>
          <p:cNvSpPr>
            <a:spLocks noGrp="1"/>
          </p:cNvSpPr>
          <p:nvPr>
            <p:ph type="sldNum" idx="77"/>
          </p:nvPr>
        </p:nvSpPr>
        <p:spPr/>
        <p:txBody>
          <a:bodyPr/>
          <a:p>
            <a:fld id="{DB20FA23-F4FF-487A-A81E-215A14B2712B}" type="slidenum">
              <a:t>&lt;#&gt;</a:t>
            </a:fld>
          </a:p>
        </p:txBody>
      </p:sp>
      <p:sp>
        <p:nvSpPr>
          <p:cNvPr id="7" name="PlaceHolder 6"/>
          <p:cNvSpPr>
            <a:spLocks noGrp="1"/>
          </p:cNvSpPr>
          <p:nvPr>
            <p:ph type="dt" idx="78"/>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6">
    <p:spTree>
      <p:nvGrpSpPr>
        <p:cNvPr id="1" name=""/>
        <p:cNvGrpSpPr/>
        <p:nvPr/>
      </p:nvGrpSpPr>
      <p:grpSpPr>
        <a:xfrm>
          <a:off x="0" y="0"/>
          <a:ext cx="0" cy="0"/>
          <a:chOff x="0" y="0"/>
          <a:chExt cx="0" cy="0"/>
        </a:xfrm>
      </p:grpSpPr>
      <p:sp>
        <p:nvSpPr>
          <p:cNvPr id="331"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2"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3"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4"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5" name="PlaceHolder 5"/>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79"/>
          </p:nvPr>
        </p:nvSpPr>
        <p:spPr/>
        <p:txBody>
          <a:bodyPr/>
          <a:p>
            <a:r>
              <a:t>Footer</a:t>
            </a:r>
          </a:p>
        </p:txBody>
      </p:sp>
      <p:sp>
        <p:nvSpPr>
          <p:cNvPr id="8" name="PlaceHolder 7"/>
          <p:cNvSpPr>
            <a:spLocks noGrp="1"/>
          </p:cNvSpPr>
          <p:nvPr>
            <p:ph type="sldNum" idx="80"/>
          </p:nvPr>
        </p:nvSpPr>
        <p:spPr/>
        <p:txBody>
          <a:bodyPr/>
          <a:p>
            <a:fld id="{F6680C21-8DB9-4D5D-BA97-39ECC9B2FF5D}" type="slidenum">
              <a:t>&lt;#&gt;</a:t>
            </a:fld>
          </a:p>
        </p:txBody>
      </p:sp>
      <p:sp>
        <p:nvSpPr>
          <p:cNvPr id="9" name="PlaceHolder 8"/>
          <p:cNvSpPr>
            <a:spLocks noGrp="1"/>
          </p:cNvSpPr>
          <p:nvPr>
            <p:ph type="dt" idx="81"/>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7">
    <p:spTree>
      <p:nvGrpSpPr>
        <p:cNvPr id="1" name=""/>
        <p:cNvGrpSpPr/>
        <p:nvPr/>
      </p:nvGrpSpPr>
      <p:grpSpPr>
        <a:xfrm>
          <a:off x="0" y="0"/>
          <a:ext cx="0" cy="0"/>
          <a:chOff x="0" y="0"/>
          <a:chExt cx="0" cy="0"/>
        </a:xfrm>
      </p:grpSpPr>
      <p:sp>
        <p:nvSpPr>
          <p:cNvPr id="2" name="PlaceHolder 1"/>
          <p:cNvSpPr>
            <a:spLocks noGrp="1"/>
          </p:cNvSpPr>
          <p:nvPr>
            <p:ph type="ftr" idx="82"/>
          </p:nvPr>
        </p:nvSpPr>
        <p:spPr/>
        <p:txBody>
          <a:bodyPr/>
          <a:p>
            <a:r>
              <a:t>Footer</a:t>
            </a:r>
          </a:p>
        </p:txBody>
      </p:sp>
      <p:sp>
        <p:nvSpPr>
          <p:cNvPr id="3" name="PlaceHolder 2"/>
          <p:cNvSpPr>
            <a:spLocks noGrp="1"/>
          </p:cNvSpPr>
          <p:nvPr>
            <p:ph type="sldNum" idx="83"/>
          </p:nvPr>
        </p:nvSpPr>
        <p:spPr/>
        <p:txBody>
          <a:bodyPr/>
          <a:p>
            <a:fld id="{665ABC1E-F730-44EF-933D-73737E981132}" type="slidenum">
              <a:t>&lt;#&gt;</a:t>
            </a:fld>
          </a:p>
        </p:txBody>
      </p:sp>
      <p:sp>
        <p:nvSpPr>
          <p:cNvPr id="4" name="PlaceHolder 3"/>
          <p:cNvSpPr>
            <a:spLocks noGrp="1"/>
          </p:cNvSpPr>
          <p:nvPr>
            <p:ph type="dt" idx="84"/>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8">
    <p:spTree>
      <p:nvGrpSpPr>
        <p:cNvPr id="1" name=""/>
        <p:cNvGrpSpPr/>
        <p:nvPr/>
      </p:nvGrpSpPr>
      <p:grpSpPr>
        <a:xfrm>
          <a:off x="0" y="0"/>
          <a:ext cx="0" cy="0"/>
          <a:chOff x="0" y="0"/>
          <a:chExt cx="0" cy="0"/>
        </a:xfrm>
      </p:grpSpPr>
      <p:sp>
        <p:nvSpPr>
          <p:cNvPr id="2" name="PlaceHolder 1"/>
          <p:cNvSpPr>
            <a:spLocks noGrp="1"/>
          </p:cNvSpPr>
          <p:nvPr>
            <p:ph type="ftr" idx="85"/>
          </p:nvPr>
        </p:nvSpPr>
        <p:spPr/>
        <p:txBody>
          <a:bodyPr/>
          <a:p>
            <a:r>
              <a:t>Footer</a:t>
            </a:r>
          </a:p>
        </p:txBody>
      </p:sp>
      <p:sp>
        <p:nvSpPr>
          <p:cNvPr id="3" name="PlaceHolder 2"/>
          <p:cNvSpPr>
            <a:spLocks noGrp="1"/>
          </p:cNvSpPr>
          <p:nvPr>
            <p:ph type="sldNum" idx="86"/>
          </p:nvPr>
        </p:nvSpPr>
        <p:spPr/>
        <p:txBody>
          <a:bodyPr/>
          <a:p>
            <a:fld id="{BB7831D2-B624-4738-94A2-FD5B87D58C02}" type="slidenum">
              <a:t>&lt;#&gt;</a:t>
            </a:fld>
          </a:p>
        </p:txBody>
      </p:sp>
      <p:sp>
        <p:nvSpPr>
          <p:cNvPr id="4" name="PlaceHolder 3"/>
          <p:cNvSpPr>
            <a:spLocks noGrp="1"/>
          </p:cNvSpPr>
          <p:nvPr>
            <p:ph type="dt" idx="87"/>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9">
    <p:spTree>
      <p:nvGrpSpPr>
        <p:cNvPr id="1" name=""/>
        <p:cNvGrpSpPr/>
        <p:nvPr/>
      </p:nvGrpSpPr>
      <p:grpSpPr>
        <a:xfrm>
          <a:off x="0" y="0"/>
          <a:ext cx="0" cy="0"/>
          <a:chOff x="0" y="0"/>
          <a:chExt cx="0" cy="0"/>
        </a:xfrm>
      </p:grpSpPr>
      <p:sp>
        <p:nvSpPr>
          <p:cNvPr id="359"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60" name="PlaceHolder 2"/>
          <p:cNvSpPr>
            <a:spLocks noGrp="1"/>
          </p:cNvSpPr>
          <p:nvPr>
            <p:ph/>
          </p:nvPr>
        </p:nvSpPr>
        <p:spPr>
          <a:xfrm>
            <a:off x="504000" y="1769040"/>
            <a:ext cx="907128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88"/>
          </p:nvPr>
        </p:nvSpPr>
        <p:spPr/>
        <p:txBody>
          <a:bodyPr/>
          <a:p>
            <a:r>
              <a:t>Footer</a:t>
            </a:r>
          </a:p>
        </p:txBody>
      </p:sp>
      <p:sp>
        <p:nvSpPr>
          <p:cNvPr id="5" name="PlaceHolder 4"/>
          <p:cNvSpPr>
            <a:spLocks noGrp="1"/>
          </p:cNvSpPr>
          <p:nvPr>
            <p:ph type="sldNum" idx="89"/>
          </p:nvPr>
        </p:nvSpPr>
        <p:spPr/>
        <p:txBody>
          <a:bodyPr/>
          <a:p>
            <a:fld id="{5C19E205-9084-4B2F-9DAE-C1B14C1F6F76}" type="slidenum">
              <a:t>&lt;#&gt;</a:t>
            </a:fld>
          </a:p>
        </p:txBody>
      </p:sp>
      <p:sp>
        <p:nvSpPr>
          <p:cNvPr id="6" name="PlaceHolder 5"/>
          <p:cNvSpPr>
            <a:spLocks noGrp="1"/>
          </p:cNvSpPr>
          <p:nvPr>
            <p:ph type="dt" idx="90"/>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0">
    <p:spTree>
      <p:nvGrpSpPr>
        <p:cNvPr id="1" name=""/>
        <p:cNvGrpSpPr/>
        <p:nvPr/>
      </p:nvGrpSpPr>
      <p:grpSpPr>
        <a:xfrm>
          <a:off x="0" y="0"/>
          <a:ext cx="0" cy="0"/>
          <a:chOff x="0" y="0"/>
          <a:chExt cx="0" cy="0"/>
        </a:xfrm>
      </p:grpSpPr>
      <p:sp>
        <p:nvSpPr>
          <p:cNvPr id="368"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69" name="PlaceHolder 2"/>
          <p:cNvSpPr>
            <a:spLocks noGrp="1"/>
          </p:cNvSpPr>
          <p:nvPr>
            <p:ph/>
          </p:nvPr>
        </p:nvSpPr>
        <p:spPr>
          <a:xfrm>
            <a:off x="504000" y="1769040"/>
            <a:ext cx="907128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91"/>
          </p:nvPr>
        </p:nvSpPr>
        <p:spPr/>
        <p:txBody>
          <a:bodyPr/>
          <a:p>
            <a:r>
              <a:t>Footer</a:t>
            </a:r>
          </a:p>
        </p:txBody>
      </p:sp>
      <p:sp>
        <p:nvSpPr>
          <p:cNvPr id="5" name="PlaceHolder 4"/>
          <p:cNvSpPr>
            <a:spLocks noGrp="1"/>
          </p:cNvSpPr>
          <p:nvPr>
            <p:ph type="sldNum" idx="92"/>
          </p:nvPr>
        </p:nvSpPr>
        <p:spPr/>
        <p:txBody>
          <a:bodyPr/>
          <a:p>
            <a:fld id="{A96AF2DA-8147-44F9-92BE-6281ABA97E92}" type="slidenum">
              <a:t>&lt;#&gt;</a:t>
            </a:fld>
          </a:p>
        </p:txBody>
      </p:sp>
      <p:sp>
        <p:nvSpPr>
          <p:cNvPr id="6" name="PlaceHolder 5"/>
          <p:cNvSpPr>
            <a:spLocks noGrp="1"/>
          </p:cNvSpPr>
          <p:nvPr>
            <p:ph type="dt" idx="93"/>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31">
    <p:spTree>
      <p:nvGrpSpPr>
        <p:cNvPr id="1" name=""/>
        <p:cNvGrpSpPr/>
        <p:nvPr/>
      </p:nvGrpSpPr>
      <p:grpSpPr>
        <a:xfrm>
          <a:off x="0" y="0"/>
          <a:ext cx="0" cy="0"/>
          <a:chOff x="0" y="0"/>
          <a:chExt cx="0" cy="0"/>
        </a:xfrm>
      </p:grpSpPr>
      <p:sp>
        <p:nvSpPr>
          <p:cNvPr id="378"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79" name="PlaceHolder 2"/>
          <p:cNvSpPr>
            <a:spLocks noGrp="1"/>
          </p:cNvSpPr>
          <p:nvPr>
            <p:ph/>
          </p:nvPr>
        </p:nvSpPr>
        <p:spPr>
          <a:xfrm>
            <a:off x="50400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0" name="PlaceHolder 3"/>
          <p:cNvSpPr>
            <a:spLocks noGrp="1"/>
          </p:cNvSpPr>
          <p:nvPr>
            <p:ph/>
          </p:nvPr>
        </p:nvSpPr>
        <p:spPr>
          <a:xfrm>
            <a:off x="515232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94"/>
          </p:nvPr>
        </p:nvSpPr>
        <p:spPr/>
        <p:txBody>
          <a:bodyPr/>
          <a:p>
            <a:r>
              <a:t>Footer</a:t>
            </a:r>
          </a:p>
        </p:txBody>
      </p:sp>
      <p:sp>
        <p:nvSpPr>
          <p:cNvPr id="6" name="PlaceHolder 5"/>
          <p:cNvSpPr>
            <a:spLocks noGrp="1"/>
          </p:cNvSpPr>
          <p:nvPr>
            <p:ph type="sldNum" idx="95"/>
          </p:nvPr>
        </p:nvSpPr>
        <p:spPr/>
        <p:txBody>
          <a:bodyPr/>
          <a:p>
            <a:fld id="{97C97B78-229E-4CBF-8B50-68A7A0E32687}" type="slidenum">
              <a:t>&lt;#&gt;</a:t>
            </a:fld>
          </a:p>
        </p:txBody>
      </p:sp>
      <p:sp>
        <p:nvSpPr>
          <p:cNvPr id="7" name="PlaceHolder 6"/>
          <p:cNvSpPr>
            <a:spLocks noGrp="1"/>
          </p:cNvSpPr>
          <p:nvPr>
            <p:ph type="dt" idx="96"/>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2">
    <p:spTree>
      <p:nvGrpSpPr>
        <p:cNvPr id="1" name=""/>
        <p:cNvGrpSpPr/>
        <p:nvPr/>
      </p:nvGrpSpPr>
      <p:grpSpPr>
        <a:xfrm>
          <a:off x="0" y="0"/>
          <a:ext cx="0" cy="0"/>
          <a:chOff x="0" y="0"/>
          <a:chExt cx="0" cy="0"/>
        </a:xfrm>
      </p:grpSpPr>
      <p:sp>
        <p:nvSpPr>
          <p:cNvPr id="387"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97"/>
          </p:nvPr>
        </p:nvSpPr>
        <p:spPr/>
        <p:txBody>
          <a:bodyPr/>
          <a:p>
            <a:r>
              <a:t>Footer</a:t>
            </a:r>
          </a:p>
        </p:txBody>
      </p:sp>
      <p:sp>
        <p:nvSpPr>
          <p:cNvPr id="4" name="PlaceHolder 3"/>
          <p:cNvSpPr>
            <a:spLocks noGrp="1"/>
          </p:cNvSpPr>
          <p:nvPr>
            <p:ph type="sldNum" idx="98"/>
          </p:nvPr>
        </p:nvSpPr>
        <p:spPr/>
        <p:txBody>
          <a:bodyPr/>
          <a:p>
            <a:fld id="{C567796A-6967-49A3-A489-CF2FBDD13F7C}" type="slidenum">
              <a:t>&lt;#&gt;</a:t>
            </a:fld>
          </a:p>
        </p:txBody>
      </p:sp>
      <p:sp>
        <p:nvSpPr>
          <p:cNvPr id="5" name="PlaceHolder 4"/>
          <p:cNvSpPr>
            <a:spLocks noGrp="1"/>
          </p:cNvSpPr>
          <p:nvPr>
            <p:ph type="dt" idx="99"/>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33">
    <p:spTree>
      <p:nvGrpSpPr>
        <p:cNvPr id="1" name=""/>
        <p:cNvGrpSpPr/>
        <p:nvPr/>
      </p:nvGrpSpPr>
      <p:grpSpPr>
        <a:xfrm>
          <a:off x="0" y="0"/>
          <a:ext cx="0" cy="0"/>
          <a:chOff x="0" y="0"/>
          <a:chExt cx="0" cy="0"/>
        </a:xfrm>
      </p:grpSpPr>
      <p:sp>
        <p:nvSpPr>
          <p:cNvPr id="2" name="PlaceHolder 1"/>
          <p:cNvSpPr>
            <a:spLocks noGrp="1"/>
          </p:cNvSpPr>
          <p:nvPr>
            <p:ph type="ftr" idx="100"/>
          </p:nvPr>
        </p:nvSpPr>
        <p:spPr/>
        <p:txBody>
          <a:bodyPr/>
          <a:p>
            <a:r>
              <a:t>Footer</a:t>
            </a:r>
          </a:p>
        </p:txBody>
      </p:sp>
      <p:sp>
        <p:nvSpPr>
          <p:cNvPr id="3" name="PlaceHolder 2"/>
          <p:cNvSpPr>
            <a:spLocks noGrp="1"/>
          </p:cNvSpPr>
          <p:nvPr>
            <p:ph type="sldNum" idx="101"/>
          </p:nvPr>
        </p:nvSpPr>
        <p:spPr/>
        <p:txBody>
          <a:bodyPr/>
          <a:p>
            <a:fld id="{00A08C9A-E054-4854-807C-6B503DB09C7A}" type="slidenum">
              <a:t>&lt;#&gt;</a:t>
            </a:fld>
          </a:p>
        </p:txBody>
      </p:sp>
      <p:sp>
        <p:nvSpPr>
          <p:cNvPr id="4" name="PlaceHolder 3"/>
          <p:cNvSpPr>
            <a:spLocks noGrp="1"/>
          </p:cNvSpPr>
          <p:nvPr>
            <p:ph type="dt" idx="102"/>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34">
    <p:spTree>
      <p:nvGrpSpPr>
        <p:cNvPr id="1" name=""/>
        <p:cNvGrpSpPr/>
        <p:nvPr/>
      </p:nvGrpSpPr>
      <p:grpSpPr>
        <a:xfrm>
          <a:off x="0" y="0"/>
          <a:ext cx="0" cy="0"/>
          <a:chOff x="0" y="0"/>
          <a:chExt cx="0" cy="0"/>
        </a:xfrm>
      </p:grpSpPr>
      <p:sp>
        <p:nvSpPr>
          <p:cNvPr id="402"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03"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4" name="PlaceHolder 3"/>
          <p:cNvSpPr>
            <a:spLocks noGrp="1"/>
          </p:cNvSpPr>
          <p:nvPr>
            <p:ph/>
          </p:nvPr>
        </p:nvSpPr>
        <p:spPr>
          <a:xfrm>
            <a:off x="515232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5"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03"/>
          </p:nvPr>
        </p:nvSpPr>
        <p:spPr/>
        <p:txBody>
          <a:bodyPr/>
          <a:p>
            <a:r>
              <a:t>Footer</a:t>
            </a:r>
          </a:p>
        </p:txBody>
      </p:sp>
      <p:sp>
        <p:nvSpPr>
          <p:cNvPr id="7" name="PlaceHolder 6"/>
          <p:cNvSpPr>
            <a:spLocks noGrp="1"/>
          </p:cNvSpPr>
          <p:nvPr>
            <p:ph type="sldNum" idx="104"/>
          </p:nvPr>
        </p:nvSpPr>
        <p:spPr/>
        <p:txBody>
          <a:bodyPr/>
          <a:p>
            <a:fld id="{45B5A9BB-25AC-42D9-89E2-D9A00687FE20}" type="slidenum">
              <a:t>&lt;#&gt;</a:t>
            </a:fld>
          </a:p>
        </p:txBody>
      </p:sp>
      <p:sp>
        <p:nvSpPr>
          <p:cNvPr id="8" name="PlaceHolder 7"/>
          <p:cNvSpPr>
            <a:spLocks noGrp="1"/>
          </p:cNvSpPr>
          <p:nvPr>
            <p:ph type="dt" idx="105"/>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35">
    <p:spTree>
      <p:nvGrpSpPr>
        <p:cNvPr id="1" name=""/>
        <p:cNvGrpSpPr/>
        <p:nvPr/>
      </p:nvGrpSpPr>
      <p:grpSpPr>
        <a:xfrm>
          <a:off x="0" y="0"/>
          <a:ext cx="0" cy="0"/>
          <a:chOff x="0" y="0"/>
          <a:chExt cx="0" cy="0"/>
        </a:xfrm>
      </p:grpSpPr>
      <p:sp>
        <p:nvSpPr>
          <p:cNvPr id="415"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16" name="PlaceHolder 2"/>
          <p:cNvSpPr>
            <a:spLocks noGrp="1"/>
          </p:cNvSpPr>
          <p:nvPr>
            <p:ph/>
          </p:nvPr>
        </p:nvSpPr>
        <p:spPr>
          <a:xfrm>
            <a:off x="504000" y="1769040"/>
            <a:ext cx="442656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17"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18" name="PlaceHolder 4"/>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06"/>
          </p:nvPr>
        </p:nvSpPr>
        <p:spPr/>
        <p:txBody>
          <a:bodyPr/>
          <a:p>
            <a:r>
              <a:t>Footer</a:t>
            </a:r>
          </a:p>
        </p:txBody>
      </p:sp>
      <p:sp>
        <p:nvSpPr>
          <p:cNvPr id="7" name="PlaceHolder 6"/>
          <p:cNvSpPr>
            <a:spLocks noGrp="1"/>
          </p:cNvSpPr>
          <p:nvPr>
            <p:ph type="sldNum" idx="107"/>
          </p:nvPr>
        </p:nvSpPr>
        <p:spPr/>
        <p:txBody>
          <a:bodyPr/>
          <a:p>
            <a:fld id="{57D639C7-D9FD-4277-82AB-0D25B3CD247C}" type="slidenum">
              <a:t>&lt;#&gt;</a:t>
            </a:fld>
          </a:p>
        </p:txBody>
      </p:sp>
      <p:sp>
        <p:nvSpPr>
          <p:cNvPr id="8" name="PlaceHolder 7"/>
          <p:cNvSpPr>
            <a:spLocks noGrp="1"/>
          </p:cNvSpPr>
          <p:nvPr>
            <p:ph type="dt" idx="108"/>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slideLayout" Target="../slideLayouts/slideLayout41.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slideLayout" Target="../slideLayouts/slideLayout42.xml"/>
</Relationships>
</file>

<file path=ppt/slideMasters/_rels/slideMaster43.xml.rels><?xml version="1.0" encoding="UTF-8"?>
<Relationships xmlns="http://schemas.openxmlformats.org/package/2006/relationships"><Relationship Id="rId1" Type="http://schemas.openxmlformats.org/officeDocument/2006/relationships/theme" Target="../theme/theme43.xml"/><Relationship Id="rId2" Type="http://schemas.openxmlformats.org/officeDocument/2006/relationships/slideLayout" Target="../slideLayouts/slideLayout43.xml"/>
</Relationships>
</file>

<file path=ppt/slideMasters/_rels/slideMaster44.xml.rels><?xml version="1.0" encoding="UTF-8"?>
<Relationships xmlns="http://schemas.openxmlformats.org/package/2006/relationships"><Relationship Id="rId1" Type="http://schemas.openxmlformats.org/officeDocument/2006/relationships/theme" Target="../theme/theme44.xml"/><Relationship Id="rId2" Type="http://schemas.openxmlformats.org/officeDocument/2006/relationships/slideLayout" Target="../slideLayouts/slideLayout44.xml"/>
</Relationships>
</file>

<file path=ppt/slideMasters/_rels/slideMaster45.xml.rels><?xml version="1.0" encoding="UTF-8"?>
<Relationships xmlns="http://schemas.openxmlformats.org/package/2006/relationships"><Relationship Id="rId1" Type="http://schemas.openxmlformats.org/officeDocument/2006/relationships/theme" Target="../theme/theme45.xml"/><Relationship Id="rId2" Type="http://schemas.openxmlformats.org/officeDocument/2006/relationships/slideLayout" Target="../slideLayouts/slideLayout45.xml"/>
</Relationships>
</file>

<file path=ppt/slideMasters/_rels/slideMaster46.xml.rels><?xml version="1.0" encoding="UTF-8"?>
<Relationships xmlns="http://schemas.openxmlformats.org/package/2006/relationships"><Relationship Id="rId1" Type="http://schemas.openxmlformats.org/officeDocument/2006/relationships/theme" Target="../theme/theme46.xml"/><Relationship Id="rId2"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47.xml"/><Relationship Id="rId2"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48.xml"/><Relationship Id="rId2"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5806440"/>
            <a:ext cx="10079280" cy="1753920"/>
          </a:xfrm>
          <a:prstGeom prst="rect">
            <a:avLst/>
          </a:prstGeom>
          <a:ln w="0">
            <a:noFill/>
          </a:ln>
        </p:spPr>
      </p:pic>
      <p:sp>
        <p:nvSpPr>
          <p:cNvPr id="1"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 name="PlaceHolder 2"/>
          <p:cNvSpPr>
            <a:spLocks noGrp="1"/>
          </p:cNvSpPr>
          <p:nvPr>
            <p:ph type="body"/>
          </p:nvPr>
        </p:nvSpPr>
        <p:spPr>
          <a:xfrm>
            <a:off x="50400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3"/>
          <p:cNvSpPr>
            <a:spLocks noGrp="1"/>
          </p:cNvSpPr>
          <p:nvPr>
            <p:ph type="body"/>
          </p:nvPr>
        </p:nvSpPr>
        <p:spPr>
          <a:xfrm>
            <a:off x="515268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 name="PlaceHolder 4"/>
          <p:cNvSpPr>
            <a:spLocks noGrp="1"/>
          </p:cNvSpPr>
          <p:nvPr>
            <p:ph type="body"/>
          </p:nvPr>
        </p:nvSpPr>
        <p:spPr>
          <a:xfrm>
            <a:off x="515268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 name="PlaceHolder 5"/>
          <p:cNvSpPr>
            <a:spLocks noGrp="1"/>
          </p:cNvSpPr>
          <p:nvPr>
            <p:ph type="ftr" idx="1"/>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 name="PlaceHolder 6"/>
          <p:cNvSpPr>
            <a:spLocks noGrp="1"/>
          </p:cNvSpPr>
          <p:nvPr>
            <p:ph type="sldNum" idx="2"/>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0E6D615A-F1D2-4682-816F-37D6245F4133}"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7" name="PlaceHolder 7"/>
          <p:cNvSpPr>
            <a:spLocks noGrp="1"/>
          </p:cNvSpPr>
          <p:nvPr>
            <p:ph type="dt" idx="3"/>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 name="" descr=""/>
          <p:cNvPicPr/>
          <p:nvPr/>
        </p:nvPicPr>
        <p:blipFill>
          <a:blip r:embed="rId2"/>
          <a:stretch/>
        </p:blipFill>
        <p:spPr>
          <a:xfrm>
            <a:off x="0" y="5806440"/>
            <a:ext cx="10079280" cy="1753920"/>
          </a:xfrm>
          <a:prstGeom prst="rect">
            <a:avLst/>
          </a:prstGeom>
          <a:ln w="0">
            <a:noFill/>
          </a:ln>
        </p:spPr>
      </p:pic>
      <p:sp>
        <p:nvSpPr>
          <p:cNvPr id="13"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 name="PlaceHolder 2"/>
          <p:cNvSpPr>
            <a:spLocks noGrp="1"/>
          </p:cNvSpPr>
          <p:nvPr>
            <p:ph type="body"/>
          </p:nvPr>
        </p:nvSpPr>
        <p:spPr>
          <a:xfrm>
            <a:off x="50400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 name="PlaceHolder 3"/>
          <p:cNvSpPr>
            <a:spLocks noGrp="1"/>
          </p:cNvSpPr>
          <p:nvPr>
            <p:ph type="body"/>
          </p:nvPr>
        </p:nvSpPr>
        <p:spPr>
          <a:xfrm>
            <a:off x="515268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4"/>
          <p:cNvSpPr>
            <a:spLocks noGrp="1"/>
          </p:cNvSpPr>
          <p:nvPr>
            <p:ph type="body"/>
          </p:nvPr>
        </p:nvSpPr>
        <p:spPr>
          <a:xfrm>
            <a:off x="504000" y="4059360"/>
            <a:ext cx="907128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5"/>
          <p:cNvSpPr>
            <a:spLocks noGrp="1"/>
          </p:cNvSpPr>
          <p:nvPr>
            <p:ph type="ftr" idx="4"/>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8" name="PlaceHolder 6"/>
          <p:cNvSpPr>
            <a:spLocks noGrp="1"/>
          </p:cNvSpPr>
          <p:nvPr>
            <p:ph type="sldNum" idx="5"/>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C2F22214-AB2F-4DD2-BFFD-31B1ED137381}"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9" name="PlaceHolder 7"/>
          <p:cNvSpPr>
            <a:spLocks noGrp="1"/>
          </p:cNvSpPr>
          <p:nvPr>
            <p:ph type="dt" idx="6"/>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 name="" descr=""/>
          <p:cNvPicPr/>
          <p:nvPr/>
        </p:nvPicPr>
        <p:blipFill>
          <a:blip r:embed="rId2"/>
          <a:stretch/>
        </p:blipFill>
        <p:spPr>
          <a:xfrm>
            <a:off x="0" y="5806440"/>
            <a:ext cx="10079280" cy="1753920"/>
          </a:xfrm>
          <a:prstGeom prst="rect">
            <a:avLst/>
          </a:prstGeom>
          <a:ln w="0">
            <a:noFill/>
          </a:ln>
        </p:spPr>
      </p:pic>
      <p:sp>
        <p:nvSpPr>
          <p:cNvPr id="25"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 name="PlaceHolder 2"/>
          <p:cNvSpPr>
            <a:spLocks noGrp="1"/>
          </p:cNvSpPr>
          <p:nvPr>
            <p:ph type="body"/>
          </p:nvPr>
        </p:nvSpPr>
        <p:spPr>
          <a:xfrm>
            <a:off x="504000" y="1769040"/>
            <a:ext cx="907128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3"/>
          <p:cNvSpPr>
            <a:spLocks noGrp="1"/>
          </p:cNvSpPr>
          <p:nvPr>
            <p:ph type="body"/>
          </p:nvPr>
        </p:nvSpPr>
        <p:spPr>
          <a:xfrm>
            <a:off x="504000" y="4059360"/>
            <a:ext cx="907128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4"/>
          <p:cNvSpPr>
            <a:spLocks noGrp="1"/>
          </p:cNvSpPr>
          <p:nvPr>
            <p:ph type="ftr" idx="7"/>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9" name="PlaceHolder 5"/>
          <p:cNvSpPr>
            <a:spLocks noGrp="1"/>
          </p:cNvSpPr>
          <p:nvPr>
            <p:ph type="sldNum" idx="8"/>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5FFB9E25-4DF8-4E20-B833-8313D64FA06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0" name="PlaceHolder 6"/>
          <p:cNvSpPr>
            <a:spLocks noGrp="1"/>
          </p:cNvSpPr>
          <p:nvPr>
            <p:ph type="dt" idx="9"/>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 name="" descr=""/>
          <p:cNvPicPr/>
          <p:nvPr/>
        </p:nvPicPr>
        <p:blipFill>
          <a:blip r:embed="rId2"/>
          <a:stretch/>
        </p:blipFill>
        <p:spPr>
          <a:xfrm>
            <a:off x="0" y="5806440"/>
            <a:ext cx="10079280" cy="1753920"/>
          </a:xfrm>
          <a:prstGeom prst="rect">
            <a:avLst/>
          </a:prstGeom>
          <a:ln w="0">
            <a:noFill/>
          </a:ln>
        </p:spPr>
      </p:pic>
      <p:sp>
        <p:nvSpPr>
          <p:cNvPr id="35"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 name="PlaceHolder 2"/>
          <p:cNvSpPr>
            <a:spLocks noGrp="1"/>
          </p:cNvSpPr>
          <p:nvPr>
            <p:ph type="body"/>
          </p:nvPr>
        </p:nvSpPr>
        <p:spPr>
          <a:xfrm>
            <a:off x="50400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 name="PlaceHolder 3"/>
          <p:cNvSpPr>
            <a:spLocks noGrp="1"/>
          </p:cNvSpPr>
          <p:nvPr>
            <p:ph type="body"/>
          </p:nvPr>
        </p:nvSpPr>
        <p:spPr>
          <a:xfrm>
            <a:off x="515268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 name="PlaceHolder 4"/>
          <p:cNvSpPr>
            <a:spLocks noGrp="1"/>
          </p:cNvSpPr>
          <p:nvPr>
            <p:ph type="body"/>
          </p:nvPr>
        </p:nvSpPr>
        <p:spPr>
          <a:xfrm>
            <a:off x="50400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 name="PlaceHolder 5"/>
          <p:cNvSpPr>
            <a:spLocks noGrp="1"/>
          </p:cNvSpPr>
          <p:nvPr>
            <p:ph type="body"/>
          </p:nvPr>
        </p:nvSpPr>
        <p:spPr>
          <a:xfrm>
            <a:off x="515268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 name="PlaceHolder 6"/>
          <p:cNvSpPr>
            <a:spLocks noGrp="1"/>
          </p:cNvSpPr>
          <p:nvPr>
            <p:ph type="ftr" idx="10"/>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1" name="PlaceHolder 7"/>
          <p:cNvSpPr>
            <a:spLocks noGrp="1"/>
          </p:cNvSpPr>
          <p:nvPr>
            <p:ph type="sldNum" idx="11"/>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3460741E-3CCA-4988-8398-BD8A57E22AF1}"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2" name="PlaceHolder 8"/>
          <p:cNvSpPr>
            <a:spLocks noGrp="1"/>
          </p:cNvSpPr>
          <p:nvPr>
            <p:ph type="dt" idx="12"/>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2"/>
          <a:stretch/>
        </p:blipFill>
        <p:spPr>
          <a:xfrm>
            <a:off x="0" y="5806440"/>
            <a:ext cx="10079280" cy="1753920"/>
          </a:xfrm>
          <a:prstGeom prst="rect">
            <a:avLst/>
          </a:prstGeom>
          <a:ln w="0">
            <a:noFill/>
          </a:ln>
        </p:spPr>
      </p:pic>
      <p:sp>
        <p:nvSpPr>
          <p:cNvPr id="49"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0" name="PlaceHolder 2"/>
          <p:cNvSpPr>
            <a:spLocks noGrp="1"/>
          </p:cNvSpPr>
          <p:nvPr>
            <p:ph type="body"/>
          </p:nvPr>
        </p:nvSpPr>
        <p:spPr>
          <a:xfrm>
            <a:off x="504000" y="176904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 name="PlaceHolder 3"/>
          <p:cNvSpPr>
            <a:spLocks noGrp="1"/>
          </p:cNvSpPr>
          <p:nvPr>
            <p:ph type="body"/>
          </p:nvPr>
        </p:nvSpPr>
        <p:spPr>
          <a:xfrm>
            <a:off x="3571200" y="176904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 name="PlaceHolder 4"/>
          <p:cNvSpPr>
            <a:spLocks noGrp="1"/>
          </p:cNvSpPr>
          <p:nvPr>
            <p:ph type="body"/>
          </p:nvPr>
        </p:nvSpPr>
        <p:spPr>
          <a:xfrm>
            <a:off x="6638040" y="176904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3" name="PlaceHolder 5"/>
          <p:cNvSpPr>
            <a:spLocks noGrp="1"/>
          </p:cNvSpPr>
          <p:nvPr>
            <p:ph type="body"/>
          </p:nvPr>
        </p:nvSpPr>
        <p:spPr>
          <a:xfrm>
            <a:off x="504000" y="405936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4" name="PlaceHolder 6"/>
          <p:cNvSpPr>
            <a:spLocks noGrp="1"/>
          </p:cNvSpPr>
          <p:nvPr>
            <p:ph type="body"/>
          </p:nvPr>
        </p:nvSpPr>
        <p:spPr>
          <a:xfrm>
            <a:off x="3571200" y="405936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5" name="PlaceHolder 7"/>
          <p:cNvSpPr>
            <a:spLocks noGrp="1"/>
          </p:cNvSpPr>
          <p:nvPr>
            <p:ph type="body"/>
          </p:nvPr>
        </p:nvSpPr>
        <p:spPr>
          <a:xfrm>
            <a:off x="6638040" y="405936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6" name="PlaceHolder 8"/>
          <p:cNvSpPr>
            <a:spLocks noGrp="1"/>
          </p:cNvSpPr>
          <p:nvPr>
            <p:ph type="ftr" idx="13"/>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57" name="PlaceHolder 9"/>
          <p:cNvSpPr>
            <a:spLocks noGrp="1"/>
          </p:cNvSpPr>
          <p:nvPr>
            <p:ph type="sldNum" idx="14"/>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B95EFAD7-CB9B-411A-AF43-83FFFC1A31F6}"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58" name="PlaceHolder 10"/>
          <p:cNvSpPr>
            <a:spLocks noGrp="1"/>
          </p:cNvSpPr>
          <p:nvPr>
            <p:ph type="dt" idx="15"/>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 descr=""/>
          <p:cNvPicPr/>
          <p:nvPr/>
        </p:nvPicPr>
        <p:blipFill>
          <a:blip r:embed="rId2"/>
          <a:stretch/>
        </p:blipFill>
        <p:spPr>
          <a:xfrm>
            <a:off x="0" y="5806440"/>
            <a:ext cx="10079280" cy="1753920"/>
          </a:xfrm>
          <a:prstGeom prst="rect">
            <a:avLst/>
          </a:prstGeom>
          <a:ln w="0">
            <a:noFill/>
          </a:ln>
        </p:spPr>
      </p:pic>
      <p:sp>
        <p:nvSpPr>
          <p:cNvPr id="60" name="PlaceHolder 1"/>
          <p:cNvSpPr>
            <a:spLocks noGrp="1"/>
          </p:cNvSpPr>
          <p:nvPr>
            <p:ph type="ftr" idx="16"/>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1" name="PlaceHolder 2"/>
          <p:cNvSpPr>
            <a:spLocks noGrp="1"/>
          </p:cNvSpPr>
          <p:nvPr>
            <p:ph type="sldNum" idx="17"/>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93AF0E1C-8A3C-4930-9A9D-1DC079BEA68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62" name="PlaceHolder 3"/>
          <p:cNvSpPr>
            <a:spLocks noGrp="1"/>
          </p:cNvSpPr>
          <p:nvPr>
            <p:ph type="dt" idx="18"/>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3" name="" descr=""/>
          <p:cNvPicPr/>
          <p:nvPr/>
        </p:nvPicPr>
        <p:blipFill>
          <a:blip r:embed="rId2"/>
          <a:stretch/>
        </p:blipFill>
        <p:spPr>
          <a:xfrm>
            <a:off x="0" y="5806440"/>
            <a:ext cx="10079280" cy="1753920"/>
          </a:xfrm>
          <a:prstGeom prst="rect">
            <a:avLst/>
          </a:prstGeom>
          <a:ln w="0">
            <a:noFill/>
          </a:ln>
        </p:spPr>
      </p:pic>
      <p:sp>
        <p:nvSpPr>
          <p:cNvPr id="64"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5" name="PlaceHolder 2"/>
          <p:cNvSpPr>
            <a:spLocks noGrp="1"/>
          </p:cNvSpPr>
          <p:nvPr>
            <p:ph type="ftr" idx="19"/>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6" name="PlaceHolder 3"/>
          <p:cNvSpPr>
            <a:spLocks noGrp="1"/>
          </p:cNvSpPr>
          <p:nvPr>
            <p:ph type="sldNum" idx="20"/>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CBC2FF08-1780-4DF8-9FAF-809ADEEF5F4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67" name="PlaceHolder 4"/>
          <p:cNvSpPr>
            <a:spLocks noGrp="1"/>
          </p:cNvSpPr>
          <p:nvPr>
            <p:ph type="dt" idx="21"/>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 name="" descr=""/>
          <p:cNvPicPr/>
          <p:nvPr/>
        </p:nvPicPr>
        <p:blipFill>
          <a:blip r:embed="rId2"/>
          <a:stretch/>
        </p:blipFill>
        <p:spPr>
          <a:xfrm>
            <a:off x="0" y="5806440"/>
            <a:ext cx="10079280" cy="1753920"/>
          </a:xfrm>
          <a:prstGeom prst="rect">
            <a:avLst/>
          </a:prstGeom>
          <a:ln w="0">
            <a:noFill/>
          </a:ln>
        </p:spPr>
      </p:pic>
      <p:sp>
        <p:nvSpPr>
          <p:cNvPr id="71"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2" name="PlaceHolder 2"/>
          <p:cNvSpPr>
            <a:spLocks noGrp="1"/>
          </p:cNvSpPr>
          <p:nvPr>
            <p:ph type="body"/>
          </p:nvPr>
        </p:nvSpPr>
        <p:spPr>
          <a:xfrm>
            <a:off x="504000" y="1769040"/>
            <a:ext cx="907128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3" name="PlaceHolder 3"/>
          <p:cNvSpPr>
            <a:spLocks noGrp="1"/>
          </p:cNvSpPr>
          <p:nvPr>
            <p:ph type="ftr" idx="22"/>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74" name="PlaceHolder 4"/>
          <p:cNvSpPr>
            <a:spLocks noGrp="1"/>
          </p:cNvSpPr>
          <p:nvPr>
            <p:ph type="sldNum" idx="23"/>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0A1BF8C0-6962-48F6-8588-D4139674EE53}"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75" name="PlaceHolder 5"/>
          <p:cNvSpPr>
            <a:spLocks noGrp="1"/>
          </p:cNvSpPr>
          <p:nvPr>
            <p:ph type="dt" idx="24"/>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8" name="" descr=""/>
          <p:cNvPicPr/>
          <p:nvPr/>
        </p:nvPicPr>
        <p:blipFill>
          <a:blip r:embed="rId2"/>
          <a:stretch/>
        </p:blipFill>
        <p:spPr>
          <a:xfrm>
            <a:off x="0" y="5806440"/>
            <a:ext cx="10079280" cy="1753920"/>
          </a:xfrm>
          <a:prstGeom prst="rect">
            <a:avLst/>
          </a:prstGeom>
          <a:ln w="0">
            <a:noFill/>
          </a:ln>
        </p:spPr>
      </p:pic>
      <p:sp>
        <p:nvSpPr>
          <p:cNvPr id="79"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0" name="PlaceHolder 2"/>
          <p:cNvSpPr>
            <a:spLocks noGrp="1"/>
          </p:cNvSpPr>
          <p:nvPr>
            <p:ph type="body"/>
          </p:nvPr>
        </p:nvSpPr>
        <p:spPr>
          <a:xfrm>
            <a:off x="50400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1" name="PlaceHolder 3"/>
          <p:cNvSpPr>
            <a:spLocks noGrp="1"/>
          </p:cNvSpPr>
          <p:nvPr>
            <p:ph type="body"/>
          </p:nvPr>
        </p:nvSpPr>
        <p:spPr>
          <a:xfrm>
            <a:off x="515268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2" name="PlaceHolder 4"/>
          <p:cNvSpPr>
            <a:spLocks noGrp="1"/>
          </p:cNvSpPr>
          <p:nvPr>
            <p:ph type="ftr" idx="25"/>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83" name="PlaceHolder 5"/>
          <p:cNvSpPr>
            <a:spLocks noGrp="1"/>
          </p:cNvSpPr>
          <p:nvPr>
            <p:ph type="sldNum" idx="26"/>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5AAF61BF-8A2C-410A-A0F7-B093955CF25D}"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84" name="PlaceHolder 6"/>
          <p:cNvSpPr>
            <a:spLocks noGrp="1"/>
          </p:cNvSpPr>
          <p:nvPr>
            <p:ph type="dt" idx="27"/>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 descr=""/>
          <p:cNvPicPr/>
          <p:nvPr/>
        </p:nvPicPr>
        <p:blipFill>
          <a:blip r:embed="rId2"/>
          <a:stretch/>
        </p:blipFill>
        <p:spPr>
          <a:xfrm>
            <a:off x="0" y="5806440"/>
            <a:ext cx="10079280" cy="1753920"/>
          </a:xfrm>
          <a:prstGeom prst="rect">
            <a:avLst/>
          </a:prstGeom>
          <a:ln w="0">
            <a:noFill/>
          </a:ln>
        </p:spPr>
      </p:pic>
      <p:sp>
        <p:nvSpPr>
          <p:cNvPr id="89"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0" name="PlaceHolder 2"/>
          <p:cNvSpPr>
            <a:spLocks noGrp="1"/>
          </p:cNvSpPr>
          <p:nvPr>
            <p:ph type="ftr" idx="28"/>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91" name="PlaceHolder 3"/>
          <p:cNvSpPr>
            <a:spLocks noGrp="1"/>
          </p:cNvSpPr>
          <p:nvPr>
            <p:ph type="sldNum" idx="29"/>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A2089F67-A72B-4D88-9A96-05E70DF968CF}"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92" name="PlaceHolder 4"/>
          <p:cNvSpPr>
            <a:spLocks noGrp="1"/>
          </p:cNvSpPr>
          <p:nvPr>
            <p:ph type="dt" idx="30"/>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3" name="PlaceHolder 5"/>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5" name="" descr=""/>
          <p:cNvPicPr/>
          <p:nvPr/>
        </p:nvPicPr>
        <p:blipFill>
          <a:blip r:embed="rId2"/>
          <a:stretch/>
        </p:blipFill>
        <p:spPr>
          <a:xfrm>
            <a:off x="0" y="5806440"/>
            <a:ext cx="10079280" cy="1753920"/>
          </a:xfrm>
          <a:prstGeom prst="rect">
            <a:avLst/>
          </a:prstGeom>
          <a:ln w="0">
            <a:noFill/>
          </a:ln>
        </p:spPr>
      </p:pic>
      <p:sp>
        <p:nvSpPr>
          <p:cNvPr id="96" name="PlaceHolder 1"/>
          <p:cNvSpPr>
            <a:spLocks noGrp="1"/>
          </p:cNvSpPr>
          <p:nvPr>
            <p:ph type="ftr" idx="31"/>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97" name="PlaceHolder 2"/>
          <p:cNvSpPr>
            <a:spLocks noGrp="1"/>
          </p:cNvSpPr>
          <p:nvPr>
            <p:ph type="sldNum" idx="32"/>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58E3A5B7-5A1A-4476-9E12-E65A8497F26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98" name="PlaceHolder 3"/>
          <p:cNvSpPr>
            <a:spLocks noGrp="1"/>
          </p:cNvSpPr>
          <p:nvPr>
            <p:ph type="dt" idx="33"/>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9" name="" descr=""/>
          <p:cNvPicPr/>
          <p:nvPr/>
        </p:nvPicPr>
        <p:blipFill>
          <a:blip r:embed="rId2"/>
          <a:stretch/>
        </p:blipFill>
        <p:spPr>
          <a:xfrm>
            <a:off x="0" y="5806440"/>
            <a:ext cx="10079280" cy="1753920"/>
          </a:xfrm>
          <a:prstGeom prst="rect">
            <a:avLst/>
          </a:prstGeom>
          <a:ln w="0">
            <a:noFill/>
          </a:ln>
        </p:spPr>
      </p:pic>
      <p:sp>
        <p:nvSpPr>
          <p:cNvPr id="100"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1" name="PlaceHolder 2"/>
          <p:cNvSpPr>
            <a:spLocks noGrp="1"/>
          </p:cNvSpPr>
          <p:nvPr>
            <p:ph type="body"/>
          </p:nvPr>
        </p:nvSpPr>
        <p:spPr>
          <a:xfrm>
            <a:off x="50400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2" name="PlaceHolder 3"/>
          <p:cNvSpPr>
            <a:spLocks noGrp="1"/>
          </p:cNvSpPr>
          <p:nvPr>
            <p:ph type="body"/>
          </p:nvPr>
        </p:nvSpPr>
        <p:spPr>
          <a:xfrm>
            <a:off x="515268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3" name="PlaceHolder 4"/>
          <p:cNvSpPr>
            <a:spLocks noGrp="1"/>
          </p:cNvSpPr>
          <p:nvPr>
            <p:ph type="body"/>
          </p:nvPr>
        </p:nvSpPr>
        <p:spPr>
          <a:xfrm>
            <a:off x="50400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4" name="PlaceHolder 5"/>
          <p:cNvSpPr>
            <a:spLocks noGrp="1"/>
          </p:cNvSpPr>
          <p:nvPr>
            <p:ph type="ftr" idx="34"/>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05" name="PlaceHolder 6"/>
          <p:cNvSpPr>
            <a:spLocks noGrp="1"/>
          </p:cNvSpPr>
          <p:nvPr>
            <p:ph type="sldNum" idx="35"/>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2B6B3817-25ED-49E9-AFC1-6B422F62AA33}"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06" name="PlaceHolder 7"/>
          <p:cNvSpPr>
            <a:spLocks noGrp="1"/>
          </p:cNvSpPr>
          <p:nvPr>
            <p:ph type="dt" idx="36"/>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4" name="PlaceHolder 2"/>
          <p:cNvSpPr>
            <a:spLocks noGrp="1"/>
          </p:cNvSpPr>
          <p:nvPr>
            <p:ph type="body"/>
          </p:nvPr>
        </p:nvSpPr>
        <p:spPr>
          <a:xfrm>
            <a:off x="50400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5" name="PlaceHolder 3"/>
          <p:cNvSpPr>
            <a:spLocks noGrp="1"/>
          </p:cNvSpPr>
          <p:nvPr>
            <p:ph type="body"/>
          </p:nvPr>
        </p:nvSpPr>
        <p:spPr>
          <a:xfrm>
            <a:off x="515268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6" name="PlaceHolder 4"/>
          <p:cNvSpPr>
            <a:spLocks noGrp="1"/>
          </p:cNvSpPr>
          <p:nvPr>
            <p:ph type="body"/>
          </p:nvPr>
        </p:nvSpPr>
        <p:spPr>
          <a:xfrm>
            <a:off x="504000" y="4059360"/>
            <a:ext cx="907128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7" name="PlaceHolder 5"/>
          <p:cNvSpPr>
            <a:spLocks noGrp="1"/>
          </p:cNvSpPr>
          <p:nvPr>
            <p:ph type="ftr" idx="37"/>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18" name="PlaceHolder 6"/>
          <p:cNvSpPr>
            <a:spLocks noGrp="1"/>
          </p:cNvSpPr>
          <p:nvPr>
            <p:ph type="sldNum" idx="38"/>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65F278FA-F5ED-4E73-B81D-00A0F6321C1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19" name="PlaceHolder 7"/>
          <p:cNvSpPr>
            <a:spLocks noGrp="1"/>
          </p:cNvSpPr>
          <p:nvPr>
            <p:ph type="dt" idx="39"/>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5"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6"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7" name="PlaceHolder 2"/>
          <p:cNvSpPr>
            <a:spLocks noGrp="1"/>
          </p:cNvSpPr>
          <p:nvPr>
            <p:ph type="body"/>
          </p:nvPr>
        </p:nvSpPr>
        <p:spPr>
          <a:xfrm>
            <a:off x="504000" y="1769040"/>
            <a:ext cx="907128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8" name="PlaceHolder 3"/>
          <p:cNvSpPr>
            <a:spLocks noGrp="1"/>
          </p:cNvSpPr>
          <p:nvPr>
            <p:ph type="body"/>
          </p:nvPr>
        </p:nvSpPr>
        <p:spPr>
          <a:xfrm>
            <a:off x="504000" y="4059360"/>
            <a:ext cx="907128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9" name="PlaceHolder 4"/>
          <p:cNvSpPr>
            <a:spLocks noGrp="1"/>
          </p:cNvSpPr>
          <p:nvPr>
            <p:ph type="ftr" idx="40"/>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30" name="PlaceHolder 5"/>
          <p:cNvSpPr>
            <a:spLocks noGrp="1"/>
          </p:cNvSpPr>
          <p:nvPr>
            <p:ph type="sldNum" idx="41"/>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1627FCAC-AB72-433B-ADA1-9032F8E4E401}"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31" name="PlaceHolder 6"/>
          <p:cNvSpPr>
            <a:spLocks noGrp="1"/>
          </p:cNvSpPr>
          <p:nvPr>
            <p:ph type="dt" idx="42"/>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6"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7"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8" name="PlaceHolder 2"/>
          <p:cNvSpPr>
            <a:spLocks noGrp="1"/>
          </p:cNvSpPr>
          <p:nvPr>
            <p:ph type="body"/>
          </p:nvPr>
        </p:nvSpPr>
        <p:spPr>
          <a:xfrm>
            <a:off x="50400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9" name="PlaceHolder 3"/>
          <p:cNvSpPr>
            <a:spLocks noGrp="1"/>
          </p:cNvSpPr>
          <p:nvPr>
            <p:ph type="body"/>
          </p:nvPr>
        </p:nvSpPr>
        <p:spPr>
          <a:xfrm>
            <a:off x="515268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0" name="PlaceHolder 4"/>
          <p:cNvSpPr>
            <a:spLocks noGrp="1"/>
          </p:cNvSpPr>
          <p:nvPr>
            <p:ph type="body"/>
          </p:nvPr>
        </p:nvSpPr>
        <p:spPr>
          <a:xfrm>
            <a:off x="50400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1" name="PlaceHolder 5"/>
          <p:cNvSpPr>
            <a:spLocks noGrp="1"/>
          </p:cNvSpPr>
          <p:nvPr>
            <p:ph type="body"/>
          </p:nvPr>
        </p:nvSpPr>
        <p:spPr>
          <a:xfrm>
            <a:off x="515268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2" name="PlaceHolder 6"/>
          <p:cNvSpPr>
            <a:spLocks noGrp="1"/>
          </p:cNvSpPr>
          <p:nvPr>
            <p:ph type="ftr" idx="43"/>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43" name="PlaceHolder 7"/>
          <p:cNvSpPr>
            <a:spLocks noGrp="1"/>
          </p:cNvSpPr>
          <p:nvPr>
            <p:ph type="sldNum" idx="44"/>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DB47FADE-735F-4E4B-9A81-BE928E84F818}"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44" name="PlaceHolder 8"/>
          <p:cNvSpPr>
            <a:spLocks noGrp="1"/>
          </p:cNvSpPr>
          <p:nvPr>
            <p:ph type="dt" idx="45"/>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1"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2"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3" name="PlaceHolder 2"/>
          <p:cNvSpPr>
            <a:spLocks noGrp="1"/>
          </p:cNvSpPr>
          <p:nvPr>
            <p:ph type="body"/>
          </p:nvPr>
        </p:nvSpPr>
        <p:spPr>
          <a:xfrm>
            <a:off x="504000" y="176904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4" name="PlaceHolder 3"/>
          <p:cNvSpPr>
            <a:spLocks noGrp="1"/>
          </p:cNvSpPr>
          <p:nvPr>
            <p:ph type="body"/>
          </p:nvPr>
        </p:nvSpPr>
        <p:spPr>
          <a:xfrm>
            <a:off x="3571200" y="176904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5" name="PlaceHolder 4"/>
          <p:cNvSpPr>
            <a:spLocks noGrp="1"/>
          </p:cNvSpPr>
          <p:nvPr>
            <p:ph type="body"/>
          </p:nvPr>
        </p:nvSpPr>
        <p:spPr>
          <a:xfrm>
            <a:off x="6638040" y="176904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6" name="PlaceHolder 5"/>
          <p:cNvSpPr>
            <a:spLocks noGrp="1"/>
          </p:cNvSpPr>
          <p:nvPr>
            <p:ph type="body"/>
          </p:nvPr>
        </p:nvSpPr>
        <p:spPr>
          <a:xfrm>
            <a:off x="504000" y="405936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7" name="PlaceHolder 6"/>
          <p:cNvSpPr>
            <a:spLocks noGrp="1"/>
          </p:cNvSpPr>
          <p:nvPr>
            <p:ph type="body"/>
          </p:nvPr>
        </p:nvSpPr>
        <p:spPr>
          <a:xfrm>
            <a:off x="3571200" y="405936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8" name="PlaceHolder 7"/>
          <p:cNvSpPr>
            <a:spLocks noGrp="1"/>
          </p:cNvSpPr>
          <p:nvPr>
            <p:ph type="body"/>
          </p:nvPr>
        </p:nvSpPr>
        <p:spPr>
          <a:xfrm>
            <a:off x="6638040" y="405936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9" name="PlaceHolder 8"/>
          <p:cNvSpPr>
            <a:spLocks noGrp="1"/>
          </p:cNvSpPr>
          <p:nvPr>
            <p:ph type="ftr" idx="46"/>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60" name="PlaceHolder 9"/>
          <p:cNvSpPr>
            <a:spLocks noGrp="1"/>
          </p:cNvSpPr>
          <p:nvPr>
            <p:ph type="sldNum" idx="47"/>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99630646-66D1-4608-97E2-47D8C1AF6E37}"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61" name="PlaceHolder 10"/>
          <p:cNvSpPr>
            <a:spLocks noGrp="1"/>
          </p:cNvSpPr>
          <p:nvPr>
            <p:ph type="dt" idx="48"/>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3"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4" name="PlaceHolder 1"/>
          <p:cNvSpPr>
            <a:spLocks noGrp="1"/>
          </p:cNvSpPr>
          <p:nvPr>
            <p:ph type="ftr" idx="49"/>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65" name="PlaceHolder 2"/>
          <p:cNvSpPr>
            <a:spLocks noGrp="1"/>
          </p:cNvSpPr>
          <p:nvPr>
            <p:ph type="sldNum" idx="50"/>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59723800-4EDA-475C-8645-0089F2A255A6}"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66" name="PlaceHolder 3"/>
          <p:cNvSpPr>
            <a:spLocks noGrp="1"/>
          </p:cNvSpPr>
          <p:nvPr>
            <p:ph type="dt" idx="51"/>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8"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9"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0" name="PlaceHolder 2"/>
          <p:cNvSpPr>
            <a:spLocks noGrp="1"/>
          </p:cNvSpPr>
          <p:nvPr>
            <p:ph type="ftr" idx="52"/>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71" name="PlaceHolder 3"/>
          <p:cNvSpPr>
            <a:spLocks noGrp="1"/>
          </p:cNvSpPr>
          <p:nvPr>
            <p:ph type="sldNum" idx="53"/>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F2DF139D-9B4B-4D4C-93D2-FE286EEA41BC}"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72" name="PlaceHolder 4"/>
          <p:cNvSpPr>
            <a:spLocks noGrp="1"/>
          </p:cNvSpPr>
          <p:nvPr>
            <p:ph type="dt" idx="54"/>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6"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7"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8" name="PlaceHolder 2"/>
          <p:cNvSpPr>
            <a:spLocks noGrp="1"/>
          </p:cNvSpPr>
          <p:nvPr>
            <p:ph type="body"/>
          </p:nvPr>
        </p:nvSpPr>
        <p:spPr>
          <a:xfrm>
            <a:off x="504000" y="1769040"/>
            <a:ext cx="907128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9" name="PlaceHolder 3"/>
          <p:cNvSpPr>
            <a:spLocks noGrp="1"/>
          </p:cNvSpPr>
          <p:nvPr>
            <p:ph type="ftr" idx="55"/>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80" name="PlaceHolder 4"/>
          <p:cNvSpPr>
            <a:spLocks noGrp="1"/>
          </p:cNvSpPr>
          <p:nvPr>
            <p:ph type="sldNum" idx="56"/>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70BBEA66-1B43-4363-A86B-C469036D7CB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81" name="PlaceHolder 5"/>
          <p:cNvSpPr>
            <a:spLocks noGrp="1"/>
          </p:cNvSpPr>
          <p:nvPr>
            <p:ph type="dt" idx="57"/>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5"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6"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87" name="PlaceHolder 2"/>
          <p:cNvSpPr>
            <a:spLocks noGrp="1"/>
          </p:cNvSpPr>
          <p:nvPr>
            <p:ph type="body"/>
          </p:nvPr>
        </p:nvSpPr>
        <p:spPr>
          <a:xfrm>
            <a:off x="50400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8" name="PlaceHolder 3"/>
          <p:cNvSpPr>
            <a:spLocks noGrp="1"/>
          </p:cNvSpPr>
          <p:nvPr>
            <p:ph type="body"/>
          </p:nvPr>
        </p:nvSpPr>
        <p:spPr>
          <a:xfrm>
            <a:off x="515268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9" name="PlaceHolder 4"/>
          <p:cNvSpPr>
            <a:spLocks noGrp="1"/>
          </p:cNvSpPr>
          <p:nvPr>
            <p:ph type="ftr" idx="58"/>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90" name="PlaceHolder 5"/>
          <p:cNvSpPr>
            <a:spLocks noGrp="1"/>
          </p:cNvSpPr>
          <p:nvPr>
            <p:ph type="sldNum" idx="59"/>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7D0EDF16-8C0B-47E7-9CB9-CB5B347828D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91" name="PlaceHolder 6"/>
          <p:cNvSpPr>
            <a:spLocks noGrp="1"/>
          </p:cNvSpPr>
          <p:nvPr>
            <p:ph type="dt" idx="60"/>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6"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7"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98" name="PlaceHolder 2"/>
          <p:cNvSpPr>
            <a:spLocks noGrp="1"/>
          </p:cNvSpPr>
          <p:nvPr>
            <p:ph type="ftr" idx="61"/>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99" name="PlaceHolder 3"/>
          <p:cNvSpPr>
            <a:spLocks noGrp="1"/>
          </p:cNvSpPr>
          <p:nvPr>
            <p:ph type="sldNum" idx="62"/>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313ED93D-65E2-4E0D-8E89-C3C753B1600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00" name="PlaceHolder 4"/>
          <p:cNvSpPr>
            <a:spLocks noGrp="1"/>
          </p:cNvSpPr>
          <p:nvPr>
            <p:ph type="dt" idx="63"/>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3"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4" name="PlaceHolder 1"/>
          <p:cNvSpPr>
            <a:spLocks noGrp="1"/>
          </p:cNvSpPr>
          <p:nvPr>
            <p:ph type="ftr" idx="64"/>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05" name="PlaceHolder 2"/>
          <p:cNvSpPr>
            <a:spLocks noGrp="1"/>
          </p:cNvSpPr>
          <p:nvPr>
            <p:ph type="sldNum" idx="65"/>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4CA94E7F-916C-4CFD-90C0-AC982B9D034C}"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06" name="PlaceHolder 3"/>
          <p:cNvSpPr>
            <a:spLocks noGrp="1"/>
          </p:cNvSpPr>
          <p:nvPr>
            <p:ph type="dt" idx="66"/>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8"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9"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0" name="PlaceHolder 2"/>
          <p:cNvSpPr>
            <a:spLocks noGrp="1"/>
          </p:cNvSpPr>
          <p:nvPr>
            <p:ph type="body"/>
          </p:nvPr>
        </p:nvSpPr>
        <p:spPr>
          <a:xfrm>
            <a:off x="50400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1" name="PlaceHolder 3"/>
          <p:cNvSpPr>
            <a:spLocks noGrp="1"/>
          </p:cNvSpPr>
          <p:nvPr>
            <p:ph type="body"/>
          </p:nvPr>
        </p:nvSpPr>
        <p:spPr>
          <a:xfrm>
            <a:off x="515268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2" name="PlaceHolder 4"/>
          <p:cNvSpPr>
            <a:spLocks noGrp="1"/>
          </p:cNvSpPr>
          <p:nvPr>
            <p:ph type="body"/>
          </p:nvPr>
        </p:nvSpPr>
        <p:spPr>
          <a:xfrm>
            <a:off x="50400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3" name="PlaceHolder 5"/>
          <p:cNvSpPr>
            <a:spLocks noGrp="1"/>
          </p:cNvSpPr>
          <p:nvPr>
            <p:ph type="ftr" idx="67"/>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14" name="PlaceHolder 6"/>
          <p:cNvSpPr>
            <a:spLocks noGrp="1"/>
          </p:cNvSpPr>
          <p:nvPr>
            <p:ph type="sldNum" idx="68"/>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527C4D24-B654-4D76-B3D0-2DA1E63D0572}"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15" name="PlaceHolder 7"/>
          <p:cNvSpPr>
            <a:spLocks noGrp="1"/>
          </p:cNvSpPr>
          <p:nvPr>
            <p:ph type="dt" idx="69"/>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1"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2"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3" name="PlaceHolder 2"/>
          <p:cNvSpPr>
            <a:spLocks noGrp="1"/>
          </p:cNvSpPr>
          <p:nvPr>
            <p:ph type="body"/>
          </p:nvPr>
        </p:nvSpPr>
        <p:spPr>
          <a:xfrm>
            <a:off x="50400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4" name="PlaceHolder 3"/>
          <p:cNvSpPr>
            <a:spLocks noGrp="1"/>
          </p:cNvSpPr>
          <p:nvPr>
            <p:ph type="body"/>
          </p:nvPr>
        </p:nvSpPr>
        <p:spPr>
          <a:xfrm>
            <a:off x="515268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5" name="PlaceHolder 4"/>
          <p:cNvSpPr>
            <a:spLocks noGrp="1"/>
          </p:cNvSpPr>
          <p:nvPr>
            <p:ph type="body"/>
          </p:nvPr>
        </p:nvSpPr>
        <p:spPr>
          <a:xfrm>
            <a:off x="515268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6" name="PlaceHolder 5"/>
          <p:cNvSpPr>
            <a:spLocks noGrp="1"/>
          </p:cNvSpPr>
          <p:nvPr>
            <p:ph type="ftr" idx="70"/>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27" name="PlaceHolder 6"/>
          <p:cNvSpPr>
            <a:spLocks noGrp="1"/>
          </p:cNvSpPr>
          <p:nvPr>
            <p:ph type="sldNum" idx="71"/>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36B186E9-AD36-43AD-9D3C-413A89F82CC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28" name="PlaceHolder 7"/>
          <p:cNvSpPr>
            <a:spLocks noGrp="1"/>
          </p:cNvSpPr>
          <p:nvPr>
            <p:ph type="dt" idx="72"/>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3"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4" name="PlaceHolder 2"/>
          <p:cNvSpPr>
            <a:spLocks noGrp="1"/>
          </p:cNvSpPr>
          <p:nvPr>
            <p:ph type="body"/>
          </p:nvPr>
        </p:nvSpPr>
        <p:spPr>
          <a:xfrm>
            <a:off x="50400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5" name="PlaceHolder 3"/>
          <p:cNvSpPr>
            <a:spLocks noGrp="1"/>
          </p:cNvSpPr>
          <p:nvPr>
            <p:ph type="body"/>
          </p:nvPr>
        </p:nvSpPr>
        <p:spPr>
          <a:xfrm>
            <a:off x="515268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6" name="PlaceHolder 4"/>
          <p:cNvSpPr>
            <a:spLocks noGrp="1"/>
          </p:cNvSpPr>
          <p:nvPr>
            <p:ph type="body"/>
          </p:nvPr>
        </p:nvSpPr>
        <p:spPr>
          <a:xfrm>
            <a:off x="504000" y="4059360"/>
            <a:ext cx="907128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1"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2" name="PlaceHolder 2"/>
          <p:cNvSpPr>
            <a:spLocks noGrp="1"/>
          </p:cNvSpPr>
          <p:nvPr>
            <p:ph type="body"/>
          </p:nvPr>
        </p:nvSpPr>
        <p:spPr>
          <a:xfrm>
            <a:off x="504000" y="1769040"/>
            <a:ext cx="907128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3" name="PlaceHolder 3"/>
          <p:cNvSpPr>
            <a:spLocks noGrp="1"/>
          </p:cNvSpPr>
          <p:nvPr>
            <p:ph type="body"/>
          </p:nvPr>
        </p:nvSpPr>
        <p:spPr>
          <a:xfrm>
            <a:off x="504000" y="4059360"/>
            <a:ext cx="907128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7"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8" name="PlaceHolder 2"/>
          <p:cNvSpPr>
            <a:spLocks noGrp="1"/>
          </p:cNvSpPr>
          <p:nvPr>
            <p:ph type="body"/>
          </p:nvPr>
        </p:nvSpPr>
        <p:spPr>
          <a:xfrm>
            <a:off x="50400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9" name="PlaceHolder 3"/>
          <p:cNvSpPr>
            <a:spLocks noGrp="1"/>
          </p:cNvSpPr>
          <p:nvPr>
            <p:ph type="body"/>
          </p:nvPr>
        </p:nvSpPr>
        <p:spPr>
          <a:xfrm>
            <a:off x="515268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0" name="PlaceHolder 4"/>
          <p:cNvSpPr>
            <a:spLocks noGrp="1"/>
          </p:cNvSpPr>
          <p:nvPr>
            <p:ph type="body"/>
          </p:nvPr>
        </p:nvSpPr>
        <p:spPr>
          <a:xfrm>
            <a:off x="50400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1" name="PlaceHolder 5"/>
          <p:cNvSpPr>
            <a:spLocks noGrp="1"/>
          </p:cNvSpPr>
          <p:nvPr>
            <p:ph type="body"/>
          </p:nvPr>
        </p:nvSpPr>
        <p:spPr>
          <a:xfrm>
            <a:off x="515268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7"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58" name="PlaceHolder 2"/>
          <p:cNvSpPr>
            <a:spLocks noGrp="1"/>
          </p:cNvSpPr>
          <p:nvPr>
            <p:ph type="body"/>
          </p:nvPr>
        </p:nvSpPr>
        <p:spPr>
          <a:xfrm>
            <a:off x="504000" y="176904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9" name="PlaceHolder 3"/>
          <p:cNvSpPr>
            <a:spLocks noGrp="1"/>
          </p:cNvSpPr>
          <p:nvPr>
            <p:ph type="body"/>
          </p:nvPr>
        </p:nvSpPr>
        <p:spPr>
          <a:xfrm>
            <a:off x="3571200" y="176904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0" name="PlaceHolder 4"/>
          <p:cNvSpPr>
            <a:spLocks noGrp="1"/>
          </p:cNvSpPr>
          <p:nvPr>
            <p:ph type="body"/>
          </p:nvPr>
        </p:nvSpPr>
        <p:spPr>
          <a:xfrm>
            <a:off x="6638040" y="176904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1" name="PlaceHolder 5"/>
          <p:cNvSpPr>
            <a:spLocks noGrp="1"/>
          </p:cNvSpPr>
          <p:nvPr>
            <p:ph type="body"/>
          </p:nvPr>
        </p:nvSpPr>
        <p:spPr>
          <a:xfrm>
            <a:off x="504000" y="405936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2" name="PlaceHolder 6"/>
          <p:cNvSpPr>
            <a:spLocks noGrp="1"/>
          </p:cNvSpPr>
          <p:nvPr>
            <p:ph type="body"/>
          </p:nvPr>
        </p:nvSpPr>
        <p:spPr>
          <a:xfrm>
            <a:off x="3571200" y="405936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3" name="PlaceHolder 7"/>
          <p:cNvSpPr>
            <a:spLocks noGrp="1"/>
          </p:cNvSpPr>
          <p:nvPr>
            <p:ph type="body"/>
          </p:nvPr>
        </p:nvSpPr>
        <p:spPr>
          <a:xfrm>
            <a:off x="6638040" y="405936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4"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65"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6"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9"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0" name="PlaceHolder 2"/>
          <p:cNvSpPr>
            <a:spLocks noGrp="1"/>
          </p:cNvSpPr>
          <p:nvPr>
            <p:ph type="body"/>
          </p:nvPr>
        </p:nvSpPr>
        <p:spPr>
          <a:xfrm>
            <a:off x="504000" y="1769040"/>
            <a:ext cx="907128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3"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4" name="PlaceHolder 2"/>
          <p:cNvSpPr>
            <a:spLocks noGrp="1"/>
          </p:cNvSpPr>
          <p:nvPr>
            <p:ph type="body"/>
          </p:nvPr>
        </p:nvSpPr>
        <p:spPr>
          <a:xfrm>
            <a:off x="50400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5" name="PlaceHolder 3"/>
          <p:cNvSpPr>
            <a:spLocks noGrp="1"/>
          </p:cNvSpPr>
          <p:nvPr>
            <p:ph type="body"/>
          </p:nvPr>
        </p:nvSpPr>
        <p:spPr>
          <a:xfrm>
            <a:off x="515268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9"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1"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82" name="PlaceHolder 2"/>
          <p:cNvSpPr>
            <a:spLocks noGrp="1"/>
          </p:cNvSpPr>
          <p:nvPr>
            <p:ph type="body"/>
          </p:nvPr>
        </p:nvSpPr>
        <p:spPr>
          <a:xfrm>
            <a:off x="50400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3" name="PlaceHolder 3"/>
          <p:cNvSpPr>
            <a:spLocks noGrp="1"/>
          </p:cNvSpPr>
          <p:nvPr>
            <p:ph type="body"/>
          </p:nvPr>
        </p:nvSpPr>
        <p:spPr>
          <a:xfrm>
            <a:off x="515268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4" name="PlaceHolder 4"/>
          <p:cNvSpPr>
            <a:spLocks noGrp="1"/>
          </p:cNvSpPr>
          <p:nvPr>
            <p:ph type="body"/>
          </p:nvPr>
        </p:nvSpPr>
        <p:spPr>
          <a:xfrm>
            <a:off x="50400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9"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90" name="PlaceHolder 2"/>
          <p:cNvSpPr>
            <a:spLocks noGrp="1"/>
          </p:cNvSpPr>
          <p:nvPr>
            <p:ph type="body"/>
          </p:nvPr>
        </p:nvSpPr>
        <p:spPr>
          <a:xfrm>
            <a:off x="50400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1" name="PlaceHolder 3"/>
          <p:cNvSpPr>
            <a:spLocks noGrp="1"/>
          </p:cNvSpPr>
          <p:nvPr>
            <p:ph type="body"/>
          </p:nvPr>
        </p:nvSpPr>
        <p:spPr>
          <a:xfrm>
            <a:off x="515268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2" name="PlaceHolder 4"/>
          <p:cNvSpPr>
            <a:spLocks noGrp="1"/>
          </p:cNvSpPr>
          <p:nvPr>
            <p:ph type="body"/>
          </p:nvPr>
        </p:nvSpPr>
        <p:spPr>
          <a:xfrm>
            <a:off x="515268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9"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8"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9"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00" name="PlaceHolder 2"/>
          <p:cNvSpPr>
            <a:spLocks noGrp="1"/>
          </p:cNvSpPr>
          <p:nvPr>
            <p:ph type="body"/>
          </p:nvPr>
        </p:nvSpPr>
        <p:spPr>
          <a:xfrm>
            <a:off x="50400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1" name="PlaceHolder 3"/>
          <p:cNvSpPr>
            <a:spLocks noGrp="1"/>
          </p:cNvSpPr>
          <p:nvPr>
            <p:ph type="body"/>
          </p:nvPr>
        </p:nvSpPr>
        <p:spPr>
          <a:xfrm>
            <a:off x="515268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2" name="PlaceHolder 4"/>
          <p:cNvSpPr>
            <a:spLocks noGrp="1"/>
          </p:cNvSpPr>
          <p:nvPr>
            <p:ph type="body"/>
          </p:nvPr>
        </p:nvSpPr>
        <p:spPr>
          <a:xfrm>
            <a:off x="504000" y="4059360"/>
            <a:ext cx="907128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3" name="PlaceHolder 5"/>
          <p:cNvSpPr>
            <a:spLocks noGrp="1"/>
          </p:cNvSpPr>
          <p:nvPr>
            <p:ph type="ftr" idx="73"/>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04" name="PlaceHolder 6"/>
          <p:cNvSpPr>
            <a:spLocks noGrp="1"/>
          </p:cNvSpPr>
          <p:nvPr>
            <p:ph type="sldNum" idx="74"/>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E3A1E74E-7F92-449A-9B56-02D9F46B67E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05" name="PlaceHolder 7"/>
          <p:cNvSpPr>
            <a:spLocks noGrp="1"/>
          </p:cNvSpPr>
          <p:nvPr>
            <p:ph type="dt" idx="75"/>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1" r:id="rId2"/>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1"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2"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13" name="PlaceHolder 2"/>
          <p:cNvSpPr>
            <a:spLocks noGrp="1"/>
          </p:cNvSpPr>
          <p:nvPr>
            <p:ph type="body"/>
          </p:nvPr>
        </p:nvSpPr>
        <p:spPr>
          <a:xfrm>
            <a:off x="504000" y="1769040"/>
            <a:ext cx="907128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4" name="PlaceHolder 3"/>
          <p:cNvSpPr>
            <a:spLocks noGrp="1"/>
          </p:cNvSpPr>
          <p:nvPr>
            <p:ph type="body"/>
          </p:nvPr>
        </p:nvSpPr>
        <p:spPr>
          <a:xfrm>
            <a:off x="504000" y="4059360"/>
            <a:ext cx="907128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5" name="PlaceHolder 4"/>
          <p:cNvSpPr>
            <a:spLocks noGrp="1"/>
          </p:cNvSpPr>
          <p:nvPr>
            <p:ph type="ftr" idx="76"/>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16" name="PlaceHolder 5"/>
          <p:cNvSpPr>
            <a:spLocks noGrp="1"/>
          </p:cNvSpPr>
          <p:nvPr>
            <p:ph type="sldNum" idx="77"/>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4193AF2F-C7BB-41C4-96AB-4FD16465818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17" name="PlaceHolder 6"/>
          <p:cNvSpPr>
            <a:spLocks noGrp="1"/>
          </p:cNvSpPr>
          <p:nvPr>
            <p:ph type="dt" idx="78"/>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3" r:id="rId2"/>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2"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3"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24" name="PlaceHolder 2"/>
          <p:cNvSpPr>
            <a:spLocks noGrp="1"/>
          </p:cNvSpPr>
          <p:nvPr>
            <p:ph type="body"/>
          </p:nvPr>
        </p:nvSpPr>
        <p:spPr>
          <a:xfrm>
            <a:off x="50400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5" name="PlaceHolder 3"/>
          <p:cNvSpPr>
            <a:spLocks noGrp="1"/>
          </p:cNvSpPr>
          <p:nvPr>
            <p:ph type="body"/>
          </p:nvPr>
        </p:nvSpPr>
        <p:spPr>
          <a:xfrm>
            <a:off x="515268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6" name="PlaceHolder 4"/>
          <p:cNvSpPr>
            <a:spLocks noGrp="1"/>
          </p:cNvSpPr>
          <p:nvPr>
            <p:ph type="body"/>
          </p:nvPr>
        </p:nvSpPr>
        <p:spPr>
          <a:xfrm>
            <a:off x="50400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7" name="PlaceHolder 5"/>
          <p:cNvSpPr>
            <a:spLocks noGrp="1"/>
          </p:cNvSpPr>
          <p:nvPr>
            <p:ph type="body"/>
          </p:nvPr>
        </p:nvSpPr>
        <p:spPr>
          <a:xfrm>
            <a:off x="515268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8" name="PlaceHolder 6"/>
          <p:cNvSpPr>
            <a:spLocks noGrp="1"/>
          </p:cNvSpPr>
          <p:nvPr>
            <p:ph type="ftr" idx="79"/>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29" name="PlaceHolder 7"/>
          <p:cNvSpPr>
            <a:spLocks noGrp="1"/>
          </p:cNvSpPr>
          <p:nvPr>
            <p:ph type="sldNum" idx="80"/>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8C34850F-F3BA-4AEF-A5D2-8BF865A41FD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30" name="PlaceHolder 8"/>
          <p:cNvSpPr>
            <a:spLocks noGrp="1"/>
          </p:cNvSpPr>
          <p:nvPr>
            <p:ph type="dt" idx="81"/>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5" r:id="rId2"/>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7"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8"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39" name="PlaceHolder 2"/>
          <p:cNvSpPr>
            <a:spLocks noGrp="1"/>
          </p:cNvSpPr>
          <p:nvPr>
            <p:ph type="body"/>
          </p:nvPr>
        </p:nvSpPr>
        <p:spPr>
          <a:xfrm>
            <a:off x="504000" y="176904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0" name="PlaceHolder 3"/>
          <p:cNvSpPr>
            <a:spLocks noGrp="1"/>
          </p:cNvSpPr>
          <p:nvPr>
            <p:ph type="body"/>
          </p:nvPr>
        </p:nvSpPr>
        <p:spPr>
          <a:xfrm>
            <a:off x="3571200" y="176904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1" name="PlaceHolder 4"/>
          <p:cNvSpPr>
            <a:spLocks noGrp="1"/>
          </p:cNvSpPr>
          <p:nvPr>
            <p:ph type="body"/>
          </p:nvPr>
        </p:nvSpPr>
        <p:spPr>
          <a:xfrm>
            <a:off x="6638040" y="176904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2" name="PlaceHolder 5"/>
          <p:cNvSpPr>
            <a:spLocks noGrp="1"/>
          </p:cNvSpPr>
          <p:nvPr>
            <p:ph type="body"/>
          </p:nvPr>
        </p:nvSpPr>
        <p:spPr>
          <a:xfrm>
            <a:off x="504000" y="405936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3" name="PlaceHolder 6"/>
          <p:cNvSpPr>
            <a:spLocks noGrp="1"/>
          </p:cNvSpPr>
          <p:nvPr>
            <p:ph type="body"/>
          </p:nvPr>
        </p:nvSpPr>
        <p:spPr>
          <a:xfrm>
            <a:off x="3571200" y="405936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4" name="PlaceHolder 7"/>
          <p:cNvSpPr>
            <a:spLocks noGrp="1"/>
          </p:cNvSpPr>
          <p:nvPr>
            <p:ph type="body"/>
          </p:nvPr>
        </p:nvSpPr>
        <p:spPr>
          <a:xfrm>
            <a:off x="6638040" y="4059360"/>
            <a:ext cx="292032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5" name="PlaceHolder 8"/>
          <p:cNvSpPr>
            <a:spLocks noGrp="1"/>
          </p:cNvSpPr>
          <p:nvPr>
            <p:ph type="ftr" idx="82"/>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46" name="PlaceHolder 9"/>
          <p:cNvSpPr>
            <a:spLocks noGrp="1"/>
          </p:cNvSpPr>
          <p:nvPr>
            <p:ph type="sldNum" idx="83"/>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EEBAFA26-AB62-4741-ACF7-EBFBB3D66DC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47" name="PlaceHolder 10"/>
          <p:cNvSpPr>
            <a:spLocks noGrp="1"/>
          </p:cNvSpPr>
          <p:nvPr>
            <p:ph type="dt" idx="84"/>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9"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0" name="PlaceHolder 1"/>
          <p:cNvSpPr>
            <a:spLocks noGrp="1"/>
          </p:cNvSpPr>
          <p:nvPr>
            <p:ph type="ftr" idx="85"/>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51" name="PlaceHolder 2"/>
          <p:cNvSpPr>
            <a:spLocks noGrp="1"/>
          </p:cNvSpPr>
          <p:nvPr>
            <p:ph type="sldNum" idx="86"/>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4772C466-5DF8-4C57-8922-F625B30A5B6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52" name="PlaceHolder 3"/>
          <p:cNvSpPr>
            <a:spLocks noGrp="1"/>
          </p:cNvSpPr>
          <p:nvPr>
            <p:ph type="dt" idx="87"/>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9" r:id="rId2"/>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4"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5"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6" name="PlaceHolder 2"/>
          <p:cNvSpPr>
            <a:spLocks noGrp="1"/>
          </p:cNvSpPr>
          <p:nvPr>
            <p:ph type="ftr" idx="88"/>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57" name="PlaceHolder 3"/>
          <p:cNvSpPr>
            <a:spLocks noGrp="1"/>
          </p:cNvSpPr>
          <p:nvPr>
            <p:ph type="sldNum" idx="89"/>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216ACD4A-F109-4F23-BE42-6153FA40BA65}"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58" name="PlaceHolder 4"/>
          <p:cNvSpPr>
            <a:spLocks noGrp="1"/>
          </p:cNvSpPr>
          <p:nvPr>
            <p:ph type="dt" idx="90"/>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1" r:id="rId2"/>
  </p:sldLayoutIdLst>
</p:sldMaster>
</file>

<file path=ppt/slideMasters/slideMaster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2"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3"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4" name="PlaceHolder 2"/>
          <p:cNvSpPr>
            <a:spLocks noGrp="1"/>
          </p:cNvSpPr>
          <p:nvPr>
            <p:ph type="body"/>
          </p:nvPr>
        </p:nvSpPr>
        <p:spPr>
          <a:xfrm>
            <a:off x="504000" y="1769040"/>
            <a:ext cx="907128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65" name="PlaceHolder 3"/>
          <p:cNvSpPr>
            <a:spLocks noGrp="1"/>
          </p:cNvSpPr>
          <p:nvPr>
            <p:ph type="ftr" idx="91"/>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66" name="PlaceHolder 4"/>
          <p:cNvSpPr>
            <a:spLocks noGrp="1"/>
          </p:cNvSpPr>
          <p:nvPr>
            <p:ph type="sldNum" idx="92"/>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21DBA596-3DC7-4513-9001-1BD9064B379C}"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67" name="PlaceHolder 5"/>
          <p:cNvSpPr>
            <a:spLocks noGrp="1"/>
          </p:cNvSpPr>
          <p:nvPr>
            <p:ph type="dt" idx="93"/>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3" r:id="rId2"/>
  </p:sldLayoutIdLst>
</p:sldMaster>
</file>

<file path=ppt/slideMasters/slideMaster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1"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2"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3" name="PlaceHolder 2"/>
          <p:cNvSpPr>
            <a:spLocks noGrp="1"/>
          </p:cNvSpPr>
          <p:nvPr>
            <p:ph type="body"/>
          </p:nvPr>
        </p:nvSpPr>
        <p:spPr>
          <a:xfrm>
            <a:off x="50400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4" name="PlaceHolder 3"/>
          <p:cNvSpPr>
            <a:spLocks noGrp="1"/>
          </p:cNvSpPr>
          <p:nvPr>
            <p:ph type="body"/>
          </p:nvPr>
        </p:nvSpPr>
        <p:spPr>
          <a:xfrm>
            <a:off x="515268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5" name="PlaceHolder 4"/>
          <p:cNvSpPr>
            <a:spLocks noGrp="1"/>
          </p:cNvSpPr>
          <p:nvPr>
            <p:ph type="ftr" idx="94"/>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76" name="PlaceHolder 5"/>
          <p:cNvSpPr>
            <a:spLocks noGrp="1"/>
          </p:cNvSpPr>
          <p:nvPr>
            <p:ph type="sldNum" idx="95"/>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C995CEAF-9BC0-4E25-AD16-C9F8E5994FA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77" name="PlaceHolder 6"/>
          <p:cNvSpPr>
            <a:spLocks noGrp="1"/>
          </p:cNvSpPr>
          <p:nvPr>
            <p:ph type="dt" idx="96"/>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5" r:id="rId2"/>
  </p:sldLayoutIdLst>
</p:sldMaster>
</file>

<file path=ppt/slideMasters/slideMaster4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2"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3"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84" name="PlaceHolder 2"/>
          <p:cNvSpPr>
            <a:spLocks noGrp="1"/>
          </p:cNvSpPr>
          <p:nvPr>
            <p:ph type="ftr" idx="97"/>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85" name="PlaceHolder 3"/>
          <p:cNvSpPr>
            <a:spLocks noGrp="1"/>
          </p:cNvSpPr>
          <p:nvPr>
            <p:ph type="sldNum" idx="98"/>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9DEF34D4-E7C1-4AC3-B185-967DF1D99655}"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86" name="PlaceHolder 4"/>
          <p:cNvSpPr>
            <a:spLocks noGrp="1"/>
          </p:cNvSpPr>
          <p:nvPr>
            <p:ph type="dt" idx="99"/>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7" r:id="rId2"/>
  </p:sldLayoutIdLst>
</p:sldMaster>
</file>

<file path=ppt/slideMasters/slideMaster4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9"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0" name="PlaceHolder 1"/>
          <p:cNvSpPr>
            <a:spLocks noGrp="1"/>
          </p:cNvSpPr>
          <p:nvPr>
            <p:ph type="ftr" idx="100"/>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91" name="PlaceHolder 2"/>
          <p:cNvSpPr>
            <a:spLocks noGrp="1"/>
          </p:cNvSpPr>
          <p:nvPr>
            <p:ph type="sldNum" idx="101"/>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0EDCDFB5-3BF0-45B8-9B27-17AF46D6BCEC}"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92" name="PlaceHolder 3"/>
          <p:cNvSpPr>
            <a:spLocks noGrp="1"/>
          </p:cNvSpPr>
          <p:nvPr>
            <p:ph type="dt" idx="102"/>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9" r:id="rId2"/>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4"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5"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96" name="PlaceHolder 2"/>
          <p:cNvSpPr>
            <a:spLocks noGrp="1"/>
          </p:cNvSpPr>
          <p:nvPr>
            <p:ph type="body"/>
          </p:nvPr>
        </p:nvSpPr>
        <p:spPr>
          <a:xfrm>
            <a:off x="50400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7" name="PlaceHolder 3"/>
          <p:cNvSpPr>
            <a:spLocks noGrp="1"/>
          </p:cNvSpPr>
          <p:nvPr>
            <p:ph type="body"/>
          </p:nvPr>
        </p:nvSpPr>
        <p:spPr>
          <a:xfrm>
            <a:off x="515268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8" name="PlaceHolder 4"/>
          <p:cNvSpPr>
            <a:spLocks noGrp="1"/>
          </p:cNvSpPr>
          <p:nvPr>
            <p:ph type="body"/>
          </p:nvPr>
        </p:nvSpPr>
        <p:spPr>
          <a:xfrm>
            <a:off x="50400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9" name="PlaceHolder 5"/>
          <p:cNvSpPr>
            <a:spLocks noGrp="1"/>
          </p:cNvSpPr>
          <p:nvPr>
            <p:ph type="ftr" idx="103"/>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00" name="PlaceHolder 6"/>
          <p:cNvSpPr>
            <a:spLocks noGrp="1"/>
          </p:cNvSpPr>
          <p:nvPr>
            <p:ph type="sldNum" idx="104"/>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BC548CEC-E5A8-4A3F-9E66-57AA5EFA542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01" name="PlaceHolder 7"/>
          <p:cNvSpPr>
            <a:spLocks noGrp="1"/>
          </p:cNvSpPr>
          <p:nvPr>
            <p:ph type="dt" idx="105"/>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1" r:id="rId2"/>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
          <p:cNvSpPr/>
          <p:nvPr/>
        </p:nvSpPr>
        <p:spPr>
          <a:xfrm>
            <a:off x="0" y="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7" name=""/>
          <p:cNvSpPr/>
          <p:nvPr/>
        </p:nvSpPr>
        <p:spPr>
          <a:xfrm>
            <a:off x="0" y="6620400"/>
            <a:ext cx="10076400" cy="94140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8"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09" name="PlaceHolder 2"/>
          <p:cNvSpPr>
            <a:spLocks noGrp="1"/>
          </p:cNvSpPr>
          <p:nvPr>
            <p:ph type="body"/>
          </p:nvPr>
        </p:nvSpPr>
        <p:spPr>
          <a:xfrm>
            <a:off x="504000" y="1769040"/>
            <a:ext cx="4426560" cy="43840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10" name="PlaceHolder 3"/>
          <p:cNvSpPr>
            <a:spLocks noGrp="1"/>
          </p:cNvSpPr>
          <p:nvPr>
            <p:ph type="body"/>
          </p:nvPr>
        </p:nvSpPr>
        <p:spPr>
          <a:xfrm>
            <a:off x="5152680" y="176904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11" name="PlaceHolder 4"/>
          <p:cNvSpPr>
            <a:spLocks noGrp="1"/>
          </p:cNvSpPr>
          <p:nvPr>
            <p:ph type="body"/>
          </p:nvPr>
        </p:nvSpPr>
        <p:spPr>
          <a:xfrm>
            <a:off x="5152680" y="4059360"/>
            <a:ext cx="4426560" cy="209088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12" name="PlaceHolder 5"/>
          <p:cNvSpPr>
            <a:spLocks noGrp="1"/>
          </p:cNvSpPr>
          <p:nvPr>
            <p:ph type="ftr" idx="106"/>
          </p:nvPr>
        </p:nvSpPr>
        <p:spPr>
          <a:xfrm>
            <a:off x="3447360" y="6887160"/>
            <a:ext cx="3194640" cy="5209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13" name="PlaceHolder 6"/>
          <p:cNvSpPr>
            <a:spLocks noGrp="1"/>
          </p:cNvSpPr>
          <p:nvPr>
            <p:ph type="sldNum" idx="107"/>
          </p:nvPr>
        </p:nvSpPr>
        <p:spPr>
          <a:xfrm>
            <a:off x="7227360" y="6887160"/>
            <a:ext cx="2347920" cy="5209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99C9C328-139E-455B-BE9F-595831EC5838}"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14" name="PlaceHolder 7"/>
          <p:cNvSpPr>
            <a:spLocks noGrp="1"/>
          </p:cNvSpPr>
          <p:nvPr>
            <p:ph type="dt" idx="108"/>
          </p:nvPr>
        </p:nvSpPr>
        <p:spPr>
          <a:xfrm>
            <a:off x="504000" y="6887160"/>
            <a:ext cx="2347920" cy="5209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9.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9.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9.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3.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title"/>
          </p:nvPr>
        </p:nvSpPr>
        <p:spPr>
          <a:xfrm>
            <a:off x="0" y="2341080"/>
            <a:ext cx="9071280" cy="1261800"/>
          </a:xfrm>
          <a:prstGeom prst="rect">
            <a:avLst/>
          </a:prstGeom>
          <a:noFill/>
          <a:ln w="0">
            <a:noFill/>
          </a:ln>
        </p:spPr>
        <p:txBody>
          <a:bodyPr lIns="0" rIns="0" tIns="0" bIns="0" anchor="ctr">
            <a:noAutofit/>
          </a:bodyPr>
          <a:p>
            <a:pPr indent="0" algn="ctr">
              <a:lnSpc>
                <a:spcPct val="100000"/>
              </a:lnSpc>
              <a:buNone/>
            </a:pPr>
            <a:r>
              <a:rPr b="0" lang="en-IN" sz="4400" spc="-1" strike="noStrike">
                <a:solidFill>
                  <a:srgbClr val="006699"/>
                </a:solidFill>
                <a:latin typeface="Arial"/>
              </a:rPr>
              <a:t>mmap</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0" name="" descr=""/>
          <p:cNvPicPr/>
          <p:nvPr/>
        </p:nvPicPr>
        <p:blipFill>
          <a:blip r:embed="rId1"/>
          <a:stretch/>
        </p:blipFill>
        <p:spPr>
          <a:xfrm>
            <a:off x="648000" y="1224000"/>
            <a:ext cx="9142560" cy="567900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1" name="" descr=""/>
          <p:cNvPicPr/>
          <p:nvPr/>
        </p:nvPicPr>
        <p:blipFill>
          <a:blip r:embed="rId1"/>
          <a:stretch/>
        </p:blipFill>
        <p:spPr>
          <a:xfrm>
            <a:off x="238320" y="158400"/>
            <a:ext cx="10073520" cy="5551920"/>
          </a:xfrm>
          <a:prstGeom prst="rect">
            <a:avLst/>
          </a:prstGeom>
          <a:ln w="0">
            <a:noFill/>
          </a:ln>
        </p:spPr>
      </p:pic>
      <p:sp>
        <p:nvSpPr>
          <p:cNvPr id="422" name="CustomShape 1"/>
          <p:cNvSpPr/>
          <p:nvPr/>
        </p:nvSpPr>
        <p:spPr>
          <a:xfrm>
            <a:off x="174600" y="6602040"/>
            <a:ext cx="5851440" cy="376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https://www.youtube.com/watch?v=95QpHJX55bM</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lnSpc>
                <a:spcPct val="100000"/>
              </a:lnSpc>
              <a:buNone/>
            </a:pPr>
            <a:r>
              <a:rPr b="0" lang="en-IN" sz="4400" spc="-1" strike="noStrike">
                <a:solidFill>
                  <a:srgbClr val="ffffff"/>
                </a:solidFill>
                <a:latin typeface="Arial"/>
              </a:rPr>
              <a:t>sendfile</a:t>
            </a:r>
            <a:endParaRPr b="0" lang="en-US" sz="4400" spc="-1" strike="noStrike">
              <a:solidFill>
                <a:srgbClr val="000000"/>
              </a:solidFill>
              <a:latin typeface="Arial"/>
            </a:endParaRPr>
          </a:p>
        </p:txBody>
      </p:sp>
      <p:sp>
        <p:nvSpPr>
          <p:cNvPr id="424" name=""/>
          <p:cNvSpPr/>
          <p:nvPr/>
        </p:nvSpPr>
        <p:spPr>
          <a:xfrm>
            <a:off x="59400" y="1152000"/>
            <a:ext cx="9948240" cy="2649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rPr>
              <a:t>Applications such as web servers and file servers frequently need to transfer the unaltered contents of a disk file through a (connected) socket. One way to do this would be a loop of the following form:</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while ((n = read(diskfilefd, buf, BUZ_SIZE)) &gt; 0)</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write(sockfd, buf, 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For many applications, such a loop is perfectly acceptable. However, if we frequently transfer large files via a socket, this technique is inefficient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The sendfile() system call is designed to eliminate this inefficiency. When an application calls sendfile(), the file contents are transferred directly to the socket, without passing through user space, as shown on the right side of Figure</a:t>
            </a:r>
            <a:endParaRPr b="0" lang="en-US" sz="1800" spc="-1" strike="noStrike">
              <a:solidFill>
                <a:srgbClr val="000000"/>
              </a:solidFill>
              <a:latin typeface="Arial"/>
            </a:endParaRPr>
          </a:p>
        </p:txBody>
      </p:sp>
      <p:pic>
        <p:nvPicPr>
          <p:cNvPr id="425" name="" descr=""/>
          <p:cNvPicPr/>
          <p:nvPr/>
        </p:nvPicPr>
        <p:blipFill>
          <a:blip r:embed="rId1"/>
          <a:stretch/>
        </p:blipFill>
        <p:spPr>
          <a:xfrm>
            <a:off x="4056120" y="3945960"/>
            <a:ext cx="5559480" cy="2677680"/>
          </a:xfrm>
          <a:prstGeom prst="rect">
            <a:avLst/>
          </a:prstGeom>
          <a:ln w="0">
            <a:noFill/>
          </a:ln>
        </p:spPr>
      </p:pic>
      <p:sp>
        <p:nvSpPr>
          <p:cNvPr id="426" name=""/>
          <p:cNvSpPr/>
          <p:nvPr/>
        </p:nvSpPr>
        <p:spPr>
          <a:xfrm>
            <a:off x="360000" y="6741360"/>
            <a:ext cx="6762600" cy="602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rPr>
              <a:t>ssize_t sendfile(int out_fd , int in_fd , off_t * offset , size_t count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Returns number of bytes transferred, or –1 on error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28" name=""/>
          <p:cNvSpPr/>
          <p:nvPr/>
        </p:nvSpPr>
        <p:spPr>
          <a:xfrm>
            <a:off x="504000" y="2813400"/>
            <a:ext cx="8033400" cy="858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rPr>
              <a:t>#include &lt;sys/mman.h&gt;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void *mmap(void * addr , size_t length , int prot , int flags , int fd , off_t offset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Returns starting address of mapping on success, or MAP_FAILED on error</a:t>
            </a:r>
            <a:endParaRPr b="0" lang="en-US" sz="1800" spc="-1" strike="noStrike">
              <a:solidFill>
                <a:srgbClr val="000000"/>
              </a:solidFill>
              <a:latin typeface="Arial"/>
            </a:endParaRPr>
          </a:p>
        </p:txBody>
      </p:sp>
      <p:sp>
        <p:nvSpPr>
          <p:cNvPr id="429" name=""/>
          <p:cNvSpPr/>
          <p:nvPr/>
        </p:nvSpPr>
        <p:spPr>
          <a:xfrm>
            <a:off x="-72000" y="5040000"/>
            <a:ext cx="5294520" cy="858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rPr>
              <a:t>#include &lt;sys/mman.h&gt;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int munmap(void * addr , size_t length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Returns 0 on success, or –1 on error</a:t>
            </a:r>
            <a:endParaRPr b="0" lang="en-US" sz="1800" spc="-1" strike="noStrike">
              <a:solidFill>
                <a:srgbClr val="000000"/>
              </a:solidFill>
              <a:latin typeface="Arial"/>
            </a:endParaRPr>
          </a:p>
        </p:txBody>
      </p:sp>
      <p:pic>
        <p:nvPicPr>
          <p:cNvPr id="430" name="" descr=""/>
          <p:cNvPicPr/>
          <p:nvPr/>
        </p:nvPicPr>
        <p:blipFill>
          <a:blip r:embed="rId1"/>
          <a:stretch/>
        </p:blipFill>
        <p:spPr>
          <a:xfrm>
            <a:off x="5112000" y="3888000"/>
            <a:ext cx="4895640" cy="3684600"/>
          </a:xfrm>
          <a:prstGeom prst="rect">
            <a:avLst/>
          </a:prstGeom>
          <a:ln w="0">
            <a:noFill/>
          </a:ln>
        </p:spPr>
      </p:pic>
      <p:sp>
        <p:nvSpPr>
          <p:cNvPr id="431" name=""/>
          <p:cNvSpPr/>
          <p:nvPr/>
        </p:nvSpPr>
        <p:spPr>
          <a:xfrm>
            <a:off x="75600" y="1242720"/>
            <a:ext cx="10004040" cy="772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There are sound advantages to using mmap when it’s feasible to do so. X server, which transfers a lot of data to and from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video memory; mapping the graphic display to user space dramatically improves the throughput, as opposed to an lseek/write implementation. Another typical example is a program controlling a PCI device. Most PCI peripherals map their control registers to a memory address, and a high-performance application might prefer to have direct access to the registers instead of repeatedly having to call ioctl to get its work done.</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2" name="" descr=""/>
          <p:cNvPicPr/>
          <p:nvPr/>
        </p:nvPicPr>
        <p:blipFill>
          <a:blip r:embed="rId1"/>
          <a:stretch/>
        </p:blipFill>
        <p:spPr>
          <a:xfrm>
            <a:off x="4464000" y="3600000"/>
            <a:ext cx="4751640" cy="3681000"/>
          </a:xfrm>
          <a:prstGeom prst="rect">
            <a:avLst/>
          </a:prstGeom>
          <a:ln w="0">
            <a:noFill/>
          </a:ln>
        </p:spPr>
      </p:pic>
      <p:sp>
        <p:nvSpPr>
          <p:cNvPr id="433" name=""/>
          <p:cNvSpPr/>
          <p:nvPr/>
        </p:nvSpPr>
        <p:spPr>
          <a:xfrm>
            <a:off x="86760" y="1008000"/>
            <a:ext cx="9822240" cy="2394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rPr>
              <a:t>MAP_PRIVATE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Create a private mapping. Modifications to the contents of the region are not visible to other processes employing the same mapping, and, in the case of a file mapping, are not carried through to the underlying file.</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rPr>
              <a:t>MAP_SHARED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Create a shared mapping. Modifications to the contents of the region are visible to other processes mapping the same region with the MAP_SHARED attribute and, in the case of a file mapping, are carried through to the underlying file. Updates to the file are not guaranteed to be immediate;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35" name=""/>
          <p:cNvSpPr/>
          <p:nvPr/>
        </p:nvSpPr>
        <p:spPr>
          <a:xfrm>
            <a:off x="72000" y="1008000"/>
            <a:ext cx="9935640" cy="1882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rPr>
              <a:t>Memory-mapped I/O has two potential advantages: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-&gt; By replacing read() and write() system calls with memory accesses, it can simplify the logic of some applications.It can, in some circumstances, provide better performance than file I/O carried out using the conventional I/O system calls.</a:t>
            </a:r>
            <a:endParaRPr b="0" lang="en-US" sz="1800" spc="-1" strike="noStrike">
              <a:solidFill>
                <a:srgbClr val="000000"/>
              </a:solidFill>
              <a:latin typeface="Arial"/>
            </a:endParaRPr>
          </a:p>
        </p:txBody>
      </p:sp>
      <p:sp>
        <p:nvSpPr>
          <p:cNvPr id="436" name=""/>
          <p:cNvSpPr/>
          <p:nvPr/>
        </p:nvSpPr>
        <p:spPr>
          <a:xfrm>
            <a:off x="0" y="2160000"/>
            <a:ext cx="9863640" cy="858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rPr>
              <a:t>The kernel automatically carries modifications of the contents of a MAP_SHARED map-</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ping through to the underlying file, but, by default, provides no guarantees about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when such synchronization will occur.</a:t>
            </a:r>
            <a:endParaRPr b="0" lang="en-US" sz="1800" spc="-1" strike="noStrike">
              <a:solidFill>
                <a:srgbClr val="000000"/>
              </a:solidFill>
              <a:latin typeface="Arial"/>
            </a:endParaRPr>
          </a:p>
        </p:txBody>
      </p:sp>
      <p:sp>
        <p:nvSpPr>
          <p:cNvPr id="437" name=""/>
          <p:cNvSpPr/>
          <p:nvPr/>
        </p:nvSpPr>
        <p:spPr>
          <a:xfrm>
            <a:off x="0" y="2981520"/>
            <a:ext cx="9803880" cy="1626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rPr>
              <a:t>The msync() system call gives an application explicit control over when a shared mapping is synchronized with the mapped file. Synchronizing a mapping with the underlying file is useful in various scenarios. For example, to ensure data integrity, a database application may call msync() to force data to be written to the disk. Calling msync() also allows an application to ensure that updates to a writable mapping are visible to some other process that performs a read() on the file.</a:t>
            </a:r>
            <a:endParaRPr b="0" lang="en-US" sz="1800" spc="-1" strike="noStrike">
              <a:solidFill>
                <a:srgbClr val="000000"/>
              </a:solidFill>
              <a:latin typeface="Arial"/>
            </a:endParaRPr>
          </a:p>
        </p:txBody>
      </p:sp>
      <p:sp>
        <p:nvSpPr>
          <p:cNvPr id="438" name=""/>
          <p:cNvSpPr/>
          <p:nvPr/>
        </p:nvSpPr>
        <p:spPr>
          <a:xfrm>
            <a:off x="2809800" y="4392000"/>
            <a:ext cx="4965840" cy="858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rPr>
              <a:t>#include &lt;sys/mman.h&gt;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int msync(void * addr , size_t length , int flags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Returns 0 on success, or –1 on error</a:t>
            </a:r>
            <a:endParaRPr b="0" lang="en-US" sz="1800" spc="-1" strike="noStrike">
              <a:solidFill>
                <a:srgbClr val="000000"/>
              </a:solidFill>
              <a:latin typeface="Arial"/>
            </a:endParaRPr>
          </a:p>
        </p:txBody>
      </p:sp>
      <p:sp>
        <p:nvSpPr>
          <p:cNvPr id="439" name=""/>
          <p:cNvSpPr/>
          <p:nvPr/>
        </p:nvSpPr>
        <p:spPr>
          <a:xfrm>
            <a:off x="72000" y="5256000"/>
            <a:ext cx="9770040" cy="2138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rPr>
              <a:t>MS_SYNC</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Perform a synchronous file write. The call blocks until all modified pages of the memory region have been written to the disk.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MS_ASYNC</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Perform an asynchronous file write. The modified pages of the memory region are written to the disk at some later point and are immediately made visible to other processes performing a read() on the corresponding file region.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title"/>
          </p:nvPr>
        </p:nvSpPr>
        <p:spPr>
          <a:xfrm>
            <a:off x="504000" y="301320"/>
            <a:ext cx="9071280" cy="63720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41" name=""/>
          <p:cNvSpPr/>
          <p:nvPr/>
        </p:nvSpPr>
        <p:spPr>
          <a:xfrm>
            <a:off x="71640" y="1133640"/>
            <a:ext cx="9792000" cy="2394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rPr>
              <a:t>In some applications, it is useful to lock part or all of a process’s virtual memory so that it is guaranteed to always be in physical memory. One reason for doing this is to improve performance. Accesses to locked pages are guaranteed never to be delayed by a page fault. This is useful for applications that must ensure rapid response times.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Another reason for locking memory is security. If a virtual memory page containing sensitive data is never swapped out, then no copy of the page is ever written to the disk. If the page was written to the disk, it could, in theory, be read directly from the disk device at some later time.</a:t>
            </a:r>
            <a:endParaRPr b="0" lang="en-US" sz="1800" spc="-1" strike="noStrike">
              <a:solidFill>
                <a:srgbClr val="000000"/>
              </a:solidFill>
              <a:latin typeface="Arial"/>
            </a:endParaRPr>
          </a:p>
        </p:txBody>
      </p:sp>
      <p:sp>
        <p:nvSpPr>
          <p:cNvPr id="442" name=""/>
          <p:cNvSpPr/>
          <p:nvPr/>
        </p:nvSpPr>
        <p:spPr>
          <a:xfrm>
            <a:off x="2335680" y="3205440"/>
            <a:ext cx="4215960" cy="1114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rPr>
              <a:t>#include &lt;sys/mman.h&gt;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int mlock(void * addr , size_t length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int munlock(void * addr , size_t length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Both return 0 on success, or –1 on error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44</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2023-05-20T18:02:42Z</dcterms:created>
  <dc:creator/>
  <dc:description/>
  <dc:language>en-IN</dc:language>
  <cp:lastModifiedBy/>
  <dcterms:modified xsi:type="dcterms:W3CDTF">2025-12-09T21:40:41Z</dcterms:modified>
  <cp:revision>12</cp:revision>
  <dc:subject/>
  <dc:title>Blue Curve</dc:title>
</cp:coreProperties>
</file>

<file path=docProps/custom.xml><?xml version="1.0" encoding="utf-8"?>
<Properties xmlns="http://schemas.openxmlformats.org/officeDocument/2006/custom-properties" xmlns:vt="http://schemas.openxmlformats.org/officeDocument/2006/docPropsVTypes"/>
</file>