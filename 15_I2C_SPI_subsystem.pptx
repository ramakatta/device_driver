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4.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slideMaster14.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_rels/presentation.xml.rels" ContentType="application/vnd.openxmlformats-package.relationships+xml"/>
  <Override PartName="/ppt/media/image13.png" ContentType="image/png"/>
  <Override PartName="/ppt/media/image4.png" ContentType="image/png"/>
  <Override PartName="/ppt/media/image1.jpeg" ContentType="image/jpeg"/>
  <Override PartName="/ppt/media/image10.png" ContentType="image/png"/>
  <Override PartName="/ppt/media/image6.png" ContentType="image/png"/>
  <Override PartName="/ppt/media/image15.png" ContentType="image/png"/>
  <Override PartName="/ppt/media/image14.png" ContentType="image/png"/>
  <Override PartName="/ppt/media/image5.png" ContentType="image/png"/>
  <Override PartName="/ppt/media/image7.png" ContentType="image/png"/>
  <Override PartName="/ppt/media/image11.png" ContentType="image/png"/>
  <Override PartName="/ppt/media/image2.png" ContentType="image/png"/>
  <Override PartName="/ppt/media/image8.png" ContentType="image/png"/>
  <Override PartName="/ppt/media/image12.png" ContentType="image/png"/>
  <Override PartName="/ppt/media/image3.png" ContentType="image/png"/>
  <Override PartName="/ppt/media/image9.png" ContentType="image/png"/>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slide13.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Lst>
  <p:sldIdLst>
    <p:sldId id="256" r:id="rId26"/>
    <p:sldId id="257" r:id="rId27"/>
    <p:sldId id="258" r:id="rId28"/>
    <p:sldId id="259" r:id="rId29"/>
    <p:sldId id="260" r:id="rId30"/>
    <p:sldId id="261" r:id="rId31"/>
    <p:sldId id="262" r:id="rId32"/>
    <p:sldId id="263" r:id="rId33"/>
    <p:sldId id="264" r:id="rId34"/>
    <p:sldId id="265" r:id="rId35"/>
    <p:sldId id="266" r:id="rId36"/>
    <p:sldId id="267" r:id="rId37"/>
    <p:sldId id="268" r:id="rId38"/>
    <p:sldId id="269" r:id="rId39"/>
  </p:sldIdLst>
  <p:sldSz cx="10080625" cy="7559675"/>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 Target="slides/slide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 name="PlaceHolder 4"/>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 name="PlaceHolder 4"/>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 name="PlaceHolder 2"/>
          <p:cNvSpPr>
            <a:spLocks noGrp="1"/>
          </p:cNvSpPr>
          <p:nvPr>
            <p:ph/>
          </p:nvPr>
        </p:nvSpPr>
        <p:spPr>
          <a:xfrm>
            <a:off x="504000" y="176868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 name="PlaceHolder 3"/>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 name="PlaceHolder 5"/>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1"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2"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7"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3"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4"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entered Text">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6"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7"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8"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p:spTree>
      <p:nvGrpSpPr>
        <p:cNvPr id="1" name=""/>
        <p:cNvGrpSpPr/>
        <p:nvPr/>
      </p:nvGrpSpPr>
      <p:grpSpPr>
        <a:xfrm>
          <a:off x="0" y="0"/>
          <a:ext cx="0" cy="0"/>
          <a:chOff x="0" y="0"/>
          <a:chExt cx="0" cy="0"/>
        </a:xfrm>
      </p:grpSpPr>
      <p:sp>
        <p:nvSpPr>
          <p:cNvPr id="73"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4"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5"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6" name="PlaceHolder 4"/>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
    <p:spTree>
      <p:nvGrpSpPr>
        <p:cNvPr id="1" name=""/>
        <p:cNvGrpSpPr/>
        <p:nvPr/>
      </p:nvGrpSpPr>
      <p:grpSpPr>
        <a:xfrm>
          <a:off x="0" y="0"/>
          <a:ext cx="0" cy="0"/>
          <a:chOff x="0" y="0"/>
          <a:chExt cx="0" cy="0"/>
        </a:xfrm>
      </p:grpSpPr>
      <p:sp>
        <p:nvSpPr>
          <p:cNvPr id="80"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1" name="PlaceHolder 2"/>
          <p:cNvSpPr>
            <a:spLocks noGrp="1"/>
          </p:cNvSpPr>
          <p:nvPr>
            <p:ph/>
          </p:nvPr>
        </p:nvSpPr>
        <p:spPr>
          <a:xfrm>
            <a:off x="504000" y="176868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2" name="PlaceHolder 3"/>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
    <p:spTree>
      <p:nvGrpSpPr>
        <p:cNvPr id="1" name=""/>
        <p:cNvGrpSpPr/>
        <p:nvPr/>
      </p:nvGrpSpPr>
      <p:grpSpPr>
        <a:xfrm>
          <a:off x="0" y="0"/>
          <a:ext cx="0" cy="0"/>
          <a:chOff x="0" y="0"/>
          <a:chExt cx="0" cy="0"/>
        </a:xfrm>
      </p:grpSpPr>
      <p:sp>
        <p:nvSpPr>
          <p:cNvPr id="88"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9"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0"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1"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2" name="PlaceHolder 5"/>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sp>
        <p:nvSpPr>
          <p:cNvPr id="97"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8"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
    <p:spTree>
      <p:nvGrpSpPr>
        <p:cNvPr id="1" name=""/>
        <p:cNvGrpSpPr/>
        <p:nvPr/>
      </p:nvGrpSpPr>
      <p:grpSpPr>
        <a:xfrm>
          <a:off x="0" y="0"/>
          <a:ext cx="0" cy="0"/>
          <a:chOff x="0" y="0"/>
          <a:chExt cx="0" cy="0"/>
        </a:xfrm>
      </p:grpSpPr>
      <p:sp>
        <p:nvSpPr>
          <p:cNvPr id="101"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2"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7">
    <p:spTree>
      <p:nvGrpSpPr>
        <p:cNvPr id="1" name=""/>
        <p:cNvGrpSpPr/>
        <p:nvPr/>
      </p:nvGrpSpPr>
      <p:grpSpPr>
        <a:xfrm>
          <a:off x="0" y="0"/>
          <a:ext cx="0" cy="0"/>
          <a:chOff x="0" y="0"/>
          <a:chExt cx="0" cy="0"/>
        </a:xfrm>
      </p:grpSpPr>
      <p:sp>
        <p:nvSpPr>
          <p:cNvPr id="106"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7"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8"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8">
    <p:spTree>
      <p:nvGrpSpPr>
        <p:cNvPr id="1" name=""/>
        <p:cNvGrpSpPr/>
        <p:nvPr/>
      </p:nvGrpSpPr>
      <p:grpSpPr>
        <a:xfrm>
          <a:off x="0" y="0"/>
          <a:ext cx="0" cy="0"/>
          <a:chOff x="0" y="0"/>
          <a:chExt cx="0" cy="0"/>
        </a:xfrm>
      </p:grpSpPr>
      <p:sp>
        <p:nvSpPr>
          <p:cNvPr id="110"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0">
    <p:spTree>
      <p:nvGrpSpPr>
        <p:cNvPr id="1" name=""/>
        <p:cNvGrpSpPr/>
        <p:nvPr/>
      </p:nvGrpSpPr>
      <p:grpSpPr>
        <a:xfrm>
          <a:off x="0" y="0"/>
          <a:ext cx="0" cy="0"/>
          <a:chOff x="0" y="0"/>
          <a:chExt cx="0" cy="0"/>
        </a:xfrm>
      </p:grpSpPr>
      <p:sp>
        <p:nvSpPr>
          <p:cNvPr id="115"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6"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7"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8"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1">
    <p:spTree>
      <p:nvGrpSpPr>
        <p:cNvPr id="1" name=""/>
        <p:cNvGrpSpPr/>
        <p:nvPr/>
      </p:nvGrpSpPr>
      <p:grpSpPr>
        <a:xfrm>
          <a:off x="0" y="0"/>
          <a:ext cx="0" cy="0"/>
          <a:chOff x="0" y="0"/>
          <a:chExt cx="0" cy="0"/>
        </a:xfrm>
      </p:grpSpPr>
      <p:sp>
        <p:nvSpPr>
          <p:cNvPr id="123"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4"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5"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6" name="PlaceHolder 4"/>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0" name="" descr=""/>
          <p:cNvPicPr/>
          <p:nvPr/>
        </p:nvPicPr>
        <p:blipFill>
          <a:blip r:embed="rId2"/>
          <a:stretch/>
        </p:blipFill>
        <p:spPr>
          <a:xfrm>
            <a:off x="0" y="5806440"/>
            <a:ext cx="10078560" cy="1753200"/>
          </a:xfrm>
          <a:prstGeom prst="rect">
            <a:avLst/>
          </a:prstGeom>
          <a:ln w="0">
            <a:noFill/>
          </a:ln>
        </p:spPr>
      </p:pic>
      <p:sp>
        <p:nvSpPr>
          <p:cNvPr id="1"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 name="PlaceHolder 4"/>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 name="" descr=""/>
          <p:cNvPicPr/>
          <p:nvPr/>
        </p:nvPicPr>
        <p:blipFill>
          <a:blip r:embed="rId2"/>
          <a:stretch/>
        </p:blipFill>
        <p:spPr>
          <a:xfrm>
            <a:off x="0" y="5806440"/>
            <a:ext cx="10078560" cy="1753200"/>
          </a:xfrm>
          <a:prstGeom prst="rect">
            <a:avLst/>
          </a:prstGeom>
          <a:ln w="0">
            <a:noFill/>
          </a:ln>
        </p:spPr>
      </p:pic>
      <p:sp>
        <p:nvSpPr>
          <p:cNvPr id="10"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1"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 name="PlaceHolder 4"/>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 name="" descr=""/>
          <p:cNvPicPr/>
          <p:nvPr/>
        </p:nvPicPr>
        <p:blipFill>
          <a:blip r:embed="rId2"/>
          <a:stretch/>
        </p:blipFill>
        <p:spPr>
          <a:xfrm>
            <a:off x="0" y="5806440"/>
            <a:ext cx="10078560" cy="1753200"/>
          </a:xfrm>
          <a:prstGeom prst="rect">
            <a:avLst/>
          </a:prstGeom>
          <a:ln w="0">
            <a:noFill/>
          </a:ln>
        </p:spPr>
      </p:pic>
      <p:sp>
        <p:nvSpPr>
          <p:cNvPr id="19"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a:t>
            </a:r>
            <a:r>
              <a:rPr b="0" lang="en-US" sz="1800" spc="-1" strike="noStrike">
                <a:solidFill>
                  <a:srgbClr val="000000"/>
                </a:solidFill>
                <a:latin typeface="Arial"/>
              </a:rPr>
              <a:t>li</a:t>
            </a:r>
            <a:r>
              <a:rPr b="0" lang="en-US" sz="1800" spc="-1" strike="noStrike">
                <a:solidFill>
                  <a:srgbClr val="000000"/>
                </a:solidFill>
                <a:latin typeface="Arial"/>
              </a:rPr>
              <a:t>c</a:t>
            </a:r>
            <a:r>
              <a:rPr b="0" lang="en-US" sz="1800" spc="-1" strike="noStrike">
                <a:solidFill>
                  <a:srgbClr val="000000"/>
                </a:solidFill>
                <a:latin typeface="Arial"/>
              </a:rPr>
              <a:t>k </a:t>
            </a:r>
            <a:r>
              <a:rPr b="0" lang="en-US" sz="1800" spc="-1" strike="noStrike">
                <a:solidFill>
                  <a:srgbClr val="000000"/>
                </a:solidFill>
                <a:latin typeface="Arial"/>
              </a:rPr>
              <a:t>t</a:t>
            </a:r>
            <a:r>
              <a:rPr b="0" lang="en-US" sz="1800" spc="-1" strike="noStrike">
                <a:solidFill>
                  <a:srgbClr val="000000"/>
                </a:solidFill>
                <a:latin typeface="Arial"/>
              </a:rPr>
              <a:t>o </a:t>
            </a:r>
            <a:r>
              <a:rPr b="0" lang="en-US" sz="1800" spc="-1" strike="noStrike">
                <a:solidFill>
                  <a:srgbClr val="000000"/>
                </a:solidFill>
                <a:latin typeface="Arial"/>
              </a:rPr>
              <a:t>e</a:t>
            </a:r>
            <a:r>
              <a:rPr b="0" lang="en-US" sz="1800" spc="-1" strike="noStrike">
                <a:solidFill>
                  <a:srgbClr val="000000"/>
                </a:solidFill>
                <a:latin typeface="Arial"/>
              </a:rPr>
              <a:t>d</a:t>
            </a:r>
            <a:r>
              <a:rPr b="0" lang="en-US" sz="1800" spc="-1" strike="noStrike">
                <a:solidFill>
                  <a:srgbClr val="000000"/>
                </a:solidFill>
                <a:latin typeface="Arial"/>
              </a:rPr>
              <a:t>it </a:t>
            </a:r>
            <a:r>
              <a:rPr b="0" lang="en-US" sz="1800" spc="-1" strike="noStrike">
                <a:solidFill>
                  <a:srgbClr val="000000"/>
                </a:solidFill>
                <a:latin typeface="Arial"/>
              </a:rPr>
              <a:t>t</a:t>
            </a:r>
            <a:r>
              <a:rPr b="0" lang="en-US" sz="1800" spc="-1" strike="noStrike">
                <a:solidFill>
                  <a:srgbClr val="000000"/>
                </a:solidFill>
                <a:latin typeface="Arial"/>
              </a:rPr>
              <a:t>h</a:t>
            </a:r>
            <a:r>
              <a:rPr b="0" lang="en-US" sz="1800" spc="-1" strike="noStrike">
                <a:solidFill>
                  <a:srgbClr val="000000"/>
                </a:solidFill>
                <a:latin typeface="Arial"/>
              </a:rPr>
              <a:t>e </a:t>
            </a:r>
            <a:r>
              <a:rPr b="0" lang="en-US" sz="1800" spc="-1" strike="noStrike">
                <a:solidFill>
                  <a:srgbClr val="000000"/>
                </a:solidFill>
                <a:latin typeface="Arial"/>
              </a:rPr>
              <a:t>ti</a:t>
            </a:r>
            <a:r>
              <a:rPr b="0" lang="en-US" sz="1800" spc="-1" strike="noStrike">
                <a:solidFill>
                  <a:srgbClr val="000000"/>
                </a:solidFill>
                <a:latin typeface="Arial"/>
              </a:rPr>
              <a:t>tl</a:t>
            </a:r>
            <a:r>
              <a:rPr b="0" lang="en-US" sz="1800" spc="-1" strike="noStrike">
                <a:solidFill>
                  <a:srgbClr val="000000"/>
                </a:solidFill>
                <a:latin typeface="Arial"/>
              </a:rPr>
              <a:t>e </a:t>
            </a:r>
            <a:r>
              <a:rPr b="0" lang="en-US" sz="1800" spc="-1" strike="noStrike">
                <a:solidFill>
                  <a:srgbClr val="000000"/>
                </a:solidFill>
                <a:latin typeface="Arial"/>
              </a:rPr>
              <a:t>t</a:t>
            </a:r>
            <a:r>
              <a:rPr b="0" lang="en-US" sz="1800" spc="-1" strike="noStrike">
                <a:solidFill>
                  <a:srgbClr val="000000"/>
                </a:solidFill>
                <a:latin typeface="Arial"/>
              </a:rPr>
              <a:t>e</a:t>
            </a:r>
            <a:r>
              <a:rPr b="0" lang="en-US" sz="1800" spc="-1" strike="noStrike">
                <a:solidFill>
                  <a:srgbClr val="000000"/>
                </a:solidFill>
                <a:latin typeface="Arial"/>
              </a:rPr>
              <a:t>x</a:t>
            </a:r>
            <a:r>
              <a:rPr b="0" lang="en-US" sz="1800" spc="-1" strike="noStrike">
                <a:solidFill>
                  <a:srgbClr val="000000"/>
                </a:solidFill>
                <a:latin typeface="Arial"/>
              </a:rPr>
              <a:t>t </a:t>
            </a:r>
            <a:r>
              <a:rPr b="0" lang="en-US" sz="1800" spc="-1" strike="noStrike">
                <a:solidFill>
                  <a:srgbClr val="000000"/>
                </a:solidFill>
                <a:latin typeface="Arial"/>
              </a:rPr>
              <a:t>f</a:t>
            </a:r>
            <a:r>
              <a:rPr b="0" lang="en-US" sz="1800" spc="-1" strike="noStrike">
                <a:solidFill>
                  <a:srgbClr val="000000"/>
                </a:solidFill>
                <a:latin typeface="Arial"/>
              </a:rPr>
              <a:t>o</a:t>
            </a:r>
            <a:r>
              <a:rPr b="0" lang="en-US" sz="1800" spc="-1" strike="noStrike">
                <a:solidFill>
                  <a:srgbClr val="000000"/>
                </a:solidFill>
                <a:latin typeface="Arial"/>
              </a:rPr>
              <a:t>r</a:t>
            </a:r>
            <a:r>
              <a:rPr b="0" lang="en-US" sz="1800" spc="-1" strike="noStrike">
                <a:solidFill>
                  <a:srgbClr val="000000"/>
                </a:solidFill>
                <a:latin typeface="Arial"/>
              </a:rPr>
              <a:t>m</a:t>
            </a:r>
            <a:r>
              <a:rPr b="0" lang="en-US" sz="1800" spc="-1" strike="noStrike">
                <a:solidFill>
                  <a:srgbClr val="000000"/>
                </a:solidFill>
                <a:latin typeface="Arial"/>
              </a:rPr>
              <a:t>a</a:t>
            </a:r>
            <a:r>
              <a:rPr b="0" lang="en-US" sz="1800" spc="-1" strike="noStrike">
                <a:solidFill>
                  <a:srgbClr val="000000"/>
                </a:solidFill>
                <a:latin typeface="Arial"/>
              </a:rPr>
              <a:t>t</a:t>
            </a:r>
            <a:endParaRPr b="0" lang="en-US" sz="1800" spc="-1" strike="noStrike">
              <a:solidFill>
                <a:srgbClr val="000000"/>
              </a:solidFill>
              <a:latin typeface="Arial"/>
            </a:endParaRPr>
          </a:p>
        </p:txBody>
      </p:sp>
      <p:sp>
        <p:nvSpPr>
          <p:cNvPr id="20" name="PlaceHolder 2"/>
          <p:cNvSpPr>
            <a:spLocks noGrp="1"/>
          </p:cNvSpPr>
          <p:nvPr>
            <p:ph type="body"/>
          </p:nvPr>
        </p:nvSpPr>
        <p:spPr>
          <a:xfrm>
            <a:off x="504000" y="176868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 name="PlaceHolder 3"/>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 name="" descr=""/>
          <p:cNvPicPr/>
          <p:nvPr/>
        </p:nvPicPr>
        <p:blipFill>
          <a:blip r:embed="rId2"/>
          <a:stretch/>
        </p:blipFill>
        <p:spPr>
          <a:xfrm>
            <a:off x="0" y="5806440"/>
            <a:ext cx="10078560" cy="1753200"/>
          </a:xfrm>
          <a:prstGeom prst="rect">
            <a:avLst/>
          </a:prstGeom>
          <a:ln w="0">
            <a:noFill/>
          </a:ln>
        </p:spPr>
      </p:pic>
      <p:sp>
        <p:nvSpPr>
          <p:cNvPr id="26"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7"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9"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 name="PlaceHolder 5"/>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 name="" descr=""/>
          <p:cNvPicPr/>
          <p:nvPr/>
        </p:nvPicPr>
        <p:blipFill>
          <a:blip r:embed="rId2"/>
          <a:stretch/>
        </p:blipFill>
        <p:spPr>
          <a:xfrm>
            <a:off x="0" y="5806440"/>
            <a:ext cx="10078560" cy="17532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 name="" descr=""/>
          <p:cNvPicPr/>
          <p:nvPr/>
        </p:nvPicPr>
        <p:blipFill>
          <a:blip r:embed="rId2"/>
          <a:stretch/>
        </p:blipFill>
        <p:spPr>
          <a:xfrm>
            <a:off x="0" y="5806440"/>
            <a:ext cx="10078560" cy="17532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 name="" descr=""/>
          <p:cNvPicPr/>
          <p:nvPr/>
        </p:nvPicPr>
        <p:blipFill>
          <a:blip r:embed="rId2"/>
          <a:stretch/>
        </p:blipFill>
        <p:spPr>
          <a:xfrm>
            <a:off x="0" y="5806440"/>
            <a:ext cx="10078560" cy="1753200"/>
          </a:xfrm>
          <a:prstGeom prst="rect">
            <a:avLst/>
          </a:prstGeom>
          <a:ln w="0">
            <a:noFill/>
          </a:ln>
        </p:spPr>
      </p:pic>
      <p:sp>
        <p:nvSpPr>
          <p:cNvPr id="39"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a:t>
            </a:r>
            <a:r>
              <a:rPr b="0" lang="en-US" sz="1800" spc="-1" strike="noStrike">
                <a:solidFill>
                  <a:srgbClr val="000000"/>
                </a:solidFill>
                <a:latin typeface="Arial"/>
              </a:rPr>
              <a:t>edit the </a:t>
            </a:r>
            <a:r>
              <a:rPr b="0" lang="en-US" sz="1800" spc="-1" strike="noStrike">
                <a:solidFill>
                  <a:srgbClr val="000000"/>
                </a:solidFill>
                <a:latin typeface="Arial"/>
              </a:rPr>
              <a:t>title text </a:t>
            </a:r>
            <a:r>
              <a:rPr b="0" lang="en-US" sz="1800" spc="-1" strike="noStrike">
                <a:solidFill>
                  <a:srgbClr val="000000"/>
                </a:solidFill>
                <a:latin typeface="Arial"/>
              </a:rPr>
              <a:t>format</a:t>
            </a:r>
            <a:endParaRPr b="0" lang="en-US" sz="1800" spc="-1" strike="noStrike">
              <a:solidFill>
                <a:srgbClr val="000000"/>
              </a:solidFill>
              <a:latin typeface="Arial"/>
            </a:endParaRPr>
          </a:p>
        </p:txBody>
      </p:sp>
      <p:sp>
        <p:nvSpPr>
          <p:cNvPr id="40"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 name="" descr=""/>
          <p:cNvPicPr/>
          <p:nvPr/>
        </p:nvPicPr>
        <p:blipFill>
          <a:blip r:embed="rId2"/>
          <a:stretch/>
        </p:blipFill>
        <p:spPr>
          <a:xfrm>
            <a:off x="0" y="5806440"/>
            <a:ext cx="10078560" cy="1753200"/>
          </a:xfrm>
          <a:prstGeom prst="rect">
            <a:avLst/>
          </a:prstGeom>
          <a:ln w="0">
            <a:noFill/>
          </a:ln>
        </p:spPr>
      </p:pic>
      <p:sp>
        <p:nvSpPr>
          <p:cNvPr id="44"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a:t>
            </a:r>
            <a:r>
              <a:rPr b="0" lang="en-US" sz="1800" spc="-1" strike="noStrike">
                <a:solidFill>
                  <a:srgbClr val="000000"/>
                </a:solidFill>
                <a:latin typeface="Arial"/>
              </a:rPr>
              <a:t>li</a:t>
            </a:r>
            <a:r>
              <a:rPr b="0" lang="en-US" sz="1800" spc="-1" strike="noStrike">
                <a:solidFill>
                  <a:srgbClr val="000000"/>
                </a:solidFill>
                <a:latin typeface="Arial"/>
              </a:rPr>
              <a:t>c</a:t>
            </a:r>
            <a:r>
              <a:rPr b="0" lang="en-US" sz="1800" spc="-1" strike="noStrike">
                <a:solidFill>
                  <a:srgbClr val="000000"/>
                </a:solidFill>
                <a:latin typeface="Arial"/>
              </a:rPr>
              <a:t>k </a:t>
            </a:r>
            <a:r>
              <a:rPr b="0" lang="en-US" sz="1800" spc="-1" strike="noStrike">
                <a:solidFill>
                  <a:srgbClr val="000000"/>
                </a:solidFill>
                <a:latin typeface="Arial"/>
              </a:rPr>
              <a:t>t</a:t>
            </a:r>
            <a:r>
              <a:rPr b="0" lang="en-US" sz="1800" spc="-1" strike="noStrike">
                <a:solidFill>
                  <a:srgbClr val="000000"/>
                </a:solidFill>
                <a:latin typeface="Arial"/>
              </a:rPr>
              <a:t>o </a:t>
            </a:r>
            <a:r>
              <a:rPr b="0" lang="en-US" sz="1800" spc="-1" strike="noStrike">
                <a:solidFill>
                  <a:srgbClr val="000000"/>
                </a:solidFill>
                <a:latin typeface="Arial"/>
              </a:rPr>
              <a:t>e</a:t>
            </a:r>
            <a:r>
              <a:rPr b="0" lang="en-US" sz="1800" spc="-1" strike="noStrike">
                <a:solidFill>
                  <a:srgbClr val="000000"/>
                </a:solidFill>
                <a:latin typeface="Arial"/>
              </a:rPr>
              <a:t>d</a:t>
            </a:r>
            <a:r>
              <a:rPr b="0" lang="en-US" sz="1800" spc="-1" strike="noStrike">
                <a:solidFill>
                  <a:srgbClr val="000000"/>
                </a:solidFill>
                <a:latin typeface="Arial"/>
              </a:rPr>
              <a:t>it </a:t>
            </a:r>
            <a:r>
              <a:rPr b="0" lang="en-US" sz="1800" spc="-1" strike="noStrike">
                <a:solidFill>
                  <a:srgbClr val="000000"/>
                </a:solidFill>
                <a:latin typeface="Arial"/>
              </a:rPr>
              <a:t>t</a:t>
            </a:r>
            <a:r>
              <a:rPr b="0" lang="en-US" sz="1800" spc="-1" strike="noStrike">
                <a:solidFill>
                  <a:srgbClr val="000000"/>
                </a:solidFill>
                <a:latin typeface="Arial"/>
              </a:rPr>
              <a:t>h</a:t>
            </a:r>
            <a:r>
              <a:rPr b="0" lang="en-US" sz="1800" spc="-1" strike="noStrike">
                <a:solidFill>
                  <a:srgbClr val="000000"/>
                </a:solidFill>
                <a:latin typeface="Arial"/>
              </a:rPr>
              <a:t>e </a:t>
            </a:r>
            <a:r>
              <a:rPr b="0" lang="en-US" sz="1800" spc="-1" strike="noStrike">
                <a:solidFill>
                  <a:srgbClr val="000000"/>
                </a:solidFill>
                <a:latin typeface="Arial"/>
              </a:rPr>
              <a:t>ti</a:t>
            </a:r>
            <a:r>
              <a:rPr b="0" lang="en-US" sz="1800" spc="-1" strike="noStrike">
                <a:solidFill>
                  <a:srgbClr val="000000"/>
                </a:solidFill>
                <a:latin typeface="Arial"/>
              </a:rPr>
              <a:t>tl</a:t>
            </a:r>
            <a:r>
              <a:rPr b="0" lang="en-US" sz="1800" spc="-1" strike="noStrike">
                <a:solidFill>
                  <a:srgbClr val="000000"/>
                </a:solidFill>
                <a:latin typeface="Arial"/>
              </a:rPr>
              <a:t>e </a:t>
            </a:r>
            <a:r>
              <a:rPr b="0" lang="en-US" sz="1800" spc="-1" strike="noStrike">
                <a:solidFill>
                  <a:srgbClr val="000000"/>
                </a:solidFill>
                <a:latin typeface="Arial"/>
              </a:rPr>
              <a:t>t</a:t>
            </a:r>
            <a:r>
              <a:rPr b="0" lang="en-US" sz="1800" spc="-1" strike="noStrike">
                <a:solidFill>
                  <a:srgbClr val="000000"/>
                </a:solidFill>
                <a:latin typeface="Arial"/>
              </a:rPr>
              <a:t>e</a:t>
            </a:r>
            <a:r>
              <a:rPr b="0" lang="en-US" sz="1800" spc="-1" strike="noStrike">
                <a:solidFill>
                  <a:srgbClr val="000000"/>
                </a:solidFill>
                <a:latin typeface="Arial"/>
              </a:rPr>
              <a:t>x</a:t>
            </a:r>
            <a:r>
              <a:rPr b="0" lang="en-US" sz="1800" spc="-1" strike="noStrike">
                <a:solidFill>
                  <a:srgbClr val="000000"/>
                </a:solidFill>
                <a:latin typeface="Arial"/>
              </a:rPr>
              <a:t>t </a:t>
            </a:r>
            <a:r>
              <a:rPr b="0" lang="en-US" sz="1800" spc="-1" strike="noStrike">
                <a:solidFill>
                  <a:srgbClr val="000000"/>
                </a:solidFill>
                <a:latin typeface="Arial"/>
              </a:rPr>
              <a:t>f</a:t>
            </a:r>
            <a:r>
              <a:rPr b="0" lang="en-US" sz="1800" spc="-1" strike="noStrike">
                <a:solidFill>
                  <a:srgbClr val="000000"/>
                </a:solidFill>
                <a:latin typeface="Arial"/>
              </a:rPr>
              <a:t>o</a:t>
            </a:r>
            <a:r>
              <a:rPr b="0" lang="en-US" sz="1800" spc="-1" strike="noStrike">
                <a:solidFill>
                  <a:srgbClr val="000000"/>
                </a:solidFill>
                <a:latin typeface="Arial"/>
              </a:rPr>
              <a:t>r</a:t>
            </a:r>
            <a:r>
              <a:rPr b="0" lang="en-US" sz="1800" spc="-1" strike="noStrike">
                <a:solidFill>
                  <a:srgbClr val="000000"/>
                </a:solidFill>
                <a:latin typeface="Arial"/>
              </a:rPr>
              <a:t>m</a:t>
            </a:r>
            <a:r>
              <a:rPr b="0" lang="en-US" sz="1800" spc="-1" strike="noStrike">
                <a:solidFill>
                  <a:srgbClr val="000000"/>
                </a:solidFill>
                <a:latin typeface="Arial"/>
              </a:rPr>
              <a:t>a</a:t>
            </a:r>
            <a:r>
              <a:rPr b="0" lang="en-US" sz="1800" spc="-1" strike="noStrike">
                <a:solidFill>
                  <a:srgbClr val="000000"/>
                </a:solidFill>
                <a:latin typeface="Arial"/>
              </a:rPr>
              <a:t>t</a:t>
            </a:r>
            <a:endParaRPr b="0" lang="en-US" sz="1800" spc="-1" strike="noStrike">
              <a:solidFill>
                <a:srgbClr val="000000"/>
              </a:solidFill>
              <a:latin typeface="Arial"/>
            </a:endParaRPr>
          </a:p>
        </p:txBody>
      </p:sp>
      <p:sp>
        <p:nvSpPr>
          <p:cNvPr id="45"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 name="" descr=""/>
          <p:cNvPicPr/>
          <p:nvPr/>
        </p:nvPicPr>
        <p:blipFill>
          <a:blip r:embed="rId2"/>
          <a:stretch/>
        </p:blipFill>
        <p:spPr>
          <a:xfrm>
            <a:off x="0" y="5806440"/>
            <a:ext cx="10078560" cy="1753200"/>
          </a:xfrm>
          <a:prstGeom prst="rect">
            <a:avLst/>
          </a:prstGeom>
          <a:ln w="0">
            <a:noFill/>
          </a:ln>
        </p:spPr>
      </p:pic>
      <p:sp>
        <p:nvSpPr>
          <p:cNvPr id="49"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a:t>
            </a:r>
            <a:r>
              <a:rPr b="0" lang="en-US" sz="1800" spc="-1" strike="noStrike">
                <a:solidFill>
                  <a:srgbClr val="000000"/>
                </a:solidFill>
                <a:latin typeface="Arial"/>
              </a:rPr>
              <a:t>the title text </a:t>
            </a:r>
            <a:r>
              <a:rPr b="0" lang="en-US" sz="1800" spc="-1" strike="noStrike">
                <a:solidFill>
                  <a:srgbClr val="000000"/>
                </a:solidFill>
                <a:latin typeface="Arial"/>
              </a:rPr>
              <a:t>format</a:t>
            </a:r>
            <a:endParaRPr b="0" lang="en-US" sz="1800" spc="-1" strike="noStrike">
              <a:solidFill>
                <a:srgbClr val="000000"/>
              </a:solidFill>
              <a:latin typeface="Arial"/>
            </a:endParaRPr>
          </a:p>
        </p:txBody>
      </p:sp>
      <p:sp>
        <p:nvSpPr>
          <p:cNvPr id="50"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1"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 name="" descr=""/>
          <p:cNvPicPr/>
          <p:nvPr/>
        </p:nvPicPr>
        <p:blipFill>
          <a:blip r:embed="rId2"/>
          <a:stretch/>
        </p:blipFill>
        <p:spPr>
          <a:xfrm>
            <a:off x="0" y="5806440"/>
            <a:ext cx="10078560" cy="1753200"/>
          </a:xfrm>
          <a:prstGeom prst="rect">
            <a:avLst/>
          </a:prstGeom>
          <a:ln w="0">
            <a:noFill/>
          </a:ln>
        </p:spPr>
      </p:pic>
      <p:sp>
        <p:nvSpPr>
          <p:cNvPr id="56"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7" name="PlaceHolder 2"/>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 name="" descr=""/>
          <p:cNvPicPr/>
          <p:nvPr/>
        </p:nvPicPr>
        <p:blipFill>
          <a:blip r:embed="rId2"/>
          <a:stretch/>
        </p:blipFill>
        <p:spPr>
          <a:xfrm>
            <a:off x="0" y="5806440"/>
            <a:ext cx="10078560" cy="17532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 name="" descr=""/>
          <p:cNvPicPr/>
          <p:nvPr/>
        </p:nvPicPr>
        <p:blipFill>
          <a:blip r:embed="rId2"/>
          <a:stretch/>
        </p:blipFill>
        <p:spPr>
          <a:xfrm>
            <a:off x="0" y="5806440"/>
            <a:ext cx="10078560" cy="1753200"/>
          </a:xfrm>
          <a:prstGeom prst="rect">
            <a:avLst/>
          </a:prstGeom>
          <a:ln w="0">
            <a:noFill/>
          </a:ln>
        </p:spPr>
      </p:pic>
      <p:sp>
        <p:nvSpPr>
          <p:cNvPr id="61"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a:t>
            </a:r>
            <a:r>
              <a:rPr b="0" lang="en-US" sz="1800" spc="-1" strike="noStrike">
                <a:solidFill>
                  <a:srgbClr val="000000"/>
                </a:solidFill>
                <a:latin typeface="Arial"/>
              </a:rPr>
              <a:t>li</a:t>
            </a:r>
            <a:r>
              <a:rPr b="0" lang="en-US" sz="1800" spc="-1" strike="noStrike">
                <a:solidFill>
                  <a:srgbClr val="000000"/>
                </a:solidFill>
                <a:latin typeface="Arial"/>
              </a:rPr>
              <a:t>c</a:t>
            </a:r>
            <a:r>
              <a:rPr b="0" lang="en-US" sz="1800" spc="-1" strike="noStrike">
                <a:solidFill>
                  <a:srgbClr val="000000"/>
                </a:solidFill>
                <a:latin typeface="Arial"/>
              </a:rPr>
              <a:t>k </a:t>
            </a:r>
            <a:r>
              <a:rPr b="0" lang="en-US" sz="1800" spc="-1" strike="noStrike">
                <a:solidFill>
                  <a:srgbClr val="000000"/>
                </a:solidFill>
                <a:latin typeface="Arial"/>
              </a:rPr>
              <a:t>t</a:t>
            </a:r>
            <a:r>
              <a:rPr b="0" lang="en-US" sz="1800" spc="-1" strike="noStrike">
                <a:solidFill>
                  <a:srgbClr val="000000"/>
                </a:solidFill>
                <a:latin typeface="Arial"/>
              </a:rPr>
              <a:t>o </a:t>
            </a:r>
            <a:r>
              <a:rPr b="0" lang="en-US" sz="1800" spc="-1" strike="noStrike">
                <a:solidFill>
                  <a:srgbClr val="000000"/>
                </a:solidFill>
                <a:latin typeface="Arial"/>
              </a:rPr>
              <a:t>e</a:t>
            </a:r>
            <a:r>
              <a:rPr b="0" lang="en-US" sz="1800" spc="-1" strike="noStrike">
                <a:solidFill>
                  <a:srgbClr val="000000"/>
                </a:solidFill>
                <a:latin typeface="Arial"/>
              </a:rPr>
              <a:t>d</a:t>
            </a:r>
            <a:r>
              <a:rPr b="0" lang="en-US" sz="1800" spc="-1" strike="noStrike">
                <a:solidFill>
                  <a:srgbClr val="000000"/>
                </a:solidFill>
                <a:latin typeface="Arial"/>
              </a:rPr>
              <a:t>it </a:t>
            </a:r>
            <a:r>
              <a:rPr b="0" lang="en-US" sz="1800" spc="-1" strike="noStrike">
                <a:solidFill>
                  <a:srgbClr val="000000"/>
                </a:solidFill>
                <a:latin typeface="Arial"/>
              </a:rPr>
              <a:t>t</a:t>
            </a:r>
            <a:r>
              <a:rPr b="0" lang="en-US" sz="1800" spc="-1" strike="noStrike">
                <a:solidFill>
                  <a:srgbClr val="000000"/>
                </a:solidFill>
                <a:latin typeface="Arial"/>
              </a:rPr>
              <a:t>h</a:t>
            </a:r>
            <a:r>
              <a:rPr b="0" lang="en-US" sz="1800" spc="-1" strike="noStrike">
                <a:solidFill>
                  <a:srgbClr val="000000"/>
                </a:solidFill>
                <a:latin typeface="Arial"/>
              </a:rPr>
              <a:t>e </a:t>
            </a:r>
            <a:r>
              <a:rPr b="0" lang="en-US" sz="1800" spc="-1" strike="noStrike">
                <a:solidFill>
                  <a:srgbClr val="000000"/>
                </a:solidFill>
                <a:latin typeface="Arial"/>
              </a:rPr>
              <a:t>ti</a:t>
            </a:r>
            <a:r>
              <a:rPr b="0" lang="en-US" sz="1800" spc="-1" strike="noStrike">
                <a:solidFill>
                  <a:srgbClr val="000000"/>
                </a:solidFill>
                <a:latin typeface="Arial"/>
              </a:rPr>
              <a:t>tl</a:t>
            </a:r>
            <a:r>
              <a:rPr b="0" lang="en-US" sz="1800" spc="-1" strike="noStrike">
                <a:solidFill>
                  <a:srgbClr val="000000"/>
                </a:solidFill>
                <a:latin typeface="Arial"/>
              </a:rPr>
              <a:t>e </a:t>
            </a:r>
            <a:r>
              <a:rPr b="0" lang="en-US" sz="1800" spc="-1" strike="noStrike">
                <a:solidFill>
                  <a:srgbClr val="000000"/>
                </a:solidFill>
                <a:latin typeface="Arial"/>
              </a:rPr>
              <a:t>t</a:t>
            </a:r>
            <a:r>
              <a:rPr b="0" lang="en-US" sz="1800" spc="-1" strike="noStrike">
                <a:solidFill>
                  <a:srgbClr val="000000"/>
                </a:solidFill>
                <a:latin typeface="Arial"/>
              </a:rPr>
              <a:t>e</a:t>
            </a:r>
            <a:r>
              <a:rPr b="0" lang="en-US" sz="1800" spc="-1" strike="noStrike">
                <a:solidFill>
                  <a:srgbClr val="000000"/>
                </a:solidFill>
                <a:latin typeface="Arial"/>
              </a:rPr>
              <a:t>x</a:t>
            </a:r>
            <a:r>
              <a:rPr b="0" lang="en-US" sz="1800" spc="-1" strike="noStrike">
                <a:solidFill>
                  <a:srgbClr val="000000"/>
                </a:solidFill>
                <a:latin typeface="Arial"/>
              </a:rPr>
              <a:t>t </a:t>
            </a:r>
            <a:r>
              <a:rPr b="0" lang="en-US" sz="1800" spc="-1" strike="noStrike">
                <a:solidFill>
                  <a:srgbClr val="000000"/>
                </a:solidFill>
                <a:latin typeface="Arial"/>
              </a:rPr>
              <a:t>f</a:t>
            </a:r>
            <a:r>
              <a:rPr b="0" lang="en-US" sz="1800" spc="-1" strike="noStrike">
                <a:solidFill>
                  <a:srgbClr val="000000"/>
                </a:solidFill>
                <a:latin typeface="Arial"/>
              </a:rPr>
              <a:t>o</a:t>
            </a:r>
            <a:r>
              <a:rPr b="0" lang="en-US" sz="1800" spc="-1" strike="noStrike">
                <a:solidFill>
                  <a:srgbClr val="000000"/>
                </a:solidFill>
                <a:latin typeface="Arial"/>
              </a:rPr>
              <a:t>r</a:t>
            </a:r>
            <a:r>
              <a:rPr b="0" lang="en-US" sz="1800" spc="-1" strike="noStrike">
                <a:solidFill>
                  <a:srgbClr val="000000"/>
                </a:solidFill>
                <a:latin typeface="Arial"/>
              </a:rPr>
              <a:t>m</a:t>
            </a:r>
            <a:r>
              <a:rPr b="0" lang="en-US" sz="1800" spc="-1" strike="noStrike">
                <a:solidFill>
                  <a:srgbClr val="000000"/>
                </a:solidFill>
                <a:latin typeface="Arial"/>
              </a:rPr>
              <a:t>a</a:t>
            </a:r>
            <a:r>
              <a:rPr b="0" lang="en-US" sz="1800" spc="-1" strike="noStrike">
                <a:solidFill>
                  <a:srgbClr val="000000"/>
                </a:solidFill>
                <a:latin typeface="Arial"/>
              </a:rPr>
              <a:t>t</a:t>
            </a:r>
            <a:endParaRPr b="0" lang="en-US" sz="1800" spc="-1" strike="noStrike">
              <a:solidFill>
                <a:srgbClr val="000000"/>
              </a:solidFill>
              <a:latin typeface="Arial"/>
            </a:endParaRPr>
          </a:p>
        </p:txBody>
      </p:sp>
      <p:sp>
        <p:nvSpPr>
          <p:cNvPr id="62"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3"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4"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a:t>
            </a:r>
            <a:r>
              <a:rPr b="0" lang="en-US" sz="1800" spc="-1" strike="noStrike">
                <a:solidFill>
                  <a:srgbClr val="000000"/>
                </a:solidFill>
                <a:latin typeface="Arial"/>
              </a:rPr>
              <a:t>to edit </a:t>
            </a:r>
            <a:r>
              <a:rPr b="0" lang="en-US" sz="1800" spc="-1" strike="noStrike">
                <a:solidFill>
                  <a:srgbClr val="000000"/>
                </a:solidFill>
                <a:latin typeface="Arial"/>
              </a:rPr>
              <a:t>the </a:t>
            </a:r>
            <a:r>
              <a:rPr b="0" lang="en-US" sz="1800" spc="-1" strike="noStrike">
                <a:solidFill>
                  <a:srgbClr val="000000"/>
                </a:solidFill>
                <a:latin typeface="Arial"/>
              </a:rPr>
              <a:t>title </a:t>
            </a:r>
            <a:r>
              <a:rPr b="0" lang="en-US" sz="1800" spc="-1" strike="noStrike">
                <a:solidFill>
                  <a:srgbClr val="000000"/>
                </a:solidFill>
                <a:latin typeface="Arial"/>
              </a:rPr>
              <a:t>text </a:t>
            </a:r>
            <a:r>
              <a:rPr b="0" lang="en-US" sz="1800" spc="-1" strike="noStrike">
                <a:solidFill>
                  <a:srgbClr val="000000"/>
                </a:solidFill>
                <a:latin typeface="Arial"/>
              </a:rPr>
              <a:t>format</a:t>
            </a:r>
            <a:endParaRPr b="0" lang="en-US" sz="1800" spc="-1" strike="noStrike">
              <a:solidFill>
                <a:srgbClr val="000000"/>
              </a:solidFill>
              <a:latin typeface="Arial"/>
            </a:endParaRPr>
          </a:p>
        </p:txBody>
      </p:sp>
      <p:sp>
        <p:nvSpPr>
          <p:cNvPr id="70"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1"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2" name="PlaceHolder 4"/>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8" name="PlaceHolder 2"/>
          <p:cNvSpPr>
            <a:spLocks noGrp="1"/>
          </p:cNvSpPr>
          <p:nvPr>
            <p:ph type="body"/>
          </p:nvPr>
        </p:nvSpPr>
        <p:spPr>
          <a:xfrm>
            <a:off x="504000" y="176868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9" name="PlaceHolder 3"/>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4"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5"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6"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7" name="PlaceHolder 5"/>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94" name="PlaceHolder 2"/>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6"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a:t>
            </a:r>
            <a:r>
              <a:rPr b="0" lang="en-US" sz="1800" spc="-1" strike="noStrike">
                <a:solidFill>
                  <a:srgbClr val="000000"/>
                </a:solidFill>
                <a:latin typeface="Arial"/>
              </a:rPr>
              <a:t>k to </a:t>
            </a:r>
            <a:r>
              <a:rPr b="0" lang="en-US" sz="1800" spc="-1" strike="noStrike">
                <a:solidFill>
                  <a:srgbClr val="000000"/>
                </a:solidFill>
                <a:latin typeface="Arial"/>
              </a:rPr>
              <a:t>edit </a:t>
            </a:r>
            <a:r>
              <a:rPr b="0" lang="en-US" sz="1800" spc="-1" strike="noStrike">
                <a:solidFill>
                  <a:srgbClr val="000000"/>
                </a:solidFill>
                <a:latin typeface="Arial"/>
              </a:rPr>
              <a:t>the </a:t>
            </a:r>
            <a:r>
              <a:rPr b="0" lang="en-US" sz="1800" spc="-1" strike="noStrike">
                <a:solidFill>
                  <a:srgbClr val="000000"/>
                </a:solidFill>
                <a:latin typeface="Arial"/>
              </a:rPr>
              <a:t>title </a:t>
            </a:r>
            <a:r>
              <a:rPr b="0" lang="en-US" sz="1800" spc="-1" strike="noStrike">
                <a:solidFill>
                  <a:srgbClr val="000000"/>
                </a:solidFill>
                <a:latin typeface="Arial"/>
              </a:rPr>
              <a:t>text </a:t>
            </a:r>
            <a:r>
              <a:rPr b="0" lang="en-US" sz="1800" spc="-1" strike="noStrike">
                <a:solidFill>
                  <a:srgbClr val="000000"/>
                </a:solidFill>
                <a:latin typeface="Arial"/>
              </a:rPr>
              <a:t>form</a:t>
            </a:r>
            <a:r>
              <a:rPr b="0" lang="en-US" sz="1800" spc="-1" strike="noStrike">
                <a:solidFill>
                  <a:srgbClr val="000000"/>
                </a:solidFill>
                <a:latin typeface="Arial"/>
              </a:rPr>
              <a:t>at</a:t>
            </a:r>
            <a:endParaRPr b="0" lang="en-US" sz="1800" spc="-1" strike="noStrike">
              <a:solidFill>
                <a:srgbClr val="000000"/>
              </a:solidFill>
              <a:latin typeface="Arial"/>
            </a:endParaRPr>
          </a:p>
        </p:txBody>
      </p:sp>
      <p:sp>
        <p:nvSpPr>
          <p:cNvPr id="100"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3"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4"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5"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9"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1"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12"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3"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4"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9" name="PlaceHolder 1"/>
          <p:cNvSpPr>
            <a:spLocks noGrp="1"/>
          </p:cNvSpPr>
          <p:nvPr>
            <p:ph type="title"/>
          </p:nvPr>
        </p:nvSpPr>
        <p:spPr>
          <a:xfrm>
            <a:off x="504000" y="301320"/>
            <a:ext cx="9070560" cy="1261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0"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1"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2" name="PlaceHolder 4"/>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7.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7.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7.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17.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7.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7.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1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1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4.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CustomShape 1"/>
          <p:cNvSpPr/>
          <p:nvPr/>
        </p:nvSpPr>
        <p:spPr>
          <a:xfrm>
            <a:off x="0" y="2341080"/>
            <a:ext cx="9070560" cy="126108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0" lang="en-IN" sz="4400" spc="-1" strike="noStrike">
                <a:solidFill>
                  <a:srgbClr val="006699"/>
                </a:solidFill>
                <a:latin typeface="Arial"/>
                <a:ea typeface="DejaVu Sans"/>
              </a:rPr>
              <a:t>I2C Subystem in Linux</a:t>
            </a:r>
            <a:endParaRPr b="0" lang="en-U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CustomShape 1"/>
          <p:cNvSpPr/>
          <p:nvPr/>
        </p:nvSpPr>
        <p:spPr>
          <a:xfrm>
            <a:off x="83880" y="0"/>
            <a:ext cx="9826200" cy="7141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Calibri"/>
                <a:ea typeface="DejaVu Sans"/>
              </a:rPr>
              <a:t>I</a:t>
            </a:r>
            <a:r>
              <a:rPr b="1" lang="en-US" sz="1800" spc="-1" strike="noStrike" baseline="30000">
                <a:solidFill>
                  <a:srgbClr val="000000"/>
                </a:solidFill>
                <a:latin typeface="Calibri"/>
                <a:ea typeface="DejaVu Sans"/>
              </a:rPr>
              <a:t>2</a:t>
            </a:r>
            <a:r>
              <a:rPr b="1" lang="en-US" sz="1800" spc="-1" strike="noStrike">
                <a:solidFill>
                  <a:srgbClr val="000000"/>
                </a:solidFill>
                <a:latin typeface="Calibri"/>
                <a:ea typeface="DejaVu Sans"/>
              </a:rPr>
              <a:t>C (Inter-IC) Bus : Serial protocols: I</a:t>
            </a:r>
            <a:r>
              <a:rPr b="1" lang="en-US" sz="1800" spc="-1" strike="noStrike" baseline="30000">
                <a:solidFill>
                  <a:srgbClr val="000000"/>
                </a:solidFill>
                <a:latin typeface="Calibri"/>
                <a:ea typeface="DejaVu Sans"/>
              </a:rPr>
              <a:t>2</a:t>
            </a:r>
            <a:r>
              <a:rPr b="1" lang="en-US" sz="1800" spc="-1" strike="noStrike">
                <a:solidFill>
                  <a:srgbClr val="000000"/>
                </a:solidFill>
                <a:latin typeface="Calibri"/>
                <a:ea typeface="DejaVu Sans"/>
              </a:rPr>
              <a:t>C</a:t>
            </a:r>
            <a:endParaRPr b="0" lang="en-US" sz="18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In consumer electronics, telecommunications and industrial electronics, there are often many similarities between seemingly unrelated designs. For example,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 </a:t>
            </a:r>
            <a:r>
              <a:rPr b="0" lang="en-US" sz="1600" spc="-1" strike="noStrike">
                <a:solidFill>
                  <a:srgbClr val="000000"/>
                </a:solidFill>
                <a:latin typeface="Calibri"/>
                <a:ea typeface="DejaVu Sans"/>
              </a:rPr>
              <a:t>Some intelligent control, usually a single-chip microcontroller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 </a:t>
            </a:r>
            <a:r>
              <a:rPr b="0" lang="en-US" sz="1600" spc="-1" strike="noStrike">
                <a:solidFill>
                  <a:srgbClr val="000000"/>
                </a:solidFill>
                <a:latin typeface="Calibri"/>
                <a:ea typeface="DejaVu Sans"/>
              </a:rPr>
              <a:t>General-purpose circuits like LCD and LED drivers, remote I/O ports, RAM, EEPROM, real-time clocks or A/D and D/A converters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 </a:t>
            </a:r>
            <a:r>
              <a:rPr b="0" lang="en-US" sz="1600" spc="-1" strike="noStrike">
                <a:solidFill>
                  <a:srgbClr val="000000"/>
                </a:solidFill>
                <a:latin typeface="Calibri"/>
                <a:ea typeface="DejaVu Sans"/>
              </a:rPr>
              <a:t>Application-oriented circuits such as digital tuning and signal processing circuits for radio and video systems, temperature sensors, and smart cards</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To exploit these similarities to the benefit of both systems designers and equipment manufacturers, as well as to maximize hardware efficiency and circuit simplicity, Philips Semiconductors (now NXP Semiconductors) developed a simple bidirectional 2-wire bus for efficient inter-IC control. </a:t>
            </a:r>
            <a:r>
              <a:rPr b="1" lang="en-US" sz="1600" spc="-1" strike="noStrike">
                <a:solidFill>
                  <a:srgbClr val="000000"/>
                </a:solidFill>
                <a:latin typeface="Calibri"/>
                <a:ea typeface="DejaVu Sans"/>
              </a:rPr>
              <a:t>This bus is called the Inter IC or I2C-bus</a:t>
            </a:r>
            <a:endParaRPr b="0" lang="en-US" sz="16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Features:</a:t>
            </a:r>
            <a:endParaRPr b="0" lang="en-US" sz="1800" spc="-1" strike="noStrike">
              <a:solidFill>
                <a:srgbClr val="000000"/>
              </a:solidFill>
              <a:latin typeface="Arial"/>
            </a:endParaRPr>
          </a:p>
          <a:p>
            <a:pPr marL="216000" indent="-215640">
              <a:lnSpc>
                <a:spcPct val="100000"/>
              </a:lnSpc>
              <a:buClr>
                <a:srgbClr val="000000"/>
              </a:buClr>
              <a:buFont typeface="Arial"/>
              <a:buChar char="•"/>
            </a:pPr>
            <a:r>
              <a:rPr b="0" lang="en-US" sz="1600" spc="-1" strike="noStrike">
                <a:solidFill>
                  <a:srgbClr val="000000"/>
                </a:solidFill>
                <a:latin typeface="Calibri"/>
                <a:ea typeface="DejaVu Sans"/>
              </a:rPr>
              <a:t>Only two bus lines are required; a serial data line (SDA) and a serial clock line (SCL). </a:t>
            </a:r>
            <a:endParaRPr b="0" lang="en-US" sz="1600" spc="-1" strike="noStrike">
              <a:solidFill>
                <a:srgbClr val="000000"/>
              </a:solidFill>
              <a:latin typeface="Arial"/>
            </a:endParaRPr>
          </a:p>
          <a:p>
            <a:pPr marL="216000" indent="-215640">
              <a:lnSpc>
                <a:spcPct val="100000"/>
              </a:lnSpc>
              <a:buClr>
                <a:srgbClr val="000000"/>
              </a:buClr>
              <a:buFont typeface="Arial"/>
              <a:buChar char="•"/>
            </a:pPr>
            <a:r>
              <a:rPr b="0" lang="en-US" sz="1600" spc="-1" strike="noStrike">
                <a:solidFill>
                  <a:srgbClr val="000000"/>
                </a:solidFill>
                <a:latin typeface="Calibri"/>
                <a:ea typeface="DejaVu Sans"/>
              </a:rPr>
              <a:t>Each device connected to the bus is software addressable by a unique address and simple master/slave relationships exist at all times; masters can operate as master-transmitters or as master-receivers. </a:t>
            </a:r>
            <a:endParaRPr b="0" lang="en-US" sz="1600" spc="-1" strike="noStrike">
              <a:solidFill>
                <a:srgbClr val="000000"/>
              </a:solidFill>
              <a:latin typeface="Arial"/>
            </a:endParaRPr>
          </a:p>
          <a:p>
            <a:pPr marL="216000" indent="-215640">
              <a:lnSpc>
                <a:spcPct val="100000"/>
              </a:lnSpc>
              <a:buClr>
                <a:srgbClr val="000000"/>
              </a:buClr>
              <a:buFont typeface="Arial"/>
              <a:buChar char="•"/>
            </a:pPr>
            <a:r>
              <a:rPr b="0" lang="en-US" sz="1600" spc="-1" strike="noStrike">
                <a:solidFill>
                  <a:srgbClr val="000000"/>
                </a:solidFill>
                <a:latin typeface="Calibri"/>
                <a:ea typeface="DejaVu Sans"/>
              </a:rPr>
              <a:t>It is a true multi-master bus including collision detection and arbitration to prevent data corruption if two or more masters simultaneously initiate data transfer. </a:t>
            </a:r>
            <a:endParaRPr b="0" lang="en-US" sz="1600" spc="-1" strike="noStrike">
              <a:solidFill>
                <a:srgbClr val="000000"/>
              </a:solidFill>
              <a:latin typeface="Arial"/>
            </a:endParaRPr>
          </a:p>
          <a:p>
            <a:pPr marL="216000" indent="-215640">
              <a:lnSpc>
                <a:spcPct val="100000"/>
              </a:lnSpc>
              <a:buClr>
                <a:srgbClr val="000000"/>
              </a:buClr>
              <a:buFont typeface="Arial"/>
              <a:buChar char="•"/>
            </a:pPr>
            <a:r>
              <a:rPr b="0" lang="en-US" sz="1600" spc="-1" strike="noStrike">
                <a:solidFill>
                  <a:srgbClr val="000000"/>
                </a:solidFill>
                <a:latin typeface="Calibri"/>
                <a:ea typeface="DejaVu Sans"/>
              </a:rPr>
              <a:t>Serial, 8-bit oriented, bidirectional data transfers can be made at up to 100 kbit/s in the Standard-mode, up to 400 kbit/s in the Fast-mode, up to 1 Mbit/s in Fast-mode Plus, or up to 3.4 Mbit/s in the High-speed mode</a:t>
            </a:r>
            <a:endParaRPr b="0" lang="en-US" sz="1600" spc="-1" strike="noStrike">
              <a:solidFill>
                <a:srgbClr val="000000"/>
              </a:solidFill>
              <a:latin typeface="Arial"/>
            </a:endParaRPr>
          </a:p>
          <a:p>
            <a:pPr marL="216000" indent="-215640">
              <a:lnSpc>
                <a:spcPct val="100000"/>
              </a:lnSpc>
              <a:buClr>
                <a:srgbClr val="000000"/>
              </a:buClr>
              <a:buFont typeface="Arial"/>
              <a:buChar char="•"/>
            </a:pPr>
            <a:r>
              <a:rPr b="0" lang="en-US" sz="1600" spc="-1" strike="noStrike">
                <a:solidFill>
                  <a:srgbClr val="000000"/>
                </a:solidFill>
                <a:latin typeface="Calibri"/>
                <a:ea typeface="DejaVu Sans"/>
              </a:rPr>
              <a:t>Serial, 8-bit oriented, unidirectional data transfers up to 5 Mbit/s in Ultra Fast-mode </a:t>
            </a:r>
            <a:endParaRPr b="0" lang="en-US" sz="1600" spc="-1" strike="noStrike">
              <a:solidFill>
                <a:srgbClr val="000000"/>
              </a:solidFill>
              <a:latin typeface="Arial"/>
            </a:endParaRPr>
          </a:p>
          <a:p>
            <a:pPr marL="216000" indent="-215640">
              <a:lnSpc>
                <a:spcPct val="100000"/>
              </a:lnSpc>
              <a:buClr>
                <a:srgbClr val="000000"/>
              </a:buClr>
              <a:buFont typeface="Arial"/>
              <a:buChar char="•"/>
            </a:pPr>
            <a:r>
              <a:rPr b="0" lang="en-US" sz="1600" spc="-1" strike="noStrike">
                <a:solidFill>
                  <a:srgbClr val="000000"/>
                </a:solidFill>
                <a:latin typeface="Calibri"/>
                <a:ea typeface="DejaVu Sans"/>
              </a:rPr>
              <a:t>On-chip filtering rejects spikes on the bus data line to preserve data integrity. </a:t>
            </a:r>
            <a:endParaRPr b="0" lang="en-US" sz="1600" spc="-1" strike="noStrike">
              <a:solidFill>
                <a:srgbClr val="000000"/>
              </a:solidFill>
              <a:latin typeface="Arial"/>
            </a:endParaRPr>
          </a:p>
          <a:p>
            <a:pPr marL="216000" indent="-215640">
              <a:lnSpc>
                <a:spcPct val="100000"/>
              </a:lnSpc>
              <a:buClr>
                <a:srgbClr val="000000"/>
              </a:buClr>
              <a:buFont typeface="Arial"/>
              <a:buChar char="•"/>
            </a:pPr>
            <a:r>
              <a:rPr b="1" lang="en-US" sz="1600" spc="-1" strike="noStrike">
                <a:solidFill>
                  <a:srgbClr val="000000"/>
                </a:solidFill>
                <a:latin typeface="Calibri"/>
                <a:ea typeface="DejaVu Sans"/>
              </a:rPr>
              <a:t>I2C SCL clock frequency</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     </a:t>
            </a:r>
            <a:endParaRPr b="0" lang="en-US" sz="1600" spc="-1" strike="noStrike">
              <a:solidFill>
                <a:srgbClr val="000000"/>
              </a:solidFill>
              <a:latin typeface="Arial"/>
            </a:endParaRPr>
          </a:p>
        </p:txBody>
      </p:sp>
      <p:pic>
        <p:nvPicPr>
          <p:cNvPr id="129" name="Picture 2_1" descr=""/>
          <p:cNvPicPr/>
          <p:nvPr/>
        </p:nvPicPr>
        <p:blipFill>
          <a:blip r:embed="rId1"/>
          <a:stretch/>
        </p:blipFill>
        <p:spPr>
          <a:xfrm>
            <a:off x="2772000" y="6887880"/>
            <a:ext cx="5626080" cy="60732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CustomShape 1"/>
          <p:cNvSpPr/>
          <p:nvPr/>
        </p:nvSpPr>
        <p:spPr>
          <a:xfrm>
            <a:off x="114840" y="4115880"/>
            <a:ext cx="9794880" cy="400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Calibri"/>
                <a:ea typeface="DejaVu Sans"/>
              </a:rPr>
              <a:t>Example of I2C  BUS application with I2C Bus controller  and I2C Multiplexer with T1042</a:t>
            </a:r>
            <a:endParaRPr b="0" lang="en-US" sz="1800" spc="-1" strike="noStrike">
              <a:solidFill>
                <a:srgbClr val="000000"/>
              </a:solidFill>
              <a:latin typeface="Arial"/>
            </a:endParaRPr>
          </a:p>
        </p:txBody>
      </p:sp>
      <p:sp>
        <p:nvSpPr>
          <p:cNvPr id="131" name="CustomShape 2"/>
          <p:cNvSpPr/>
          <p:nvPr/>
        </p:nvSpPr>
        <p:spPr>
          <a:xfrm>
            <a:off x="2131200" y="167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2" name="CustomShape 3"/>
          <p:cNvSpPr/>
          <p:nvPr/>
        </p:nvSpPr>
        <p:spPr>
          <a:xfrm>
            <a:off x="2383200" y="167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3" name="CustomShape 4"/>
          <p:cNvSpPr/>
          <p:nvPr/>
        </p:nvSpPr>
        <p:spPr>
          <a:xfrm>
            <a:off x="2635200" y="167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4" name="CustomShape 5"/>
          <p:cNvSpPr/>
          <p:nvPr/>
        </p:nvSpPr>
        <p:spPr>
          <a:xfrm>
            <a:off x="2887200" y="167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5" name="CustomShape 6"/>
          <p:cNvSpPr/>
          <p:nvPr/>
        </p:nvSpPr>
        <p:spPr>
          <a:xfrm>
            <a:off x="2131200" y="419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6" name="CustomShape 7"/>
          <p:cNvSpPr/>
          <p:nvPr/>
        </p:nvSpPr>
        <p:spPr>
          <a:xfrm>
            <a:off x="2383200" y="419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7" name="CustomShape 8"/>
          <p:cNvSpPr/>
          <p:nvPr/>
        </p:nvSpPr>
        <p:spPr>
          <a:xfrm>
            <a:off x="2635200" y="419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8" name="CustomShape 9"/>
          <p:cNvSpPr/>
          <p:nvPr/>
        </p:nvSpPr>
        <p:spPr>
          <a:xfrm>
            <a:off x="2887200" y="419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9" name="CustomShape 10"/>
          <p:cNvSpPr/>
          <p:nvPr/>
        </p:nvSpPr>
        <p:spPr>
          <a:xfrm>
            <a:off x="2131200" y="671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0" name="CustomShape 11"/>
          <p:cNvSpPr/>
          <p:nvPr/>
        </p:nvSpPr>
        <p:spPr>
          <a:xfrm>
            <a:off x="2383200" y="671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1" name="CustomShape 12"/>
          <p:cNvSpPr/>
          <p:nvPr/>
        </p:nvSpPr>
        <p:spPr>
          <a:xfrm>
            <a:off x="2635200" y="671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2" name="CustomShape 13"/>
          <p:cNvSpPr/>
          <p:nvPr/>
        </p:nvSpPr>
        <p:spPr>
          <a:xfrm>
            <a:off x="2887200" y="671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3" name="CustomShape 14"/>
          <p:cNvSpPr/>
          <p:nvPr/>
        </p:nvSpPr>
        <p:spPr>
          <a:xfrm>
            <a:off x="2126160" y="167400"/>
            <a:ext cx="1011240" cy="250200"/>
          </a:xfrm>
          <a:custGeom>
            <a:avLst/>
            <a:gdLst>
              <a:gd name="textAreaLeft" fmla="*/ 0 w 1011240"/>
              <a:gd name="textAreaRight" fmla="*/ 1011960 w 1011240"/>
              <a:gd name="textAreaTop" fmla="*/ 0 h 250200"/>
              <a:gd name="textAreaBottom" fmla="*/ 250920 h 250200"/>
            </a:gdLst>
            <a:ahLst/>
            <a:rect l="textAreaLeft" t="textAreaTop" r="textAreaRight" b="textAreaBottom"/>
            <a:pathLst>
              <a:path w="580" h="145">
                <a:moveTo>
                  <a:pt x="0" y="0"/>
                </a:moveTo>
                <a:lnTo>
                  <a:pt x="144" y="0"/>
                </a:lnTo>
                <a:lnTo>
                  <a:pt x="291" y="144"/>
                </a:lnTo>
                <a:lnTo>
                  <a:pt x="579" y="144"/>
                </a:lnTo>
              </a:path>
            </a:pathLst>
          </a:custGeom>
          <a:noFill/>
          <a:ln w="1584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4" name="CustomShape 15"/>
          <p:cNvSpPr/>
          <p:nvPr/>
        </p:nvSpPr>
        <p:spPr>
          <a:xfrm>
            <a:off x="2136240" y="671400"/>
            <a:ext cx="995760" cy="250200"/>
          </a:xfrm>
          <a:custGeom>
            <a:avLst/>
            <a:gdLst>
              <a:gd name="textAreaLeft" fmla="*/ 0 w 995760"/>
              <a:gd name="textAreaRight" fmla="*/ 996480 w 995760"/>
              <a:gd name="textAreaTop" fmla="*/ 0 h 250200"/>
              <a:gd name="textAreaBottom" fmla="*/ 250920 h 250200"/>
            </a:gdLst>
            <a:ahLst/>
            <a:rect l="textAreaLeft" t="textAreaTop" r="textAreaRight" b="textAreaBottom"/>
            <a:pathLst>
              <a:path w="571" h="145">
                <a:moveTo>
                  <a:pt x="0" y="1"/>
                </a:moveTo>
                <a:lnTo>
                  <a:pt x="429" y="0"/>
                </a:lnTo>
                <a:lnTo>
                  <a:pt x="429" y="144"/>
                </a:lnTo>
                <a:lnTo>
                  <a:pt x="570" y="144"/>
                </a:lnTo>
              </a:path>
            </a:pathLst>
          </a:custGeom>
          <a:noFill/>
          <a:ln w="1584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5" name="CustomShape 16"/>
          <p:cNvSpPr/>
          <p:nvPr/>
        </p:nvSpPr>
        <p:spPr>
          <a:xfrm>
            <a:off x="1575000" y="167760"/>
            <a:ext cx="481320" cy="300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a:solidFill>
                  <a:srgbClr val="000000"/>
                </a:solidFill>
                <a:latin typeface="Calibri"/>
                <a:ea typeface="DejaVu Sans"/>
              </a:rPr>
              <a:t>SDA</a:t>
            </a:r>
            <a:endParaRPr b="0" lang="en-US" sz="1800" spc="-1" strike="noStrike">
              <a:solidFill>
                <a:srgbClr val="000000"/>
              </a:solidFill>
              <a:latin typeface="Arial"/>
            </a:endParaRPr>
          </a:p>
        </p:txBody>
      </p:sp>
      <p:sp>
        <p:nvSpPr>
          <p:cNvPr id="146" name="CustomShape 17"/>
          <p:cNvSpPr/>
          <p:nvPr/>
        </p:nvSpPr>
        <p:spPr>
          <a:xfrm>
            <a:off x="1575000" y="682560"/>
            <a:ext cx="481320" cy="300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a:solidFill>
                  <a:srgbClr val="000000"/>
                </a:solidFill>
                <a:latin typeface="Calibri"/>
                <a:ea typeface="DejaVu Sans"/>
              </a:rPr>
              <a:t>SCL</a:t>
            </a:r>
            <a:endParaRPr b="0" lang="en-US" sz="1800" spc="-1" strike="noStrike">
              <a:solidFill>
                <a:srgbClr val="000000"/>
              </a:solidFill>
              <a:latin typeface="Arial"/>
            </a:endParaRPr>
          </a:p>
        </p:txBody>
      </p:sp>
      <p:sp>
        <p:nvSpPr>
          <p:cNvPr id="147" name="CustomShape 18"/>
          <p:cNvSpPr/>
          <p:nvPr/>
        </p:nvSpPr>
        <p:spPr>
          <a:xfrm>
            <a:off x="4483440" y="167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8" name="CustomShape 19"/>
          <p:cNvSpPr/>
          <p:nvPr/>
        </p:nvSpPr>
        <p:spPr>
          <a:xfrm>
            <a:off x="4735440" y="167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9" name="CustomShape 20"/>
          <p:cNvSpPr/>
          <p:nvPr/>
        </p:nvSpPr>
        <p:spPr>
          <a:xfrm>
            <a:off x="4987440" y="167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0" name="CustomShape 21"/>
          <p:cNvSpPr/>
          <p:nvPr/>
        </p:nvSpPr>
        <p:spPr>
          <a:xfrm>
            <a:off x="4483440" y="419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1" name="CustomShape 22"/>
          <p:cNvSpPr/>
          <p:nvPr/>
        </p:nvSpPr>
        <p:spPr>
          <a:xfrm>
            <a:off x="4735440" y="419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2" name="CustomShape 23"/>
          <p:cNvSpPr/>
          <p:nvPr/>
        </p:nvSpPr>
        <p:spPr>
          <a:xfrm>
            <a:off x="4987440" y="419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3" name="CustomShape 24"/>
          <p:cNvSpPr/>
          <p:nvPr/>
        </p:nvSpPr>
        <p:spPr>
          <a:xfrm>
            <a:off x="4483440" y="671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4" name="CustomShape 25"/>
          <p:cNvSpPr/>
          <p:nvPr/>
        </p:nvSpPr>
        <p:spPr>
          <a:xfrm>
            <a:off x="4735440" y="671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5" name="CustomShape 26"/>
          <p:cNvSpPr/>
          <p:nvPr/>
        </p:nvSpPr>
        <p:spPr>
          <a:xfrm>
            <a:off x="4987440" y="671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6" name="CustomShape 27"/>
          <p:cNvSpPr/>
          <p:nvPr/>
        </p:nvSpPr>
        <p:spPr>
          <a:xfrm>
            <a:off x="4488480" y="414360"/>
            <a:ext cx="749160" cy="360"/>
          </a:xfrm>
          <a:custGeom>
            <a:avLst/>
            <a:gdLst>
              <a:gd name="textAreaLeft" fmla="*/ 0 w 749160"/>
              <a:gd name="textAreaRight" fmla="*/ 749880 w 749160"/>
              <a:gd name="textAreaTop" fmla="*/ 0 h 360"/>
              <a:gd name="textAreaBottom" fmla="*/ 1440 h 360"/>
            </a:gdLst>
            <a:ahLst/>
            <a:rect l="textAreaLeft" t="textAreaTop" r="textAreaRight" b="textAreaBottom"/>
            <a:pathLst>
              <a:path w="430" h="1">
                <a:moveTo>
                  <a:pt x="0" y="0"/>
                </a:moveTo>
                <a:lnTo>
                  <a:pt x="429" y="0"/>
                </a:lnTo>
              </a:path>
            </a:pathLst>
          </a:custGeom>
          <a:noFill/>
          <a:ln w="15840">
            <a:solidFill>
              <a:srgbClr val="000000"/>
            </a:solidFill>
            <a:round/>
          </a:ln>
        </p:spPr>
        <p:style>
          <a:lnRef idx="0"/>
          <a:fillRef idx="0"/>
          <a:effectRef idx="0"/>
          <a:fontRef idx="minor"/>
        </p:style>
        <p:txBody>
          <a:bodyPr lIns="90000" rIns="90000" tIns="-44280" bIns="-44280" anchor="t">
            <a:noAutofit/>
          </a:bodyPr>
          <a:p>
            <a:pPr>
              <a:lnSpc>
                <a:spcPct val="100000"/>
              </a:lnSpc>
            </a:pPr>
            <a:endParaRPr b="0" lang="en-US" sz="1800" spc="-1" strike="noStrike">
              <a:solidFill>
                <a:srgbClr val="000000"/>
              </a:solidFill>
              <a:latin typeface="Arial"/>
              <a:ea typeface="DejaVu Sans"/>
            </a:endParaRPr>
          </a:p>
        </p:txBody>
      </p:sp>
      <p:sp>
        <p:nvSpPr>
          <p:cNvPr id="157" name="CustomShape 28"/>
          <p:cNvSpPr/>
          <p:nvPr/>
        </p:nvSpPr>
        <p:spPr>
          <a:xfrm>
            <a:off x="4483440" y="677160"/>
            <a:ext cx="749160" cy="245160"/>
          </a:xfrm>
          <a:custGeom>
            <a:avLst/>
            <a:gdLst>
              <a:gd name="textAreaLeft" fmla="*/ 0 w 749160"/>
              <a:gd name="textAreaRight" fmla="*/ 749880 w 749160"/>
              <a:gd name="textAreaTop" fmla="*/ 0 h 245160"/>
              <a:gd name="textAreaBottom" fmla="*/ 245880 h 245160"/>
            </a:gdLst>
            <a:ahLst/>
            <a:rect l="textAreaLeft" t="textAreaTop" r="textAreaRight" b="textAreaBottom"/>
            <a:pathLst>
              <a:path w="430" h="142">
                <a:moveTo>
                  <a:pt x="0" y="141"/>
                </a:moveTo>
                <a:lnTo>
                  <a:pt x="144" y="141"/>
                </a:lnTo>
                <a:lnTo>
                  <a:pt x="144" y="0"/>
                </a:lnTo>
                <a:lnTo>
                  <a:pt x="288" y="0"/>
                </a:lnTo>
                <a:lnTo>
                  <a:pt x="288" y="141"/>
                </a:lnTo>
                <a:lnTo>
                  <a:pt x="429" y="141"/>
                </a:lnTo>
              </a:path>
            </a:pathLst>
          </a:custGeom>
          <a:noFill/>
          <a:ln w="1584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8" name="CustomShape 29"/>
          <p:cNvSpPr/>
          <p:nvPr/>
        </p:nvSpPr>
        <p:spPr>
          <a:xfrm>
            <a:off x="3926520" y="167760"/>
            <a:ext cx="481320" cy="300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a:solidFill>
                  <a:srgbClr val="000000"/>
                </a:solidFill>
                <a:latin typeface="Calibri"/>
                <a:ea typeface="DejaVu Sans"/>
              </a:rPr>
              <a:t>SDA</a:t>
            </a:r>
            <a:endParaRPr b="0" lang="en-US" sz="1800" spc="-1" strike="noStrike">
              <a:solidFill>
                <a:srgbClr val="000000"/>
              </a:solidFill>
              <a:latin typeface="Arial"/>
            </a:endParaRPr>
          </a:p>
        </p:txBody>
      </p:sp>
      <p:sp>
        <p:nvSpPr>
          <p:cNvPr id="159" name="CustomShape 30"/>
          <p:cNvSpPr/>
          <p:nvPr/>
        </p:nvSpPr>
        <p:spPr>
          <a:xfrm>
            <a:off x="3926520" y="682560"/>
            <a:ext cx="481320" cy="300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a:solidFill>
                  <a:srgbClr val="000000"/>
                </a:solidFill>
                <a:latin typeface="Calibri"/>
                <a:ea typeface="DejaVu Sans"/>
              </a:rPr>
              <a:t>SCL</a:t>
            </a:r>
            <a:endParaRPr b="0" lang="en-US" sz="1800" spc="-1" strike="noStrike">
              <a:solidFill>
                <a:srgbClr val="000000"/>
              </a:solidFill>
              <a:latin typeface="Arial"/>
            </a:endParaRPr>
          </a:p>
        </p:txBody>
      </p:sp>
      <p:sp>
        <p:nvSpPr>
          <p:cNvPr id="160" name="CustomShape 31"/>
          <p:cNvSpPr/>
          <p:nvPr/>
        </p:nvSpPr>
        <p:spPr>
          <a:xfrm>
            <a:off x="6562080" y="167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1" name="CustomShape 32"/>
          <p:cNvSpPr/>
          <p:nvPr/>
        </p:nvSpPr>
        <p:spPr>
          <a:xfrm>
            <a:off x="6814080" y="167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2" name="CustomShape 33"/>
          <p:cNvSpPr/>
          <p:nvPr/>
        </p:nvSpPr>
        <p:spPr>
          <a:xfrm>
            <a:off x="7066080" y="167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3" name="CustomShape 34"/>
          <p:cNvSpPr/>
          <p:nvPr/>
        </p:nvSpPr>
        <p:spPr>
          <a:xfrm>
            <a:off x="6562080" y="419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4" name="CustomShape 35"/>
          <p:cNvSpPr/>
          <p:nvPr/>
        </p:nvSpPr>
        <p:spPr>
          <a:xfrm>
            <a:off x="6814080" y="419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5" name="CustomShape 36"/>
          <p:cNvSpPr/>
          <p:nvPr/>
        </p:nvSpPr>
        <p:spPr>
          <a:xfrm>
            <a:off x="7066080" y="419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6" name="CustomShape 37"/>
          <p:cNvSpPr/>
          <p:nvPr/>
        </p:nvSpPr>
        <p:spPr>
          <a:xfrm>
            <a:off x="6562080" y="671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7" name="CustomShape 38"/>
          <p:cNvSpPr/>
          <p:nvPr/>
        </p:nvSpPr>
        <p:spPr>
          <a:xfrm>
            <a:off x="6814080" y="671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8" name="CustomShape 39"/>
          <p:cNvSpPr/>
          <p:nvPr/>
        </p:nvSpPr>
        <p:spPr>
          <a:xfrm>
            <a:off x="7066080" y="671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9" name="CustomShape 40"/>
          <p:cNvSpPr/>
          <p:nvPr/>
        </p:nvSpPr>
        <p:spPr>
          <a:xfrm>
            <a:off x="6557040" y="167760"/>
            <a:ext cx="759240" cy="245160"/>
          </a:xfrm>
          <a:custGeom>
            <a:avLst/>
            <a:gdLst>
              <a:gd name="textAreaLeft" fmla="*/ 0 w 759240"/>
              <a:gd name="textAreaRight" fmla="*/ 759960 w 759240"/>
              <a:gd name="textAreaTop" fmla="*/ 0 h 245160"/>
              <a:gd name="textAreaBottom" fmla="*/ 245880 h 245160"/>
            </a:gdLst>
            <a:ahLst/>
            <a:rect l="textAreaLeft" t="textAreaTop" r="textAreaRight" b="textAreaBottom"/>
            <a:pathLst>
              <a:path w="436" h="142">
                <a:moveTo>
                  <a:pt x="0" y="141"/>
                </a:moveTo>
                <a:lnTo>
                  <a:pt x="93" y="141"/>
                </a:lnTo>
                <a:lnTo>
                  <a:pt x="147" y="0"/>
                </a:lnTo>
                <a:lnTo>
                  <a:pt x="288" y="0"/>
                </a:lnTo>
                <a:lnTo>
                  <a:pt x="345" y="141"/>
                </a:lnTo>
                <a:lnTo>
                  <a:pt x="435" y="141"/>
                </a:lnTo>
              </a:path>
            </a:pathLst>
          </a:custGeom>
          <a:noFill/>
          <a:ln w="1584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70" name="CustomShape 41"/>
          <p:cNvSpPr/>
          <p:nvPr/>
        </p:nvSpPr>
        <p:spPr>
          <a:xfrm>
            <a:off x="6556680" y="671400"/>
            <a:ext cx="754200" cy="250200"/>
          </a:xfrm>
          <a:custGeom>
            <a:avLst/>
            <a:gdLst>
              <a:gd name="textAreaLeft" fmla="*/ 0 w 754200"/>
              <a:gd name="textAreaRight" fmla="*/ 754920 w 754200"/>
              <a:gd name="textAreaTop" fmla="*/ 0 h 250200"/>
              <a:gd name="textAreaBottom" fmla="*/ 250920 h 250200"/>
            </a:gdLst>
            <a:ahLst/>
            <a:rect l="textAreaLeft" t="textAreaTop" r="textAreaRight" b="textAreaBottom"/>
            <a:pathLst>
              <a:path w="433" h="145">
                <a:moveTo>
                  <a:pt x="0" y="141"/>
                </a:moveTo>
                <a:lnTo>
                  <a:pt x="147" y="141"/>
                </a:lnTo>
                <a:lnTo>
                  <a:pt x="147" y="0"/>
                </a:lnTo>
                <a:lnTo>
                  <a:pt x="288" y="0"/>
                </a:lnTo>
                <a:lnTo>
                  <a:pt x="288" y="144"/>
                </a:lnTo>
                <a:lnTo>
                  <a:pt x="432" y="144"/>
                </a:lnTo>
              </a:path>
            </a:pathLst>
          </a:custGeom>
          <a:noFill/>
          <a:ln w="1584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71" name="CustomShape 42"/>
          <p:cNvSpPr/>
          <p:nvPr/>
        </p:nvSpPr>
        <p:spPr>
          <a:xfrm>
            <a:off x="6026760" y="167760"/>
            <a:ext cx="481320" cy="300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a:solidFill>
                  <a:srgbClr val="000000"/>
                </a:solidFill>
                <a:latin typeface="Calibri"/>
                <a:ea typeface="DejaVu Sans"/>
              </a:rPr>
              <a:t>SDA</a:t>
            </a:r>
            <a:endParaRPr b="0" lang="en-US" sz="1800" spc="-1" strike="noStrike">
              <a:solidFill>
                <a:srgbClr val="000000"/>
              </a:solidFill>
              <a:latin typeface="Arial"/>
            </a:endParaRPr>
          </a:p>
        </p:txBody>
      </p:sp>
      <p:sp>
        <p:nvSpPr>
          <p:cNvPr id="172" name="CustomShape 43"/>
          <p:cNvSpPr/>
          <p:nvPr/>
        </p:nvSpPr>
        <p:spPr>
          <a:xfrm>
            <a:off x="6026760" y="682560"/>
            <a:ext cx="481320" cy="300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a:solidFill>
                  <a:srgbClr val="000000"/>
                </a:solidFill>
                <a:latin typeface="Calibri"/>
                <a:ea typeface="DejaVu Sans"/>
              </a:rPr>
              <a:t>SCL</a:t>
            </a:r>
            <a:endParaRPr b="0" lang="en-US" sz="1800" spc="-1" strike="noStrike">
              <a:solidFill>
                <a:srgbClr val="000000"/>
              </a:solidFill>
              <a:latin typeface="Arial"/>
            </a:endParaRPr>
          </a:p>
        </p:txBody>
      </p:sp>
      <p:sp>
        <p:nvSpPr>
          <p:cNvPr id="173" name="CustomShape 44"/>
          <p:cNvSpPr/>
          <p:nvPr/>
        </p:nvSpPr>
        <p:spPr>
          <a:xfrm>
            <a:off x="8651880" y="167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74" name="CustomShape 45"/>
          <p:cNvSpPr/>
          <p:nvPr/>
        </p:nvSpPr>
        <p:spPr>
          <a:xfrm>
            <a:off x="8903880" y="167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75" name="CustomShape 46"/>
          <p:cNvSpPr/>
          <p:nvPr/>
        </p:nvSpPr>
        <p:spPr>
          <a:xfrm>
            <a:off x="9155880" y="167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76" name="CustomShape 47"/>
          <p:cNvSpPr/>
          <p:nvPr/>
        </p:nvSpPr>
        <p:spPr>
          <a:xfrm>
            <a:off x="8651880" y="419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77" name="CustomShape 48"/>
          <p:cNvSpPr/>
          <p:nvPr/>
        </p:nvSpPr>
        <p:spPr>
          <a:xfrm>
            <a:off x="8903880" y="419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78" name="CustomShape 49"/>
          <p:cNvSpPr/>
          <p:nvPr/>
        </p:nvSpPr>
        <p:spPr>
          <a:xfrm>
            <a:off x="9155880" y="419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79" name="CustomShape 50"/>
          <p:cNvSpPr/>
          <p:nvPr/>
        </p:nvSpPr>
        <p:spPr>
          <a:xfrm>
            <a:off x="9407880" y="419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80" name="CustomShape 51"/>
          <p:cNvSpPr/>
          <p:nvPr/>
        </p:nvSpPr>
        <p:spPr>
          <a:xfrm>
            <a:off x="8651880" y="671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81" name="CustomShape 52"/>
          <p:cNvSpPr/>
          <p:nvPr/>
        </p:nvSpPr>
        <p:spPr>
          <a:xfrm>
            <a:off x="8903880" y="671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82" name="CustomShape 53"/>
          <p:cNvSpPr/>
          <p:nvPr/>
        </p:nvSpPr>
        <p:spPr>
          <a:xfrm>
            <a:off x="9155880" y="671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83" name="CustomShape 54"/>
          <p:cNvSpPr/>
          <p:nvPr/>
        </p:nvSpPr>
        <p:spPr>
          <a:xfrm>
            <a:off x="9407880" y="671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84" name="CustomShape 55"/>
          <p:cNvSpPr/>
          <p:nvPr/>
        </p:nvSpPr>
        <p:spPr>
          <a:xfrm>
            <a:off x="9407880" y="167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85" name="CustomShape 56"/>
          <p:cNvSpPr/>
          <p:nvPr/>
        </p:nvSpPr>
        <p:spPr>
          <a:xfrm>
            <a:off x="9659880" y="167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86" name="CustomShape 57"/>
          <p:cNvSpPr/>
          <p:nvPr/>
        </p:nvSpPr>
        <p:spPr>
          <a:xfrm>
            <a:off x="9659880" y="419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87" name="CustomShape 58"/>
          <p:cNvSpPr/>
          <p:nvPr/>
        </p:nvSpPr>
        <p:spPr>
          <a:xfrm>
            <a:off x="9659880" y="671400"/>
            <a:ext cx="250200" cy="25020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88" name="CustomShape 59"/>
          <p:cNvSpPr/>
          <p:nvPr/>
        </p:nvSpPr>
        <p:spPr>
          <a:xfrm>
            <a:off x="8651880" y="167760"/>
            <a:ext cx="1247760" cy="246600"/>
          </a:xfrm>
          <a:custGeom>
            <a:avLst/>
            <a:gdLst>
              <a:gd name="textAreaLeft" fmla="*/ 0 w 1247760"/>
              <a:gd name="textAreaRight" fmla="*/ 1248480 w 1247760"/>
              <a:gd name="textAreaTop" fmla="*/ 0 h 246600"/>
              <a:gd name="textAreaBottom" fmla="*/ 247320 h 246600"/>
            </a:gdLst>
            <a:ahLst/>
            <a:rect l="textAreaLeft" t="textAreaTop" r="textAreaRight" b="textAreaBottom"/>
            <a:pathLst>
              <a:path w="715" h="143">
                <a:moveTo>
                  <a:pt x="0" y="142"/>
                </a:moveTo>
                <a:lnTo>
                  <a:pt x="141" y="141"/>
                </a:lnTo>
                <a:lnTo>
                  <a:pt x="285" y="0"/>
                </a:lnTo>
                <a:lnTo>
                  <a:pt x="714" y="0"/>
                </a:lnTo>
              </a:path>
            </a:pathLst>
          </a:custGeom>
          <a:noFill/>
          <a:ln w="1584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89" name="Line 60"/>
          <p:cNvSpPr/>
          <p:nvPr/>
        </p:nvSpPr>
        <p:spPr>
          <a:xfrm>
            <a:off x="8656560" y="666360"/>
            <a:ext cx="1254960" cy="360"/>
          </a:xfrm>
          <a:prstGeom prst="line">
            <a:avLst/>
          </a:prstGeom>
          <a:ln w="15840">
            <a:solidFill>
              <a:srgbClr val="000000"/>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a typeface="DejaVu Sans"/>
            </a:endParaRPr>
          </a:p>
        </p:txBody>
      </p:sp>
      <p:sp>
        <p:nvSpPr>
          <p:cNvPr id="190" name="CustomShape 61"/>
          <p:cNvSpPr/>
          <p:nvPr/>
        </p:nvSpPr>
        <p:spPr>
          <a:xfrm>
            <a:off x="8105760" y="167760"/>
            <a:ext cx="481320" cy="300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a:solidFill>
                  <a:srgbClr val="000000"/>
                </a:solidFill>
                <a:latin typeface="Calibri"/>
                <a:ea typeface="DejaVu Sans"/>
              </a:rPr>
              <a:t>SDA</a:t>
            </a:r>
            <a:endParaRPr b="0" lang="en-US" sz="1800" spc="-1" strike="noStrike">
              <a:solidFill>
                <a:srgbClr val="000000"/>
              </a:solidFill>
              <a:latin typeface="Arial"/>
            </a:endParaRPr>
          </a:p>
        </p:txBody>
      </p:sp>
      <p:sp>
        <p:nvSpPr>
          <p:cNvPr id="191" name="CustomShape 62"/>
          <p:cNvSpPr/>
          <p:nvPr/>
        </p:nvSpPr>
        <p:spPr>
          <a:xfrm>
            <a:off x="8105760" y="682560"/>
            <a:ext cx="481320" cy="300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a:solidFill>
                  <a:srgbClr val="000000"/>
                </a:solidFill>
                <a:latin typeface="Calibri"/>
                <a:ea typeface="DejaVu Sans"/>
              </a:rPr>
              <a:t>SCL</a:t>
            </a:r>
            <a:endParaRPr b="0" lang="en-US" sz="1800" spc="-1" strike="noStrike">
              <a:solidFill>
                <a:srgbClr val="000000"/>
              </a:solidFill>
              <a:latin typeface="Arial"/>
            </a:endParaRPr>
          </a:p>
        </p:txBody>
      </p:sp>
      <p:sp>
        <p:nvSpPr>
          <p:cNvPr id="192" name="CustomShape 63"/>
          <p:cNvSpPr/>
          <p:nvPr/>
        </p:nvSpPr>
        <p:spPr>
          <a:xfrm>
            <a:off x="2036880" y="1018080"/>
            <a:ext cx="1226880" cy="602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a:solidFill>
                  <a:srgbClr val="000000"/>
                </a:solidFill>
                <a:latin typeface="Calibri"/>
                <a:ea typeface="DejaVu Sans"/>
              </a:rPr>
              <a:t>Start condition</a:t>
            </a:r>
            <a:endParaRPr b="0" lang="en-US" sz="1800" spc="-1" strike="noStrike">
              <a:solidFill>
                <a:srgbClr val="000000"/>
              </a:solidFill>
              <a:latin typeface="Arial"/>
            </a:endParaRPr>
          </a:p>
        </p:txBody>
      </p:sp>
      <p:sp>
        <p:nvSpPr>
          <p:cNvPr id="193" name="CustomShape 64"/>
          <p:cNvSpPr/>
          <p:nvPr/>
        </p:nvSpPr>
        <p:spPr>
          <a:xfrm>
            <a:off x="4273560" y="1018080"/>
            <a:ext cx="1226880" cy="300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a:solidFill>
                  <a:srgbClr val="000000"/>
                </a:solidFill>
                <a:latin typeface="Calibri"/>
                <a:ea typeface="DejaVu Sans"/>
              </a:rPr>
              <a:t>Sending 0</a:t>
            </a:r>
            <a:endParaRPr b="0" lang="en-US" sz="1800" spc="-1" strike="noStrike">
              <a:solidFill>
                <a:srgbClr val="000000"/>
              </a:solidFill>
              <a:latin typeface="Arial"/>
            </a:endParaRPr>
          </a:p>
        </p:txBody>
      </p:sp>
      <p:sp>
        <p:nvSpPr>
          <p:cNvPr id="194" name="CustomShape 65"/>
          <p:cNvSpPr/>
          <p:nvPr/>
        </p:nvSpPr>
        <p:spPr>
          <a:xfrm>
            <a:off x="6310080" y="1018080"/>
            <a:ext cx="1226880" cy="300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a:solidFill>
                  <a:srgbClr val="000000"/>
                </a:solidFill>
                <a:latin typeface="Calibri"/>
                <a:ea typeface="DejaVu Sans"/>
              </a:rPr>
              <a:t>Sending 1</a:t>
            </a:r>
            <a:endParaRPr b="0" lang="en-US" sz="1800" spc="-1" strike="noStrike">
              <a:solidFill>
                <a:srgbClr val="000000"/>
              </a:solidFill>
              <a:latin typeface="Arial"/>
            </a:endParaRPr>
          </a:p>
        </p:txBody>
      </p:sp>
      <p:sp>
        <p:nvSpPr>
          <p:cNvPr id="195" name="CustomShape 66"/>
          <p:cNvSpPr/>
          <p:nvPr/>
        </p:nvSpPr>
        <p:spPr>
          <a:xfrm>
            <a:off x="8651880" y="1018080"/>
            <a:ext cx="1226880" cy="602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a:solidFill>
                  <a:srgbClr val="000000"/>
                </a:solidFill>
                <a:latin typeface="Calibri"/>
                <a:ea typeface="DejaVu Sans"/>
              </a:rPr>
              <a:t>Stop condition</a:t>
            </a:r>
            <a:endParaRPr b="0" lang="en-US" sz="1800" spc="-1" strike="noStrike">
              <a:solidFill>
                <a:srgbClr val="000000"/>
              </a:solidFill>
              <a:latin typeface="Arial"/>
            </a:endParaRPr>
          </a:p>
        </p:txBody>
      </p:sp>
      <p:sp>
        <p:nvSpPr>
          <p:cNvPr id="196" name="CustomShape 67"/>
          <p:cNvSpPr/>
          <p:nvPr/>
        </p:nvSpPr>
        <p:spPr>
          <a:xfrm>
            <a:off x="79524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7" name="CustomShape 68"/>
          <p:cNvSpPr/>
          <p:nvPr/>
        </p:nvSpPr>
        <p:spPr>
          <a:xfrm>
            <a:off x="114588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8" name="CustomShape 69"/>
          <p:cNvSpPr/>
          <p:nvPr/>
        </p:nvSpPr>
        <p:spPr>
          <a:xfrm>
            <a:off x="149616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9" name="CustomShape 70"/>
          <p:cNvSpPr/>
          <p:nvPr/>
        </p:nvSpPr>
        <p:spPr>
          <a:xfrm>
            <a:off x="184608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0" name="CustomShape 71"/>
          <p:cNvSpPr/>
          <p:nvPr/>
        </p:nvSpPr>
        <p:spPr>
          <a:xfrm>
            <a:off x="79524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1" name="CustomShape 72"/>
          <p:cNvSpPr/>
          <p:nvPr/>
        </p:nvSpPr>
        <p:spPr>
          <a:xfrm>
            <a:off x="114588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2" name="CustomShape 73"/>
          <p:cNvSpPr/>
          <p:nvPr/>
        </p:nvSpPr>
        <p:spPr>
          <a:xfrm>
            <a:off x="149616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3" name="CustomShape 74"/>
          <p:cNvSpPr/>
          <p:nvPr/>
        </p:nvSpPr>
        <p:spPr>
          <a:xfrm>
            <a:off x="184608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4" name="CustomShape 75"/>
          <p:cNvSpPr/>
          <p:nvPr/>
        </p:nvSpPr>
        <p:spPr>
          <a:xfrm>
            <a:off x="79524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5" name="CustomShape 76"/>
          <p:cNvSpPr/>
          <p:nvPr/>
        </p:nvSpPr>
        <p:spPr>
          <a:xfrm>
            <a:off x="114588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6" name="CustomShape 77"/>
          <p:cNvSpPr/>
          <p:nvPr/>
        </p:nvSpPr>
        <p:spPr>
          <a:xfrm>
            <a:off x="149616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7" name="CustomShape 78"/>
          <p:cNvSpPr/>
          <p:nvPr/>
        </p:nvSpPr>
        <p:spPr>
          <a:xfrm>
            <a:off x="184608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8" name="CustomShape 79"/>
          <p:cNvSpPr/>
          <p:nvPr/>
        </p:nvSpPr>
        <p:spPr>
          <a:xfrm>
            <a:off x="360324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9" name="CustomShape 80"/>
          <p:cNvSpPr/>
          <p:nvPr/>
        </p:nvSpPr>
        <p:spPr>
          <a:xfrm>
            <a:off x="395352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10" name="CustomShape 81"/>
          <p:cNvSpPr/>
          <p:nvPr/>
        </p:nvSpPr>
        <p:spPr>
          <a:xfrm>
            <a:off x="430344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11" name="CustomShape 82"/>
          <p:cNvSpPr/>
          <p:nvPr/>
        </p:nvSpPr>
        <p:spPr>
          <a:xfrm>
            <a:off x="465408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12" name="CustomShape 83"/>
          <p:cNvSpPr/>
          <p:nvPr/>
        </p:nvSpPr>
        <p:spPr>
          <a:xfrm>
            <a:off x="360324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13" name="CustomShape 84"/>
          <p:cNvSpPr/>
          <p:nvPr/>
        </p:nvSpPr>
        <p:spPr>
          <a:xfrm>
            <a:off x="395352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14" name="CustomShape 85"/>
          <p:cNvSpPr/>
          <p:nvPr/>
        </p:nvSpPr>
        <p:spPr>
          <a:xfrm>
            <a:off x="430344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15" name="CustomShape 86"/>
          <p:cNvSpPr/>
          <p:nvPr/>
        </p:nvSpPr>
        <p:spPr>
          <a:xfrm>
            <a:off x="465408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16" name="CustomShape 87"/>
          <p:cNvSpPr/>
          <p:nvPr/>
        </p:nvSpPr>
        <p:spPr>
          <a:xfrm>
            <a:off x="360324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17" name="CustomShape 88"/>
          <p:cNvSpPr/>
          <p:nvPr/>
        </p:nvSpPr>
        <p:spPr>
          <a:xfrm>
            <a:off x="395352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18" name="CustomShape 89"/>
          <p:cNvSpPr/>
          <p:nvPr/>
        </p:nvSpPr>
        <p:spPr>
          <a:xfrm>
            <a:off x="430344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19" name="CustomShape 90"/>
          <p:cNvSpPr/>
          <p:nvPr/>
        </p:nvSpPr>
        <p:spPr>
          <a:xfrm>
            <a:off x="465408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20" name="CustomShape 91"/>
          <p:cNvSpPr/>
          <p:nvPr/>
        </p:nvSpPr>
        <p:spPr>
          <a:xfrm>
            <a:off x="499212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21" name="CustomShape 92"/>
          <p:cNvSpPr/>
          <p:nvPr/>
        </p:nvSpPr>
        <p:spPr>
          <a:xfrm>
            <a:off x="534240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22" name="CustomShape 93"/>
          <p:cNvSpPr/>
          <p:nvPr/>
        </p:nvSpPr>
        <p:spPr>
          <a:xfrm>
            <a:off x="569304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23" name="CustomShape 94"/>
          <p:cNvSpPr/>
          <p:nvPr/>
        </p:nvSpPr>
        <p:spPr>
          <a:xfrm>
            <a:off x="604332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24" name="CustomShape 95"/>
          <p:cNvSpPr/>
          <p:nvPr/>
        </p:nvSpPr>
        <p:spPr>
          <a:xfrm>
            <a:off x="499212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25" name="CustomShape 96"/>
          <p:cNvSpPr/>
          <p:nvPr/>
        </p:nvSpPr>
        <p:spPr>
          <a:xfrm>
            <a:off x="534240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26" name="CustomShape 97"/>
          <p:cNvSpPr/>
          <p:nvPr/>
        </p:nvSpPr>
        <p:spPr>
          <a:xfrm>
            <a:off x="569304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27" name="CustomShape 98"/>
          <p:cNvSpPr/>
          <p:nvPr/>
        </p:nvSpPr>
        <p:spPr>
          <a:xfrm>
            <a:off x="604332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28" name="CustomShape 99"/>
          <p:cNvSpPr/>
          <p:nvPr/>
        </p:nvSpPr>
        <p:spPr>
          <a:xfrm>
            <a:off x="499212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29" name="CustomShape 100"/>
          <p:cNvSpPr/>
          <p:nvPr/>
        </p:nvSpPr>
        <p:spPr>
          <a:xfrm>
            <a:off x="534240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30" name="CustomShape 101"/>
          <p:cNvSpPr/>
          <p:nvPr/>
        </p:nvSpPr>
        <p:spPr>
          <a:xfrm>
            <a:off x="569304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31" name="CustomShape 102"/>
          <p:cNvSpPr/>
          <p:nvPr/>
        </p:nvSpPr>
        <p:spPr>
          <a:xfrm>
            <a:off x="604332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32" name="CustomShape 103"/>
          <p:cNvSpPr/>
          <p:nvPr/>
        </p:nvSpPr>
        <p:spPr>
          <a:xfrm>
            <a:off x="639612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33" name="CustomShape 104"/>
          <p:cNvSpPr/>
          <p:nvPr/>
        </p:nvSpPr>
        <p:spPr>
          <a:xfrm>
            <a:off x="674640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34" name="CustomShape 105"/>
          <p:cNvSpPr/>
          <p:nvPr/>
        </p:nvSpPr>
        <p:spPr>
          <a:xfrm>
            <a:off x="709668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35" name="CustomShape 106"/>
          <p:cNvSpPr/>
          <p:nvPr/>
        </p:nvSpPr>
        <p:spPr>
          <a:xfrm>
            <a:off x="744696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36" name="CustomShape 107"/>
          <p:cNvSpPr/>
          <p:nvPr/>
        </p:nvSpPr>
        <p:spPr>
          <a:xfrm>
            <a:off x="639612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37" name="CustomShape 108"/>
          <p:cNvSpPr/>
          <p:nvPr/>
        </p:nvSpPr>
        <p:spPr>
          <a:xfrm>
            <a:off x="674640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38" name="CustomShape 109"/>
          <p:cNvSpPr/>
          <p:nvPr/>
        </p:nvSpPr>
        <p:spPr>
          <a:xfrm>
            <a:off x="709668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39" name="CustomShape 110"/>
          <p:cNvSpPr/>
          <p:nvPr/>
        </p:nvSpPr>
        <p:spPr>
          <a:xfrm>
            <a:off x="744696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0" name="CustomShape 111"/>
          <p:cNvSpPr/>
          <p:nvPr/>
        </p:nvSpPr>
        <p:spPr>
          <a:xfrm>
            <a:off x="639612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1" name="CustomShape 112"/>
          <p:cNvSpPr/>
          <p:nvPr/>
        </p:nvSpPr>
        <p:spPr>
          <a:xfrm>
            <a:off x="674640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2" name="CustomShape 113"/>
          <p:cNvSpPr/>
          <p:nvPr/>
        </p:nvSpPr>
        <p:spPr>
          <a:xfrm>
            <a:off x="709668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3" name="CustomShape 114"/>
          <p:cNvSpPr/>
          <p:nvPr/>
        </p:nvSpPr>
        <p:spPr>
          <a:xfrm>
            <a:off x="744696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4" name="CustomShape 115"/>
          <p:cNvSpPr/>
          <p:nvPr/>
        </p:nvSpPr>
        <p:spPr>
          <a:xfrm>
            <a:off x="219888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5" name="CustomShape 116"/>
          <p:cNvSpPr/>
          <p:nvPr/>
        </p:nvSpPr>
        <p:spPr>
          <a:xfrm>
            <a:off x="254952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6" name="CustomShape 117"/>
          <p:cNvSpPr/>
          <p:nvPr/>
        </p:nvSpPr>
        <p:spPr>
          <a:xfrm>
            <a:off x="289980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7" name="CustomShape 118"/>
          <p:cNvSpPr/>
          <p:nvPr/>
        </p:nvSpPr>
        <p:spPr>
          <a:xfrm>
            <a:off x="325044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8" name="CustomShape 119"/>
          <p:cNvSpPr/>
          <p:nvPr/>
        </p:nvSpPr>
        <p:spPr>
          <a:xfrm>
            <a:off x="219888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9" name="CustomShape 120"/>
          <p:cNvSpPr/>
          <p:nvPr/>
        </p:nvSpPr>
        <p:spPr>
          <a:xfrm>
            <a:off x="254952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50" name="CustomShape 121"/>
          <p:cNvSpPr/>
          <p:nvPr/>
        </p:nvSpPr>
        <p:spPr>
          <a:xfrm>
            <a:off x="289980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51" name="CustomShape 122"/>
          <p:cNvSpPr/>
          <p:nvPr/>
        </p:nvSpPr>
        <p:spPr>
          <a:xfrm>
            <a:off x="325044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52" name="CustomShape 123"/>
          <p:cNvSpPr/>
          <p:nvPr/>
        </p:nvSpPr>
        <p:spPr>
          <a:xfrm>
            <a:off x="219888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53" name="CustomShape 124"/>
          <p:cNvSpPr/>
          <p:nvPr/>
        </p:nvSpPr>
        <p:spPr>
          <a:xfrm>
            <a:off x="254952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54" name="CustomShape 125"/>
          <p:cNvSpPr/>
          <p:nvPr/>
        </p:nvSpPr>
        <p:spPr>
          <a:xfrm>
            <a:off x="289980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55" name="CustomShape 126"/>
          <p:cNvSpPr/>
          <p:nvPr/>
        </p:nvSpPr>
        <p:spPr>
          <a:xfrm>
            <a:off x="325044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56" name="CustomShape 127"/>
          <p:cNvSpPr/>
          <p:nvPr/>
        </p:nvSpPr>
        <p:spPr>
          <a:xfrm>
            <a:off x="780228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57" name="CustomShape 128"/>
          <p:cNvSpPr/>
          <p:nvPr/>
        </p:nvSpPr>
        <p:spPr>
          <a:xfrm>
            <a:off x="815256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58" name="CustomShape 129"/>
          <p:cNvSpPr/>
          <p:nvPr/>
        </p:nvSpPr>
        <p:spPr>
          <a:xfrm>
            <a:off x="850284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59" name="CustomShape 130"/>
          <p:cNvSpPr/>
          <p:nvPr/>
        </p:nvSpPr>
        <p:spPr>
          <a:xfrm>
            <a:off x="885348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0" name="CustomShape 131"/>
          <p:cNvSpPr/>
          <p:nvPr/>
        </p:nvSpPr>
        <p:spPr>
          <a:xfrm>
            <a:off x="780228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1" name="CustomShape 132"/>
          <p:cNvSpPr/>
          <p:nvPr/>
        </p:nvSpPr>
        <p:spPr>
          <a:xfrm>
            <a:off x="815256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2" name="CustomShape 133"/>
          <p:cNvSpPr/>
          <p:nvPr/>
        </p:nvSpPr>
        <p:spPr>
          <a:xfrm>
            <a:off x="850284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3" name="CustomShape 134"/>
          <p:cNvSpPr/>
          <p:nvPr/>
        </p:nvSpPr>
        <p:spPr>
          <a:xfrm>
            <a:off x="885348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4" name="CustomShape 135"/>
          <p:cNvSpPr/>
          <p:nvPr/>
        </p:nvSpPr>
        <p:spPr>
          <a:xfrm>
            <a:off x="780228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5" name="CustomShape 136"/>
          <p:cNvSpPr/>
          <p:nvPr/>
        </p:nvSpPr>
        <p:spPr>
          <a:xfrm>
            <a:off x="815256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6" name="CustomShape 137"/>
          <p:cNvSpPr/>
          <p:nvPr/>
        </p:nvSpPr>
        <p:spPr>
          <a:xfrm>
            <a:off x="850284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7" name="CustomShape 138"/>
          <p:cNvSpPr/>
          <p:nvPr/>
        </p:nvSpPr>
        <p:spPr>
          <a:xfrm>
            <a:off x="885348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8" name="CustomShape 139"/>
          <p:cNvSpPr/>
          <p:nvPr/>
        </p:nvSpPr>
        <p:spPr>
          <a:xfrm>
            <a:off x="920376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9" name="CustomShape 140"/>
          <p:cNvSpPr/>
          <p:nvPr/>
        </p:nvSpPr>
        <p:spPr>
          <a:xfrm>
            <a:off x="9553680" y="23292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70" name="CustomShape 141"/>
          <p:cNvSpPr/>
          <p:nvPr/>
        </p:nvSpPr>
        <p:spPr>
          <a:xfrm>
            <a:off x="920376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71" name="CustomShape 142"/>
          <p:cNvSpPr/>
          <p:nvPr/>
        </p:nvSpPr>
        <p:spPr>
          <a:xfrm>
            <a:off x="9553680" y="2685600"/>
            <a:ext cx="348840" cy="3549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72" name="CustomShape 143"/>
          <p:cNvSpPr/>
          <p:nvPr/>
        </p:nvSpPr>
        <p:spPr>
          <a:xfrm>
            <a:off x="920376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73" name="CustomShape 144"/>
          <p:cNvSpPr/>
          <p:nvPr/>
        </p:nvSpPr>
        <p:spPr>
          <a:xfrm>
            <a:off x="9553680" y="3042360"/>
            <a:ext cx="348840" cy="711360"/>
          </a:xfrm>
          <a:prstGeom prst="rect">
            <a:avLst/>
          </a:prstGeom>
          <a:noFill/>
          <a:ln w="9360">
            <a:solidFill>
              <a:srgbClr val="eeece1"/>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74" name="CustomShape 145"/>
          <p:cNvSpPr/>
          <p:nvPr/>
        </p:nvSpPr>
        <p:spPr>
          <a:xfrm>
            <a:off x="167760" y="2358720"/>
            <a:ext cx="509040" cy="300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a:solidFill>
                  <a:srgbClr val="000000"/>
                </a:solidFill>
                <a:latin typeface="Calibri"/>
                <a:ea typeface="DejaVu Sans"/>
              </a:rPr>
              <a:t>D</a:t>
            </a:r>
            <a:endParaRPr b="0" lang="en-US" sz="1800" spc="-1" strike="noStrike">
              <a:solidFill>
                <a:srgbClr val="000000"/>
              </a:solidFill>
              <a:latin typeface="Arial"/>
            </a:endParaRPr>
          </a:p>
        </p:txBody>
      </p:sp>
      <p:sp>
        <p:nvSpPr>
          <p:cNvPr id="275" name="CustomShape 146"/>
          <p:cNvSpPr/>
          <p:nvPr/>
        </p:nvSpPr>
        <p:spPr>
          <a:xfrm>
            <a:off x="167760" y="2730600"/>
            <a:ext cx="509040" cy="300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a:solidFill>
                  <a:srgbClr val="000000"/>
                </a:solidFill>
                <a:latin typeface="Calibri"/>
                <a:ea typeface="DejaVu Sans"/>
              </a:rPr>
              <a:t>C</a:t>
            </a:r>
            <a:endParaRPr b="0" lang="en-US" sz="1800" spc="-1" strike="noStrike">
              <a:solidFill>
                <a:srgbClr val="000000"/>
              </a:solidFill>
              <a:latin typeface="Arial"/>
            </a:endParaRPr>
          </a:p>
        </p:txBody>
      </p:sp>
      <p:sp>
        <p:nvSpPr>
          <p:cNvPr id="276" name="CustomShape 147"/>
          <p:cNvSpPr/>
          <p:nvPr/>
        </p:nvSpPr>
        <p:spPr>
          <a:xfrm>
            <a:off x="897840" y="3042360"/>
            <a:ext cx="129600" cy="1666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000000"/>
                </a:solidFill>
                <a:latin typeface="Calibri"/>
                <a:ea typeface="DejaVu Sans"/>
              </a:rPr>
              <a:t>ST</a:t>
            </a:r>
            <a:endParaRPr b="0" lang="en-US" sz="1000" spc="-1" strike="noStrike">
              <a:solidFill>
                <a:srgbClr val="000000"/>
              </a:solidFill>
              <a:latin typeface="Arial"/>
            </a:endParaRPr>
          </a:p>
        </p:txBody>
      </p:sp>
      <p:sp>
        <p:nvSpPr>
          <p:cNvPr id="277" name="CustomShape 148"/>
          <p:cNvSpPr/>
          <p:nvPr/>
        </p:nvSpPr>
        <p:spPr>
          <a:xfrm>
            <a:off x="1262520" y="3042360"/>
            <a:ext cx="129600" cy="5025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000000"/>
                </a:solidFill>
                <a:latin typeface="Calibri"/>
                <a:ea typeface="DejaVu Sans"/>
              </a:rPr>
              <a:t>ART</a:t>
            </a:r>
            <a:endParaRPr b="0" lang="en-US" sz="1000" spc="-1" strike="noStrike">
              <a:solidFill>
                <a:srgbClr val="000000"/>
              </a:solidFill>
              <a:latin typeface="Arial"/>
            </a:endParaRPr>
          </a:p>
        </p:txBody>
      </p:sp>
      <p:sp>
        <p:nvSpPr>
          <p:cNvPr id="278" name="CustomShape 149"/>
          <p:cNvSpPr/>
          <p:nvPr/>
        </p:nvSpPr>
        <p:spPr>
          <a:xfrm>
            <a:off x="1948680" y="3042360"/>
            <a:ext cx="129600" cy="3348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000000"/>
                </a:solidFill>
                <a:latin typeface="Calibri"/>
                <a:ea typeface="DejaVu Sans"/>
              </a:rPr>
              <a:t>A6</a:t>
            </a:r>
            <a:endParaRPr b="0" lang="en-US" sz="1000" spc="-1" strike="noStrike">
              <a:solidFill>
                <a:srgbClr val="000000"/>
              </a:solidFill>
              <a:latin typeface="Arial"/>
            </a:endParaRPr>
          </a:p>
        </p:txBody>
      </p:sp>
      <p:sp>
        <p:nvSpPr>
          <p:cNvPr id="279" name="CustomShape 150"/>
          <p:cNvSpPr/>
          <p:nvPr/>
        </p:nvSpPr>
        <p:spPr>
          <a:xfrm>
            <a:off x="2649600" y="3042360"/>
            <a:ext cx="129600" cy="3348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000000"/>
                </a:solidFill>
                <a:latin typeface="Calibri"/>
                <a:ea typeface="DejaVu Sans"/>
              </a:rPr>
              <a:t>A5</a:t>
            </a:r>
            <a:endParaRPr b="0" lang="en-US" sz="1000" spc="-1" strike="noStrike">
              <a:solidFill>
                <a:srgbClr val="000000"/>
              </a:solidFill>
              <a:latin typeface="Arial"/>
            </a:endParaRPr>
          </a:p>
        </p:txBody>
      </p:sp>
      <p:sp>
        <p:nvSpPr>
          <p:cNvPr id="280" name="CustomShape 151"/>
          <p:cNvSpPr/>
          <p:nvPr/>
        </p:nvSpPr>
        <p:spPr>
          <a:xfrm>
            <a:off x="4065480" y="3042360"/>
            <a:ext cx="129600" cy="3348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000000"/>
                </a:solidFill>
                <a:latin typeface="Calibri"/>
                <a:ea typeface="DejaVu Sans"/>
              </a:rPr>
              <a:t>A0</a:t>
            </a:r>
            <a:endParaRPr b="0" lang="en-US" sz="1000" spc="-1" strike="noStrike">
              <a:solidFill>
                <a:srgbClr val="000000"/>
              </a:solidFill>
              <a:latin typeface="Arial"/>
            </a:endParaRPr>
          </a:p>
        </p:txBody>
      </p:sp>
      <p:sp>
        <p:nvSpPr>
          <p:cNvPr id="281" name="CustomShape 152"/>
          <p:cNvSpPr/>
          <p:nvPr/>
        </p:nvSpPr>
        <p:spPr>
          <a:xfrm>
            <a:off x="4766040" y="3042360"/>
            <a:ext cx="129600" cy="3348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000000"/>
                </a:solidFill>
                <a:latin typeface="Calibri"/>
                <a:ea typeface="DejaVu Sans"/>
              </a:rPr>
              <a:t>R/w</a:t>
            </a:r>
            <a:endParaRPr b="0" lang="en-US" sz="1000" spc="-1" strike="noStrike">
              <a:solidFill>
                <a:srgbClr val="000000"/>
              </a:solidFill>
              <a:latin typeface="Arial"/>
            </a:endParaRPr>
          </a:p>
        </p:txBody>
      </p:sp>
      <p:sp>
        <p:nvSpPr>
          <p:cNvPr id="282" name="CustomShape 153"/>
          <p:cNvSpPr/>
          <p:nvPr/>
        </p:nvSpPr>
        <p:spPr>
          <a:xfrm>
            <a:off x="5452200" y="3042360"/>
            <a:ext cx="129600" cy="5025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000000"/>
                </a:solidFill>
                <a:latin typeface="Calibri"/>
                <a:ea typeface="DejaVu Sans"/>
              </a:rPr>
              <a:t>ACK</a:t>
            </a:r>
            <a:endParaRPr b="0" lang="en-US" sz="1000" spc="-1" strike="noStrike">
              <a:solidFill>
                <a:srgbClr val="000000"/>
              </a:solidFill>
              <a:latin typeface="Arial"/>
            </a:endParaRPr>
          </a:p>
        </p:txBody>
      </p:sp>
      <p:sp>
        <p:nvSpPr>
          <p:cNvPr id="283" name="CustomShape 154"/>
          <p:cNvSpPr/>
          <p:nvPr/>
        </p:nvSpPr>
        <p:spPr>
          <a:xfrm>
            <a:off x="6153120" y="3042360"/>
            <a:ext cx="129600" cy="3348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000000"/>
                </a:solidFill>
                <a:latin typeface="Calibri"/>
                <a:ea typeface="DejaVu Sans"/>
              </a:rPr>
              <a:t>D8</a:t>
            </a:r>
            <a:endParaRPr b="0" lang="en-US" sz="1000" spc="-1" strike="noStrike">
              <a:solidFill>
                <a:srgbClr val="000000"/>
              </a:solidFill>
              <a:latin typeface="Arial"/>
            </a:endParaRPr>
          </a:p>
        </p:txBody>
      </p:sp>
      <p:sp>
        <p:nvSpPr>
          <p:cNvPr id="284" name="CustomShape 155"/>
          <p:cNvSpPr/>
          <p:nvPr/>
        </p:nvSpPr>
        <p:spPr>
          <a:xfrm>
            <a:off x="6868080" y="3042360"/>
            <a:ext cx="129600" cy="3348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000000"/>
                </a:solidFill>
                <a:latin typeface="Calibri"/>
                <a:ea typeface="DejaVu Sans"/>
              </a:rPr>
              <a:t>D7</a:t>
            </a:r>
            <a:endParaRPr b="0" lang="en-US" sz="1000" spc="-1" strike="noStrike">
              <a:solidFill>
                <a:srgbClr val="000000"/>
              </a:solidFill>
              <a:latin typeface="Arial"/>
            </a:endParaRPr>
          </a:p>
        </p:txBody>
      </p:sp>
      <p:sp>
        <p:nvSpPr>
          <p:cNvPr id="285" name="CustomShape 156"/>
          <p:cNvSpPr/>
          <p:nvPr/>
        </p:nvSpPr>
        <p:spPr>
          <a:xfrm>
            <a:off x="8255160" y="3042360"/>
            <a:ext cx="129600" cy="3348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000000"/>
                </a:solidFill>
                <a:latin typeface="Calibri"/>
                <a:ea typeface="DejaVu Sans"/>
              </a:rPr>
              <a:t>D0</a:t>
            </a:r>
            <a:endParaRPr b="0" lang="en-US" sz="1000" spc="-1" strike="noStrike">
              <a:solidFill>
                <a:srgbClr val="000000"/>
              </a:solidFill>
              <a:latin typeface="Arial"/>
            </a:endParaRPr>
          </a:p>
        </p:txBody>
      </p:sp>
      <p:sp>
        <p:nvSpPr>
          <p:cNvPr id="286" name="CustomShape 157"/>
          <p:cNvSpPr/>
          <p:nvPr/>
        </p:nvSpPr>
        <p:spPr>
          <a:xfrm>
            <a:off x="8955360" y="3042360"/>
            <a:ext cx="129600" cy="5025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000000"/>
                </a:solidFill>
                <a:latin typeface="Calibri"/>
                <a:ea typeface="DejaVu Sans"/>
              </a:rPr>
              <a:t>ACK</a:t>
            </a:r>
            <a:endParaRPr b="0" lang="en-US" sz="1000" spc="-1" strike="noStrike">
              <a:solidFill>
                <a:srgbClr val="000000"/>
              </a:solidFill>
              <a:latin typeface="Arial"/>
            </a:endParaRPr>
          </a:p>
        </p:txBody>
      </p:sp>
      <p:sp>
        <p:nvSpPr>
          <p:cNvPr id="287" name="CustomShape 158"/>
          <p:cNvSpPr/>
          <p:nvPr/>
        </p:nvSpPr>
        <p:spPr>
          <a:xfrm>
            <a:off x="9320400" y="3042360"/>
            <a:ext cx="129600" cy="1666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000000"/>
                </a:solidFill>
                <a:latin typeface="Calibri"/>
                <a:ea typeface="DejaVu Sans"/>
              </a:rPr>
              <a:t>ST</a:t>
            </a:r>
            <a:endParaRPr b="0" lang="en-US" sz="1000" spc="-1" strike="noStrike">
              <a:solidFill>
                <a:srgbClr val="000000"/>
              </a:solidFill>
              <a:latin typeface="Arial"/>
            </a:endParaRPr>
          </a:p>
        </p:txBody>
      </p:sp>
      <p:sp>
        <p:nvSpPr>
          <p:cNvPr id="288" name="CustomShape 159"/>
          <p:cNvSpPr/>
          <p:nvPr/>
        </p:nvSpPr>
        <p:spPr>
          <a:xfrm>
            <a:off x="9671040" y="3042360"/>
            <a:ext cx="129600" cy="3348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000" spc="-1" strike="noStrike">
                <a:solidFill>
                  <a:srgbClr val="000000"/>
                </a:solidFill>
                <a:latin typeface="Calibri"/>
                <a:ea typeface="DejaVu Sans"/>
              </a:rPr>
              <a:t>OP</a:t>
            </a:r>
            <a:endParaRPr b="0" lang="en-US" sz="1000" spc="-1" strike="noStrike">
              <a:solidFill>
                <a:srgbClr val="000000"/>
              </a:solidFill>
              <a:latin typeface="Arial"/>
            </a:endParaRPr>
          </a:p>
        </p:txBody>
      </p:sp>
      <p:sp>
        <p:nvSpPr>
          <p:cNvPr id="289" name="CustomShape 160"/>
          <p:cNvSpPr/>
          <p:nvPr/>
        </p:nvSpPr>
        <p:spPr>
          <a:xfrm>
            <a:off x="797760" y="2324160"/>
            <a:ext cx="9111960" cy="357480"/>
          </a:xfrm>
          <a:custGeom>
            <a:avLst/>
            <a:gdLst>
              <a:gd name="textAreaLeft" fmla="*/ 0 w 9111960"/>
              <a:gd name="textAreaRight" fmla="*/ 9112680 w 9111960"/>
              <a:gd name="textAreaTop" fmla="*/ 0 h 357480"/>
              <a:gd name="textAreaBottom" fmla="*/ 358200 h 357480"/>
            </a:gdLst>
            <a:ahLst/>
            <a:rect l="textAreaLeft" t="textAreaTop" r="textAreaRight" b="textAreaBottom"/>
            <a:pathLst>
              <a:path w="3747" h="146">
                <a:moveTo>
                  <a:pt x="0" y="5"/>
                </a:moveTo>
                <a:lnTo>
                  <a:pt x="141" y="0"/>
                </a:lnTo>
                <a:lnTo>
                  <a:pt x="249" y="145"/>
                </a:lnTo>
                <a:lnTo>
                  <a:pt x="1509" y="145"/>
                </a:lnTo>
                <a:lnTo>
                  <a:pt x="1546" y="4"/>
                </a:lnTo>
                <a:lnTo>
                  <a:pt x="1774" y="4"/>
                </a:lnTo>
                <a:lnTo>
                  <a:pt x="1828" y="145"/>
                </a:lnTo>
                <a:lnTo>
                  <a:pt x="3452" y="145"/>
                </a:lnTo>
                <a:lnTo>
                  <a:pt x="3597" y="4"/>
                </a:lnTo>
                <a:lnTo>
                  <a:pt x="3746" y="5"/>
                </a:lnTo>
              </a:path>
            </a:pathLst>
          </a:custGeom>
          <a:noFill/>
          <a:ln w="1584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90" name="CustomShape 161"/>
          <p:cNvSpPr/>
          <p:nvPr/>
        </p:nvSpPr>
        <p:spPr>
          <a:xfrm>
            <a:off x="1997280" y="2343960"/>
            <a:ext cx="3265560" cy="337680"/>
          </a:xfrm>
          <a:custGeom>
            <a:avLst/>
            <a:gdLst>
              <a:gd name="textAreaLeft" fmla="*/ 0 w 3265560"/>
              <a:gd name="textAreaRight" fmla="*/ 3266280 w 3265560"/>
              <a:gd name="textAreaTop" fmla="*/ 0 h 337680"/>
              <a:gd name="textAreaBottom" fmla="*/ 338400 h 337680"/>
            </a:gdLst>
            <a:ahLst/>
            <a:rect l="textAreaLeft" t="textAreaTop" r="textAreaRight" b="textAreaBottom"/>
            <a:pathLst>
              <a:path w="1344" h="138">
                <a:moveTo>
                  <a:pt x="0" y="137"/>
                </a:moveTo>
                <a:lnTo>
                  <a:pt x="42" y="0"/>
                </a:lnTo>
                <a:lnTo>
                  <a:pt x="1007" y="0"/>
                </a:lnTo>
                <a:lnTo>
                  <a:pt x="1061" y="137"/>
                </a:lnTo>
                <a:lnTo>
                  <a:pt x="1343" y="133"/>
                </a:lnTo>
              </a:path>
            </a:pathLst>
          </a:custGeom>
          <a:noFill/>
          <a:ln w="1584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91" name="CustomShape 162"/>
          <p:cNvSpPr/>
          <p:nvPr/>
        </p:nvSpPr>
        <p:spPr>
          <a:xfrm>
            <a:off x="5880240" y="2333880"/>
            <a:ext cx="2900880" cy="347400"/>
          </a:xfrm>
          <a:custGeom>
            <a:avLst/>
            <a:gdLst>
              <a:gd name="textAreaLeft" fmla="*/ 0 w 2900880"/>
              <a:gd name="textAreaRight" fmla="*/ 2901600 w 2900880"/>
              <a:gd name="textAreaTop" fmla="*/ 0 h 347400"/>
              <a:gd name="textAreaBottom" fmla="*/ 348120 h 347400"/>
            </a:gdLst>
            <a:ahLst/>
            <a:rect l="textAreaLeft" t="textAreaTop" r="textAreaRight" b="textAreaBottom"/>
            <a:pathLst>
              <a:path w="1194" h="142">
                <a:moveTo>
                  <a:pt x="0" y="141"/>
                </a:moveTo>
                <a:lnTo>
                  <a:pt x="33" y="4"/>
                </a:lnTo>
                <a:lnTo>
                  <a:pt x="1123" y="0"/>
                </a:lnTo>
                <a:lnTo>
                  <a:pt x="1193" y="137"/>
                </a:lnTo>
              </a:path>
            </a:pathLst>
          </a:custGeom>
          <a:noFill/>
          <a:ln w="1584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92" name="CustomShape 163"/>
          <p:cNvSpPr/>
          <p:nvPr/>
        </p:nvSpPr>
        <p:spPr>
          <a:xfrm>
            <a:off x="807840" y="3032640"/>
            <a:ext cx="2095560" cy="387000"/>
          </a:xfrm>
          <a:custGeom>
            <a:avLst/>
            <a:gdLst>
              <a:gd name="textAreaLeft" fmla="*/ 0 w 2095560"/>
              <a:gd name="textAreaRight" fmla="*/ 2096280 w 2095560"/>
              <a:gd name="textAreaTop" fmla="*/ 0 h 387000"/>
              <a:gd name="textAreaBottom" fmla="*/ 387720 h 387000"/>
            </a:gdLst>
            <a:ahLst/>
            <a:rect l="textAreaLeft" t="textAreaTop" r="textAreaRight" b="textAreaBottom"/>
            <a:pathLst>
              <a:path w="863" h="158">
                <a:moveTo>
                  <a:pt x="0" y="4"/>
                </a:moveTo>
                <a:lnTo>
                  <a:pt x="286" y="4"/>
                </a:lnTo>
                <a:lnTo>
                  <a:pt x="286" y="157"/>
                </a:lnTo>
                <a:lnTo>
                  <a:pt x="427" y="153"/>
                </a:lnTo>
                <a:lnTo>
                  <a:pt x="427" y="4"/>
                </a:lnTo>
                <a:lnTo>
                  <a:pt x="862" y="0"/>
                </a:lnTo>
              </a:path>
            </a:pathLst>
          </a:custGeom>
          <a:noFill/>
          <a:ln w="1584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93" name="CustomShape 164"/>
          <p:cNvSpPr/>
          <p:nvPr/>
        </p:nvSpPr>
        <p:spPr>
          <a:xfrm>
            <a:off x="3610440" y="3032280"/>
            <a:ext cx="3496680" cy="397080"/>
          </a:xfrm>
          <a:custGeom>
            <a:avLst/>
            <a:gdLst>
              <a:gd name="textAreaLeft" fmla="*/ 0 w 3496680"/>
              <a:gd name="textAreaRight" fmla="*/ 3497400 w 3496680"/>
              <a:gd name="textAreaTop" fmla="*/ 0 h 397080"/>
              <a:gd name="textAreaBottom" fmla="*/ 397800 h 397080"/>
            </a:gdLst>
            <a:ahLst/>
            <a:rect l="textAreaLeft" t="textAreaTop" r="textAreaRight" b="textAreaBottom"/>
            <a:pathLst>
              <a:path w="1439" h="162">
                <a:moveTo>
                  <a:pt x="0" y="8"/>
                </a:moveTo>
                <a:lnTo>
                  <a:pt x="4" y="153"/>
                </a:lnTo>
                <a:lnTo>
                  <a:pt x="145" y="157"/>
                </a:lnTo>
                <a:lnTo>
                  <a:pt x="145" y="8"/>
                </a:lnTo>
                <a:lnTo>
                  <a:pt x="290" y="4"/>
                </a:lnTo>
                <a:lnTo>
                  <a:pt x="290" y="157"/>
                </a:lnTo>
                <a:lnTo>
                  <a:pt x="427" y="157"/>
                </a:lnTo>
                <a:lnTo>
                  <a:pt x="427" y="0"/>
                </a:lnTo>
                <a:lnTo>
                  <a:pt x="572" y="0"/>
                </a:lnTo>
                <a:lnTo>
                  <a:pt x="572" y="153"/>
                </a:lnTo>
                <a:lnTo>
                  <a:pt x="713" y="157"/>
                </a:lnTo>
                <a:lnTo>
                  <a:pt x="717" y="0"/>
                </a:lnTo>
                <a:lnTo>
                  <a:pt x="858" y="4"/>
                </a:lnTo>
                <a:lnTo>
                  <a:pt x="854" y="161"/>
                </a:lnTo>
                <a:lnTo>
                  <a:pt x="1003" y="157"/>
                </a:lnTo>
                <a:lnTo>
                  <a:pt x="1003" y="4"/>
                </a:lnTo>
                <a:lnTo>
                  <a:pt x="1148" y="4"/>
                </a:lnTo>
                <a:lnTo>
                  <a:pt x="1148" y="157"/>
                </a:lnTo>
                <a:lnTo>
                  <a:pt x="1289" y="153"/>
                </a:lnTo>
                <a:lnTo>
                  <a:pt x="1293" y="4"/>
                </a:lnTo>
                <a:lnTo>
                  <a:pt x="1438" y="4"/>
                </a:lnTo>
              </a:path>
            </a:pathLst>
          </a:custGeom>
          <a:noFill/>
          <a:ln w="1584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94" name="CustomShape 165"/>
          <p:cNvSpPr/>
          <p:nvPr/>
        </p:nvSpPr>
        <p:spPr>
          <a:xfrm>
            <a:off x="7785000" y="3032640"/>
            <a:ext cx="2124720" cy="387000"/>
          </a:xfrm>
          <a:custGeom>
            <a:avLst/>
            <a:gdLst>
              <a:gd name="textAreaLeft" fmla="*/ 0 w 2124720"/>
              <a:gd name="textAreaRight" fmla="*/ 2125440 w 2124720"/>
              <a:gd name="textAreaTop" fmla="*/ 0 h 387000"/>
              <a:gd name="textAreaBottom" fmla="*/ 387720 h 387000"/>
            </a:gdLst>
            <a:ahLst/>
            <a:rect l="textAreaLeft" t="textAreaTop" r="textAreaRight" b="textAreaBottom"/>
            <a:pathLst>
              <a:path w="875" h="158">
                <a:moveTo>
                  <a:pt x="4" y="0"/>
                </a:moveTo>
                <a:lnTo>
                  <a:pt x="0" y="157"/>
                </a:lnTo>
                <a:lnTo>
                  <a:pt x="149" y="157"/>
                </a:lnTo>
                <a:lnTo>
                  <a:pt x="149" y="8"/>
                </a:lnTo>
                <a:lnTo>
                  <a:pt x="290" y="8"/>
                </a:lnTo>
                <a:lnTo>
                  <a:pt x="294" y="153"/>
                </a:lnTo>
                <a:lnTo>
                  <a:pt x="439" y="157"/>
                </a:lnTo>
                <a:lnTo>
                  <a:pt x="439" y="8"/>
                </a:lnTo>
                <a:lnTo>
                  <a:pt x="874" y="8"/>
                </a:lnTo>
              </a:path>
            </a:pathLst>
          </a:custGeom>
          <a:noFill/>
          <a:ln w="1584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95" name="CustomShape 166"/>
          <p:cNvSpPr/>
          <p:nvPr/>
        </p:nvSpPr>
        <p:spPr>
          <a:xfrm>
            <a:off x="7130880" y="3042360"/>
            <a:ext cx="672120" cy="720"/>
          </a:xfrm>
          <a:custGeom>
            <a:avLst/>
            <a:gdLst>
              <a:gd name="textAreaLeft" fmla="*/ 0 w 672120"/>
              <a:gd name="textAreaRight" fmla="*/ 672840 w 672120"/>
              <a:gd name="textAreaTop" fmla="*/ 0 h 720"/>
              <a:gd name="textAreaBottom" fmla="*/ 1440 h 720"/>
            </a:gdLst>
            <a:ahLst/>
            <a:rect l="textAreaLeft" t="textAreaTop" r="textAreaRight" b="textAreaBottom"/>
            <a:pathLst>
              <a:path w="278" h="1">
                <a:moveTo>
                  <a:pt x="0" y="0"/>
                </a:moveTo>
                <a:lnTo>
                  <a:pt x="277" y="0"/>
                </a:lnTo>
              </a:path>
            </a:pathLst>
          </a:custGeom>
          <a:noFill/>
          <a:ln w="15840">
            <a:solidFill>
              <a:srgbClr val="000000"/>
            </a:solidFill>
            <a:prstDash val="dash"/>
            <a:round/>
          </a:ln>
        </p:spPr>
        <p:style>
          <a:lnRef idx="0"/>
          <a:fillRef idx="0"/>
          <a:effectRef idx="0"/>
          <a:fontRef idx="minor"/>
        </p:style>
        <p:txBody>
          <a:bodyPr lIns="90000" rIns="90000" tIns="-43560" bIns="-43560" anchor="t">
            <a:noAutofit/>
          </a:bodyPr>
          <a:p>
            <a:pPr>
              <a:lnSpc>
                <a:spcPct val="100000"/>
              </a:lnSpc>
            </a:pPr>
            <a:endParaRPr b="0" lang="en-US" sz="1800" spc="-1" strike="noStrike">
              <a:solidFill>
                <a:srgbClr val="000000"/>
              </a:solidFill>
              <a:latin typeface="Arial"/>
              <a:ea typeface="DejaVu Sans"/>
            </a:endParaRPr>
          </a:p>
        </p:txBody>
      </p:sp>
      <p:sp>
        <p:nvSpPr>
          <p:cNvPr id="296" name="CustomShape 167"/>
          <p:cNvSpPr/>
          <p:nvPr/>
        </p:nvSpPr>
        <p:spPr>
          <a:xfrm>
            <a:off x="2924280" y="3044880"/>
            <a:ext cx="672120" cy="720"/>
          </a:xfrm>
          <a:custGeom>
            <a:avLst/>
            <a:gdLst>
              <a:gd name="textAreaLeft" fmla="*/ 0 w 672120"/>
              <a:gd name="textAreaRight" fmla="*/ 672840 w 672120"/>
              <a:gd name="textAreaTop" fmla="*/ 0 h 720"/>
              <a:gd name="textAreaBottom" fmla="*/ 1440 h 720"/>
            </a:gdLst>
            <a:ahLst/>
            <a:rect l="textAreaLeft" t="textAreaTop" r="textAreaRight" b="textAreaBottom"/>
            <a:pathLst>
              <a:path w="278" h="1">
                <a:moveTo>
                  <a:pt x="0" y="0"/>
                </a:moveTo>
                <a:lnTo>
                  <a:pt x="277" y="0"/>
                </a:lnTo>
              </a:path>
            </a:pathLst>
          </a:custGeom>
          <a:noFill/>
          <a:ln w="15840">
            <a:solidFill>
              <a:srgbClr val="000000"/>
            </a:solidFill>
            <a:prstDash val="dash"/>
            <a:round/>
          </a:ln>
        </p:spPr>
        <p:style>
          <a:lnRef idx="0"/>
          <a:fillRef idx="0"/>
          <a:effectRef idx="0"/>
          <a:fontRef idx="minor"/>
        </p:style>
        <p:txBody>
          <a:bodyPr lIns="90000" rIns="90000" tIns="-43560" bIns="-43560" anchor="t">
            <a:noAutofit/>
          </a:bodyPr>
          <a:p>
            <a:pPr>
              <a:lnSpc>
                <a:spcPct val="100000"/>
              </a:lnSpc>
            </a:pPr>
            <a:endParaRPr b="0" lang="en-US" sz="1800" spc="-1" strike="noStrike">
              <a:solidFill>
                <a:srgbClr val="000000"/>
              </a:solidFill>
              <a:latin typeface="Arial"/>
              <a:ea typeface="DejaVu Sans"/>
            </a:endParaRPr>
          </a:p>
        </p:txBody>
      </p:sp>
      <p:sp>
        <p:nvSpPr>
          <p:cNvPr id="297" name="Line 168"/>
          <p:cNvSpPr/>
          <p:nvPr/>
        </p:nvSpPr>
        <p:spPr>
          <a:xfrm>
            <a:off x="5554080" y="2091240"/>
            <a:ext cx="360" cy="490680"/>
          </a:xfrm>
          <a:prstGeom prst="line">
            <a:avLst/>
          </a:prstGeom>
          <a:ln w="15840">
            <a:solidFill>
              <a:srgbClr val="000000"/>
            </a:solidFill>
            <a:round/>
            <a:tailEnd len="med" type="arrow" w="lg"/>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a typeface="DejaVu Sans"/>
            </a:endParaRPr>
          </a:p>
        </p:txBody>
      </p:sp>
      <p:sp>
        <p:nvSpPr>
          <p:cNvPr id="298" name="Line 169"/>
          <p:cNvSpPr/>
          <p:nvPr/>
        </p:nvSpPr>
        <p:spPr>
          <a:xfrm>
            <a:off x="9028800" y="2076120"/>
            <a:ext cx="360" cy="490680"/>
          </a:xfrm>
          <a:prstGeom prst="line">
            <a:avLst/>
          </a:prstGeom>
          <a:ln w="15840">
            <a:solidFill>
              <a:srgbClr val="000000"/>
            </a:solidFill>
            <a:round/>
            <a:tailEnd len="med" type="arrow" w="lg"/>
          </a:ln>
        </p:spPr>
        <p:style>
          <a:lnRef idx="0"/>
          <a:fillRef idx="0"/>
          <a:effectRef idx="0"/>
          <a:fontRef idx="minor"/>
        </p:style>
        <p:txBody>
          <a:bodyPr lIns="90000" rIns="90000" tIns="45000" bIns="45000" anchor="t" anchorCtr="1">
            <a:noAutofit/>
          </a:bodyPr>
          <a:p>
            <a:endParaRPr b="0" lang="en-US" sz="1800" spc="-1" strike="noStrike">
              <a:solidFill>
                <a:srgbClr val="000000"/>
              </a:solidFill>
              <a:latin typeface="Arial"/>
              <a:ea typeface="DejaVu Sans"/>
            </a:endParaRPr>
          </a:p>
        </p:txBody>
      </p:sp>
      <p:sp>
        <p:nvSpPr>
          <p:cNvPr id="299" name="CustomShape 170"/>
          <p:cNvSpPr/>
          <p:nvPr/>
        </p:nvSpPr>
        <p:spPr>
          <a:xfrm>
            <a:off x="5131080" y="1541520"/>
            <a:ext cx="830520" cy="6030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a:solidFill>
                  <a:srgbClr val="000000"/>
                </a:solidFill>
                <a:latin typeface="Calibri"/>
                <a:ea typeface="DejaVu Sans"/>
              </a:rPr>
              <a:t>From Servant</a:t>
            </a:r>
            <a:endParaRPr b="0" lang="en-US" sz="1800" spc="-1" strike="noStrike">
              <a:solidFill>
                <a:srgbClr val="000000"/>
              </a:solidFill>
              <a:latin typeface="Arial"/>
            </a:endParaRPr>
          </a:p>
        </p:txBody>
      </p:sp>
      <p:sp>
        <p:nvSpPr>
          <p:cNvPr id="300" name="CustomShape 171"/>
          <p:cNvSpPr/>
          <p:nvPr/>
        </p:nvSpPr>
        <p:spPr>
          <a:xfrm>
            <a:off x="8605080" y="1512000"/>
            <a:ext cx="830520" cy="6030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a:solidFill>
                  <a:srgbClr val="000000"/>
                </a:solidFill>
                <a:latin typeface="Calibri"/>
                <a:ea typeface="DejaVu Sans"/>
              </a:rPr>
              <a:t>From receiver</a:t>
            </a:r>
            <a:endParaRPr b="0" lang="en-US" sz="1800" spc="-1" strike="noStrike">
              <a:solidFill>
                <a:srgbClr val="000000"/>
              </a:solidFill>
              <a:latin typeface="Arial"/>
            </a:endParaRPr>
          </a:p>
        </p:txBody>
      </p:sp>
      <p:sp>
        <p:nvSpPr>
          <p:cNvPr id="301" name="CustomShape 172"/>
          <p:cNvSpPr/>
          <p:nvPr/>
        </p:nvSpPr>
        <p:spPr>
          <a:xfrm>
            <a:off x="2999520" y="3844800"/>
            <a:ext cx="4465080" cy="300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800" spc="-1" strike="noStrike">
                <a:solidFill>
                  <a:srgbClr val="000000"/>
                </a:solidFill>
                <a:latin typeface="Calibri"/>
                <a:ea typeface="DejaVu Sans"/>
              </a:rPr>
              <a:t>Typical read/write cycle</a:t>
            </a:r>
            <a:endParaRPr b="0" lang="en-US" sz="1800" spc="-1" strike="noStrike">
              <a:solidFill>
                <a:srgbClr val="000000"/>
              </a:solidFill>
              <a:latin typeface="Arial"/>
            </a:endParaRPr>
          </a:p>
        </p:txBody>
      </p:sp>
      <p:sp>
        <p:nvSpPr>
          <p:cNvPr id="302" name="CustomShape 173"/>
          <p:cNvSpPr/>
          <p:nvPr/>
        </p:nvSpPr>
        <p:spPr>
          <a:xfrm>
            <a:off x="0" y="0"/>
            <a:ext cx="3441960" cy="703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Calibri"/>
                <a:ea typeface="DejaVu Sans"/>
              </a:rPr>
              <a:t>I2C Bus </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Structure</a:t>
            </a:r>
            <a:endParaRPr b="0" lang="en-US" sz="1800" spc="-1" strike="noStrike">
              <a:solidFill>
                <a:srgbClr val="000000"/>
              </a:solidFill>
              <a:latin typeface="Arial"/>
            </a:endParaRPr>
          </a:p>
        </p:txBody>
      </p:sp>
      <p:sp>
        <p:nvSpPr>
          <p:cNvPr id="303" name="CustomShape 174"/>
          <p:cNvSpPr/>
          <p:nvPr/>
        </p:nvSpPr>
        <p:spPr>
          <a:xfrm>
            <a:off x="678960" y="4523040"/>
            <a:ext cx="1693800" cy="2867040"/>
          </a:xfrm>
          <a:prstGeom prst="rect">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04" name="CustomShape 175"/>
          <p:cNvSpPr/>
          <p:nvPr/>
        </p:nvSpPr>
        <p:spPr>
          <a:xfrm>
            <a:off x="839880" y="5892480"/>
            <a:ext cx="1049040" cy="400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Calibri"/>
                <a:ea typeface="DejaVu Sans"/>
              </a:rPr>
              <a:t>T1042</a:t>
            </a:r>
            <a:endParaRPr b="0" lang="en-US" sz="1800" spc="-1" strike="noStrike">
              <a:solidFill>
                <a:srgbClr val="000000"/>
              </a:solidFill>
              <a:latin typeface="Arial"/>
            </a:endParaRPr>
          </a:p>
        </p:txBody>
      </p:sp>
      <p:sp>
        <p:nvSpPr>
          <p:cNvPr id="305" name="CustomShape 176"/>
          <p:cNvSpPr/>
          <p:nvPr/>
        </p:nvSpPr>
        <p:spPr>
          <a:xfrm>
            <a:off x="2351880" y="5879880"/>
            <a:ext cx="549720" cy="360"/>
          </a:xfrm>
          <a:custGeom>
            <a:avLst/>
            <a:gdLst>
              <a:gd name="textAreaLeft" fmla="*/ 0 w 549720"/>
              <a:gd name="textAreaRight" fmla="*/ 550440 w 549720"/>
              <a:gd name="textAreaTop" fmla="*/ 0 h 360"/>
              <a:gd name="textAreaBottom" fmla="*/ 1440 h 360"/>
            </a:gdLst>
            <a:ahLst/>
            <a:rect l="textAreaLeft" t="textAreaTop" r="textAreaRight" b="textAreaBottom"/>
            <a:pathLst>
              <a:path w="21600" h="21600">
                <a:moveTo>
                  <a:pt x="0" y="0"/>
                </a:moveTo>
                <a:lnTo>
                  <a:pt x="21600" y="21600"/>
                </a:lnTo>
              </a:path>
            </a:pathLst>
          </a:custGeom>
          <a:noFill/>
          <a:ln w="9360">
            <a:solidFill>
              <a:srgbClr val="4a7ebb"/>
            </a:solidFill>
            <a:round/>
            <a:tailEnd len="med" type="arrow" w="med"/>
          </a:ln>
        </p:spPr>
        <p:style>
          <a:lnRef idx="0"/>
          <a:fillRef idx="0"/>
          <a:effectRef idx="0"/>
          <a:fontRef idx="minor"/>
        </p:style>
        <p:txBody>
          <a:bodyPr lIns="90000" rIns="90000" tIns="-44280" bIns="-44280" anchor="t">
            <a:noAutofit/>
          </a:bodyPr>
          <a:p>
            <a:pPr>
              <a:lnSpc>
                <a:spcPct val="100000"/>
              </a:lnSpc>
            </a:pPr>
            <a:endParaRPr b="0" lang="en-US" sz="1800" spc="-1" strike="noStrike">
              <a:solidFill>
                <a:srgbClr val="000000"/>
              </a:solidFill>
              <a:latin typeface="Arial"/>
              <a:ea typeface="DejaVu Sans"/>
            </a:endParaRPr>
          </a:p>
        </p:txBody>
      </p:sp>
      <p:sp>
        <p:nvSpPr>
          <p:cNvPr id="306" name="CustomShape 177"/>
          <p:cNvSpPr/>
          <p:nvPr/>
        </p:nvSpPr>
        <p:spPr>
          <a:xfrm>
            <a:off x="2351880" y="6383880"/>
            <a:ext cx="568800" cy="360"/>
          </a:xfrm>
          <a:custGeom>
            <a:avLst/>
            <a:gdLst>
              <a:gd name="textAreaLeft" fmla="*/ 0 w 568800"/>
              <a:gd name="textAreaRight" fmla="*/ 569520 w 568800"/>
              <a:gd name="textAreaTop" fmla="*/ 0 h 360"/>
              <a:gd name="textAreaBottom" fmla="*/ 1440 h 360"/>
            </a:gdLst>
            <a:ahLst/>
            <a:rect l="textAreaLeft" t="textAreaTop" r="textAreaRight" b="textAreaBottom"/>
            <a:pathLst>
              <a:path w="21600" h="21600">
                <a:moveTo>
                  <a:pt x="0" y="0"/>
                </a:moveTo>
                <a:lnTo>
                  <a:pt x="21600" y="21600"/>
                </a:lnTo>
              </a:path>
            </a:pathLst>
          </a:custGeom>
          <a:noFill/>
          <a:ln w="9360">
            <a:solidFill>
              <a:srgbClr val="4a7ebb"/>
            </a:solidFill>
            <a:round/>
            <a:tailEnd len="med" type="arrow" w="med"/>
          </a:ln>
        </p:spPr>
        <p:style>
          <a:lnRef idx="0"/>
          <a:fillRef idx="0"/>
          <a:effectRef idx="0"/>
          <a:fontRef idx="minor"/>
        </p:style>
        <p:txBody>
          <a:bodyPr lIns="90000" rIns="90000" tIns="-44280" bIns="-44280" anchor="t">
            <a:noAutofit/>
          </a:bodyPr>
          <a:p>
            <a:pPr>
              <a:lnSpc>
                <a:spcPct val="100000"/>
              </a:lnSpc>
            </a:pPr>
            <a:endParaRPr b="0" lang="en-US" sz="1800" spc="-1" strike="noStrike">
              <a:solidFill>
                <a:srgbClr val="000000"/>
              </a:solidFill>
              <a:latin typeface="Arial"/>
              <a:ea typeface="DejaVu Sans"/>
            </a:endParaRPr>
          </a:p>
        </p:txBody>
      </p:sp>
      <p:sp>
        <p:nvSpPr>
          <p:cNvPr id="307" name="CustomShape 178"/>
          <p:cNvSpPr/>
          <p:nvPr/>
        </p:nvSpPr>
        <p:spPr>
          <a:xfrm>
            <a:off x="2435400" y="6803640"/>
            <a:ext cx="673200" cy="360"/>
          </a:xfrm>
          <a:custGeom>
            <a:avLst/>
            <a:gdLst>
              <a:gd name="textAreaLeft" fmla="*/ 0 w 673200"/>
              <a:gd name="textAreaRight" fmla="*/ 673920 w 673200"/>
              <a:gd name="textAreaTop" fmla="*/ 0 h 360"/>
              <a:gd name="textAreaBottom" fmla="*/ 1440 h 360"/>
            </a:gdLst>
            <a:ahLst/>
            <a:rect l="textAreaLeft" t="textAreaTop" r="textAreaRight" b="textAreaBottom"/>
            <a:pathLst>
              <a:path w="21600" h="21600">
                <a:moveTo>
                  <a:pt x="0" y="0"/>
                </a:moveTo>
                <a:lnTo>
                  <a:pt x="21600" y="21600"/>
                </a:lnTo>
              </a:path>
            </a:pathLst>
          </a:custGeom>
          <a:noFill/>
          <a:ln w="9360">
            <a:solidFill>
              <a:srgbClr val="4a7ebb"/>
            </a:solidFill>
            <a:round/>
            <a:tailEnd len="med" type="arrow" w="med"/>
          </a:ln>
        </p:spPr>
        <p:style>
          <a:lnRef idx="0"/>
          <a:fillRef idx="0"/>
          <a:effectRef idx="0"/>
          <a:fontRef idx="minor"/>
        </p:style>
        <p:txBody>
          <a:bodyPr lIns="90000" rIns="90000" tIns="-44280" bIns="-44280" anchor="t">
            <a:noAutofit/>
          </a:bodyPr>
          <a:p>
            <a:pPr>
              <a:lnSpc>
                <a:spcPct val="100000"/>
              </a:lnSpc>
            </a:pPr>
            <a:endParaRPr b="0" lang="en-US" sz="1800" spc="-1" strike="noStrike">
              <a:solidFill>
                <a:srgbClr val="000000"/>
              </a:solidFill>
              <a:latin typeface="Arial"/>
              <a:ea typeface="DejaVu Sans"/>
            </a:endParaRPr>
          </a:p>
        </p:txBody>
      </p:sp>
      <p:sp>
        <p:nvSpPr>
          <p:cNvPr id="308" name="CustomShape 179"/>
          <p:cNvSpPr/>
          <p:nvPr/>
        </p:nvSpPr>
        <p:spPr>
          <a:xfrm>
            <a:off x="2351880" y="4619880"/>
            <a:ext cx="7054200" cy="360"/>
          </a:xfrm>
          <a:custGeom>
            <a:avLst/>
            <a:gdLst>
              <a:gd name="textAreaLeft" fmla="*/ 0 w 7054200"/>
              <a:gd name="textAreaRight" fmla="*/ 7054920 w 7054200"/>
              <a:gd name="textAreaTop" fmla="*/ 0 h 360"/>
              <a:gd name="textAreaBottom" fmla="*/ 1440 h 360"/>
            </a:gdLst>
            <a:ahLst/>
            <a:rect l="textAreaLeft" t="textAreaTop" r="textAreaRight" b="textAreaBottom"/>
            <a:pathLst>
              <a:path w="21600" h="21600">
                <a:moveTo>
                  <a:pt x="0" y="0"/>
                </a:moveTo>
                <a:lnTo>
                  <a:pt x="21600" y="21600"/>
                </a:lnTo>
              </a:path>
            </a:pathLst>
          </a:custGeom>
          <a:noFill/>
          <a:ln w="9360">
            <a:solidFill>
              <a:srgbClr val="4a7ebb"/>
            </a:solidFill>
            <a:round/>
            <a:tailEnd len="med" type="arrow" w="med"/>
          </a:ln>
        </p:spPr>
        <p:style>
          <a:lnRef idx="0"/>
          <a:fillRef idx="0"/>
          <a:effectRef idx="0"/>
          <a:fontRef idx="minor"/>
        </p:style>
        <p:txBody>
          <a:bodyPr lIns="90000" rIns="90000" tIns="-44280" bIns="-44280" anchor="t">
            <a:noAutofit/>
          </a:bodyPr>
          <a:p>
            <a:pPr>
              <a:lnSpc>
                <a:spcPct val="100000"/>
              </a:lnSpc>
            </a:pPr>
            <a:endParaRPr b="0" lang="en-US" sz="1800" spc="-1" strike="noStrike">
              <a:solidFill>
                <a:srgbClr val="000000"/>
              </a:solidFill>
              <a:latin typeface="Arial"/>
              <a:ea typeface="DejaVu Sans"/>
            </a:endParaRPr>
          </a:p>
        </p:txBody>
      </p:sp>
      <p:sp>
        <p:nvSpPr>
          <p:cNvPr id="309" name="CustomShape 180"/>
          <p:cNvSpPr/>
          <p:nvPr/>
        </p:nvSpPr>
        <p:spPr>
          <a:xfrm>
            <a:off x="1721880" y="4451760"/>
            <a:ext cx="909000" cy="400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Calibri"/>
                <a:ea typeface="DejaVu Sans"/>
              </a:rPr>
              <a:t>I2C1</a:t>
            </a:r>
            <a:endParaRPr b="0" lang="en-US" sz="1800" spc="-1" strike="noStrike">
              <a:solidFill>
                <a:srgbClr val="000000"/>
              </a:solidFill>
              <a:latin typeface="Arial"/>
            </a:endParaRPr>
          </a:p>
        </p:txBody>
      </p:sp>
      <p:sp>
        <p:nvSpPr>
          <p:cNvPr id="310" name="CustomShape 181"/>
          <p:cNvSpPr/>
          <p:nvPr/>
        </p:nvSpPr>
        <p:spPr>
          <a:xfrm>
            <a:off x="1763640" y="5724720"/>
            <a:ext cx="909000" cy="400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Calibri"/>
                <a:ea typeface="DejaVu Sans"/>
              </a:rPr>
              <a:t>I2C2</a:t>
            </a:r>
            <a:endParaRPr b="0" lang="en-US" sz="1800" spc="-1" strike="noStrike">
              <a:solidFill>
                <a:srgbClr val="000000"/>
              </a:solidFill>
              <a:latin typeface="Arial"/>
            </a:endParaRPr>
          </a:p>
        </p:txBody>
      </p:sp>
      <p:sp>
        <p:nvSpPr>
          <p:cNvPr id="311" name="CustomShape 182"/>
          <p:cNvSpPr/>
          <p:nvPr/>
        </p:nvSpPr>
        <p:spPr>
          <a:xfrm>
            <a:off x="1763640" y="6131880"/>
            <a:ext cx="909000" cy="400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Calibri"/>
                <a:ea typeface="DejaVu Sans"/>
              </a:rPr>
              <a:t>I2C3</a:t>
            </a:r>
            <a:endParaRPr b="0" lang="en-US" sz="1800" spc="-1" strike="noStrike">
              <a:solidFill>
                <a:srgbClr val="000000"/>
              </a:solidFill>
              <a:latin typeface="Arial"/>
            </a:endParaRPr>
          </a:p>
        </p:txBody>
      </p:sp>
      <p:sp>
        <p:nvSpPr>
          <p:cNvPr id="312" name="CustomShape 183"/>
          <p:cNvSpPr/>
          <p:nvPr/>
        </p:nvSpPr>
        <p:spPr>
          <a:xfrm>
            <a:off x="1763640" y="6648480"/>
            <a:ext cx="909000" cy="400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Calibri"/>
                <a:ea typeface="DejaVu Sans"/>
              </a:rPr>
              <a:t>I2C4</a:t>
            </a:r>
            <a:endParaRPr b="0" lang="en-US" sz="1800" spc="-1" strike="noStrike">
              <a:solidFill>
                <a:srgbClr val="000000"/>
              </a:solidFill>
              <a:latin typeface="Arial"/>
            </a:endParaRPr>
          </a:p>
        </p:txBody>
      </p:sp>
      <p:sp>
        <p:nvSpPr>
          <p:cNvPr id="313" name="CustomShape 184"/>
          <p:cNvSpPr/>
          <p:nvPr/>
        </p:nvSpPr>
        <p:spPr>
          <a:xfrm>
            <a:off x="2687760" y="4788000"/>
            <a:ext cx="1496520" cy="540720"/>
          </a:xfrm>
          <a:prstGeom prst="rect">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14" name="CustomShape 185"/>
          <p:cNvSpPr/>
          <p:nvPr/>
        </p:nvSpPr>
        <p:spPr>
          <a:xfrm>
            <a:off x="2771640" y="4860360"/>
            <a:ext cx="1451880" cy="366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Calibri"/>
                <a:ea typeface="DejaVu Sans"/>
              </a:rPr>
              <a:t>I2C MUX0</a:t>
            </a:r>
            <a:endParaRPr b="0" lang="en-US" sz="1600" spc="-1" strike="noStrike">
              <a:solidFill>
                <a:srgbClr val="000000"/>
              </a:solidFill>
              <a:latin typeface="Arial"/>
            </a:endParaRPr>
          </a:p>
        </p:txBody>
      </p:sp>
      <p:sp>
        <p:nvSpPr>
          <p:cNvPr id="315" name="CustomShape 186"/>
          <p:cNvSpPr/>
          <p:nvPr/>
        </p:nvSpPr>
        <p:spPr>
          <a:xfrm>
            <a:off x="4284000" y="4833000"/>
            <a:ext cx="1496520" cy="540720"/>
          </a:xfrm>
          <a:prstGeom prst="rect">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16" name="CustomShape 187"/>
          <p:cNvSpPr/>
          <p:nvPr/>
        </p:nvSpPr>
        <p:spPr>
          <a:xfrm>
            <a:off x="5893200" y="4833000"/>
            <a:ext cx="1496520" cy="540720"/>
          </a:xfrm>
          <a:prstGeom prst="rect">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17" name="CustomShape 188"/>
          <p:cNvSpPr/>
          <p:nvPr/>
        </p:nvSpPr>
        <p:spPr>
          <a:xfrm>
            <a:off x="7573320" y="4815360"/>
            <a:ext cx="1496520" cy="540720"/>
          </a:xfrm>
          <a:prstGeom prst="rect">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18" name="CustomShape 189"/>
          <p:cNvSpPr/>
          <p:nvPr/>
        </p:nvSpPr>
        <p:spPr>
          <a:xfrm>
            <a:off x="4199760" y="4833000"/>
            <a:ext cx="1790640" cy="366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Calibri"/>
                <a:ea typeface="DejaVu Sans"/>
              </a:rPr>
              <a:t>EEPROM   0xA4</a:t>
            </a:r>
            <a:endParaRPr b="0" lang="en-US" sz="1600" spc="-1" strike="noStrike">
              <a:solidFill>
                <a:srgbClr val="000000"/>
              </a:solidFill>
              <a:latin typeface="Arial"/>
            </a:endParaRPr>
          </a:p>
        </p:txBody>
      </p:sp>
      <p:sp>
        <p:nvSpPr>
          <p:cNvPr id="319" name="CustomShape 190"/>
          <p:cNvSpPr/>
          <p:nvPr/>
        </p:nvSpPr>
        <p:spPr>
          <a:xfrm>
            <a:off x="5938200" y="4833000"/>
            <a:ext cx="1451880" cy="366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Calibri"/>
                <a:ea typeface="DejaVu Sans"/>
              </a:rPr>
              <a:t>GPS 0x32</a:t>
            </a:r>
            <a:endParaRPr b="0" lang="en-US" sz="1600" spc="-1" strike="noStrike">
              <a:solidFill>
                <a:srgbClr val="000000"/>
              </a:solidFill>
              <a:latin typeface="Arial"/>
            </a:endParaRPr>
          </a:p>
        </p:txBody>
      </p:sp>
      <p:sp>
        <p:nvSpPr>
          <p:cNvPr id="320" name="CustomShape 191"/>
          <p:cNvSpPr/>
          <p:nvPr/>
        </p:nvSpPr>
        <p:spPr>
          <a:xfrm>
            <a:off x="7560000" y="4899240"/>
            <a:ext cx="1890360" cy="634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Calibri"/>
                <a:ea typeface="DejaVu Sans"/>
              </a:rPr>
              <a:t>Power Monitor</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p:txBody>
      </p:sp>
      <p:sp>
        <p:nvSpPr>
          <p:cNvPr id="321" name="CustomShape 192"/>
          <p:cNvSpPr/>
          <p:nvPr/>
        </p:nvSpPr>
        <p:spPr>
          <a:xfrm>
            <a:off x="3265560" y="4619880"/>
            <a:ext cx="360" cy="207000"/>
          </a:xfrm>
          <a:custGeom>
            <a:avLst/>
            <a:gdLst>
              <a:gd name="textAreaLeft" fmla="*/ 0 w 360"/>
              <a:gd name="textAreaRight" fmla="*/ 1440 w 360"/>
              <a:gd name="textAreaTop" fmla="*/ 0 h 207000"/>
              <a:gd name="textAreaBottom" fmla="*/ 207720 h 207000"/>
            </a:gdLst>
            <a:ahLst/>
            <a:rect l="textAreaLeft" t="textAreaTop" r="textAreaRight" b="textAreaBottom"/>
            <a:pathLst>
              <a:path w="21600" h="21600">
                <a:moveTo>
                  <a:pt x="0" y="0"/>
                </a:moveTo>
                <a:lnTo>
                  <a:pt x="21600" y="21600"/>
                </a:lnTo>
              </a:path>
            </a:pathLst>
          </a:custGeom>
          <a:noFill/>
          <a:ln w="9360">
            <a:solidFill>
              <a:srgbClr val="4a7ebb"/>
            </a:solidFill>
            <a:round/>
            <a:tailEnd len="med" type="arrow" w="me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22" name="CustomShape 193"/>
          <p:cNvSpPr/>
          <p:nvPr/>
        </p:nvSpPr>
        <p:spPr>
          <a:xfrm>
            <a:off x="4955760" y="4619880"/>
            <a:ext cx="360" cy="334440"/>
          </a:xfrm>
          <a:custGeom>
            <a:avLst/>
            <a:gdLst>
              <a:gd name="textAreaLeft" fmla="*/ 0 w 360"/>
              <a:gd name="textAreaRight" fmla="*/ 1440 w 360"/>
              <a:gd name="textAreaTop" fmla="*/ 0 h 334440"/>
              <a:gd name="textAreaBottom" fmla="*/ 335160 h 334440"/>
            </a:gdLst>
            <a:ahLst/>
            <a:rect l="textAreaLeft" t="textAreaTop" r="textAreaRight" b="textAreaBottom"/>
            <a:pathLst>
              <a:path w="21600" h="21600">
                <a:moveTo>
                  <a:pt x="0" y="0"/>
                </a:moveTo>
                <a:lnTo>
                  <a:pt x="21600" y="21600"/>
                </a:lnTo>
              </a:path>
            </a:pathLst>
          </a:custGeom>
          <a:noFill/>
          <a:ln w="9360">
            <a:solidFill>
              <a:srgbClr val="4a7ebb"/>
            </a:solidFill>
            <a:round/>
            <a:tailEnd len="med" type="arrow" w="me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23" name="CustomShape 194"/>
          <p:cNvSpPr/>
          <p:nvPr/>
        </p:nvSpPr>
        <p:spPr>
          <a:xfrm>
            <a:off x="6538320" y="4619880"/>
            <a:ext cx="360" cy="334440"/>
          </a:xfrm>
          <a:custGeom>
            <a:avLst/>
            <a:gdLst>
              <a:gd name="textAreaLeft" fmla="*/ 0 w 360"/>
              <a:gd name="textAreaRight" fmla="*/ 1440 w 360"/>
              <a:gd name="textAreaTop" fmla="*/ 0 h 334440"/>
              <a:gd name="textAreaBottom" fmla="*/ 335160 h 334440"/>
            </a:gdLst>
            <a:ahLst/>
            <a:rect l="textAreaLeft" t="textAreaTop" r="textAreaRight" b="textAreaBottom"/>
            <a:pathLst>
              <a:path w="21600" h="21600">
                <a:moveTo>
                  <a:pt x="0" y="0"/>
                </a:moveTo>
                <a:lnTo>
                  <a:pt x="21600" y="21600"/>
                </a:lnTo>
              </a:path>
            </a:pathLst>
          </a:custGeom>
          <a:noFill/>
          <a:ln w="9360">
            <a:solidFill>
              <a:srgbClr val="4a7ebb"/>
            </a:solidFill>
            <a:round/>
            <a:tailEnd len="med" type="arrow" w="me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24" name="CustomShape 195"/>
          <p:cNvSpPr/>
          <p:nvPr/>
        </p:nvSpPr>
        <p:spPr>
          <a:xfrm>
            <a:off x="7979760" y="4619880"/>
            <a:ext cx="360" cy="334440"/>
          </a:xfrm>
          <a:custGeom>
            <a:avLst/>
            <a:gdLst>
              <a:gd name="textAreaLeft" fmla="*/ 0 w 360"/>
              <a:gd name="textAreaRight" fmla="*/ 1440 w 360"/>
              <a:gd name="textAreaTop" fmla="*/ 0 h 334440"/>
              <a:gd name="textAreaBottom" fmla="*/ 335160 h 334440"/>
            </a:gdLst>
            <a:ahLst/>
            <a:rect l="textAreaLeft" t="textAreaTop" r="textAreaRight" b="textAreaBottom"/>
            <a:pathLst>
              <a:path w="21600" h="21600">
                <a:moveTo>
                  <a:pt x="0" y="0"/>
                </a:moveTo>
                <a:lnTo>
                  <a:pt x="21600" y="21600"/>
                </a:lnTo>
              </a:path>
            </a:pathLst>
          </a:custGeom>
          <a:noFill/>
          <a:ln w="9360">
            <a:solidFill>
              <a:srgbClr val="4a7ebb"/>
            </a:solidFill>
            <a:round/>
            <a:tailEnd len="med" type="arrow" w="me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25" name="CustomShape 196"/>
          <p:cNvSpPr/>
          <p:nvPr/>
        </p:nvSpPr>
        <p:spPr>
          <a:xfrm>
            <a:off x="3754080" y="5459760"/>
            <a:ext cx="1496520" cy="1962360"/>
          </a:xfrm>
          <a:prstGeom prst="rect">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26" name="CustomShape 197"/>
          <p:cNvSpPr/>
          <p:nvPr/>
        </p:nvSpPr>
        <p:spPr>
          <a:xfrm>
            <a:off x="3837960" y="6241320"/>
            <a:ext cx="1451880" cy="366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Calibri"/>
                <a:ea typeface="DejaVu Sans"/>
              </a:rPr>
              <a:t>I2C MUX0</a:t>
            </a:r>
            <a:endParaRPr b="0" lang="en-US" sz="1600" spc="-1" strike="noStrike">
              <a:solidFill>
                <a:srgbClr val="000000"/>
              </a:solidFill>
              <a:latin typeface="Arial"/>
            </a:endParaRPr>
          </a:p>
        </p:txBody>
      </p:sp>
      <p:sp>
        <p:nvSpPr>
          <p:cNvPr id="327" name="CustomShape 198"/>
          <p:cNvSpPr/>
          <p:nvPr/>
        </p:nvSpPr>
        <p:spPr>
          <a:xfrm>
            <a:off x="5557320" y="5749200"/>
            <a:ext cx="1496520" cy="269280"/>
          </a:xfrm>
          <a:prstGeom prst="rect">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28" name="CustomShape 199"/>
          <p:cNvSpPr/>
          <p:nvPr/>
        </p:nvSpPr>
        <p:spPr>
          <a:xfrm>
            <a:off x="5672880" y="5711760"/>
            <a:ext cx="1451880" cy="366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Calibri"/>
                <a:ea typeface="DejaVu Sans"/>
              </a:rPr>
              <a:t>RTC  0x40</a:t>
            </a:r>
            <a:endParaRPr b="0" lang="en-US" sz="1600" spc="-1" strike="noStrike">
              <a:solidFill>
                <a:srgbClr val="000000"/>
              </a:solidFill>
              <a:latin typeface="Arial"/>
            </a:endParaRPr>
          </a:p>
        </p:txBody>
      </p:sp>
      <p:sp>
        <p:nvSpPr>
          <p:cNvPr id="329" name="CustomShape 200"/>
          <p:cNvSpPr/>
          <p:nvPr/>
        </p:nvSpPr>
        <p:spPr>
          <a:xfrm>
            <a:off x="5570640" y="6300000"/>
            <a:ext cx="1496520" cy="269280"/>
          </a:xfrm>
          <a:prstGeom prst="rect">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30" name="CustomShape 201"/>
          <p:cNvSpPr/>
          <p:nvPr/>
        </p:nvSpPr>
        <p:spPr>
          <a:xfrm>
            <a:off x="5686200" y="6262560"/>
            <a:ext cx="1451880" cy="366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Calibri"/>
                <a:ea typeface="DejaVu Sans"/>
              </a:rPr>
              <a:t>PS0  0x41</a:t>
            </a:r>
            <a:endParaRPr b="0" lang="en-US" sz="1600" spc="-1" strike="noStrike">
              <a:solidFill>
                <a:srgbClr val="000000"/>
              </a:solidFill>
              <a:latin typeface="Arial"/>
            </a:endParaRPr>
          </a:p>
        </p:txBody>
      </p:sp>
      <p:sp>
        <p:nvSpPr>
          <p:cNvPr id="331" name="CustomShape 202"/>
          <p:cNvSpPr/>
          <p:nvPr/>
        </p:nvSpPr>
        <p:spPr>
          <a:xfrm>
            <a:off x="5544000" y="6719760"/>
            <a:ext cx="1496520" cy="269280"/>
          </a:xfrm>
          <a:prstGeom prst="rect">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32" name="CustomShape 203"/>
          <p:cNvSpPr/>
          <p:nvPr/>
        </p:nvSpPr>
        <p:spPr>
          <a:xfrm>
            <a:off x="5659560" y="6682680"/>
            <a:ext cx="1451880" cy="366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Calibri"/>
                <a:ea typeface="DejaVu Sans"/>
              </a:rPr>
              <a:t>PS1  0x42</a:t>
            </a:r>
            <a:endParaRPr b="0" lang="en-US" sz="1600" spc="-1" strike="noStrike">
              <a:solidFill>
                <a:srgbClr val="000000"/>
              </a:solidFill>
              <a:latin typeface="Arial"/>
            </a:endParaRPr>
          </a:p>
        </p:txBody>
      </p:sp>
      <p:sp>
        <p:nvSpPr>
          <p:cNvPr id="333" name="CustomShape 204"/>
          <p:cNvSpPr/>
          <p:nvPr/>
        </p:nvSpPr>
        <p:spPr>
          <a:xfrm>
            <a:off x="5544000" y="7223760"/>
            <a:ext cx="1496520" cy="269280"/>
          </a:xfrm>
          <a:prstGeom prst="rect">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34" name="CustomShape 205"/>
          <p:cNvSpPr/>
          <p:nvPr/>
        </p:nvSpPr>
        <p:spPr>
          <a:xfrm>
            <a:off x="5659560" y="7186680"/>
            <a:ext cx="1451880" cy="366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Calibri"/>
                <a:ea typeface="DejaVu Sans"/>
              </a:rPr>
              <a:t>PCIe S/W0</a:t>
            </a:r>
            <a:endParaRPr b="0" lang="en-US" sz="1600" spc="-1" strike="noStrike">
              <a:solidFill>
                <a:srgbClr val="000000"/>
              </a:solidFill>
              <a:latin typeface="Arial"/>
            </a:endParaRPr>
          </a:p>
        </p:txBody>
      </p:sp>
      <p:sp>
        <p:nvSpPr>
          <p:cNvPr id="335" name="CustomShape 206"/>
          <p:cNvSpPr/>
          <p:nvPr/>
        </p:nvSpPr>
        <p:spPr>
          <a:xfrm>
            <a:off x="7250400" y="7223760"/>
            <a:ext cx="1496520" cy="269280"/>
          </a:xfrm>
          <a:prstGeom prst="rect">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36" name="CustomShape 207"/>
          <p:cNvSpPr/>
          <p:nvPr/>
        </p:nvSpPr>
        <p:spPr>
          <a:xfrm>
            <a:off x="7365960" y="7186680"/>
            <a:ext cx="1451880" cy="366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Calibri"/>
                <a:ea typeface="DejaVu Sans"/>
              </a:rPr>
              <a:t>PCIe S/W1</a:t>
            </a:r>
            <a:endParaRPr b="0" lang="en-US" sz="1600" spc="-1" strike="noStrike">
              <a:solidFill>
                <a:srgbClr val="000000"/>
              </a:solidFill>
              <a:latin typeface="Arial"/>
            </a:endParaRPr>
          </a:p>
        </p:txBody>
      </p:sp>
      <p:sp>
        <p:nvSpPr>
          <p:cNvPr id="337" name="CustomShape 208"/>
          <p:cNvSpPr/>
          <p:nvPr/>
        </p:nvSpPr>
        <p:spPr>
          <a:xfrm>
            <a:off x="7140240" y="5749200"/>
            <a:ext cx="1496520" cy="269280"/>
          </a:xfrm>
          <a:prstGeom prst="rect">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338" name="CustomShape 209"/>
          <p:cNvSpPr/>
          <p:nvPr/>
        </p:nvSpPr>
        <p:spPr>
          <a:xfrm>
            <a:off x="7255440" y="5711760"/>
            <a:ext cx="1451880" cy="366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Calibri"/>
                <a:ea typeface="DejaVu Sans"/>
              </a:rPr>
              <a:t>RTC  0x39</a:t>
            </a:r>
            <a:endParaRPr b="0" lang="en-US" sz="1600" spc="-1" strike="noStrike">
              <a:solidFill>
                <a:srgbClr val="000000"/>
              </a:solidFill>
              <a:latin typeface="Arial"/>
            </a:endParaRPr>
          </a:p>
        </p:txBody>
      </p:sp>
      <p:sp>
        <p:nvSpPr>
          <p:cNvPr id="339" name="Line 210"/>
          <p:cNvSpPr/>
          <p:nvPr/>
        </p:nvSpPr>
        <p:spPr>
          <a:xfrm>
            <a:off x="5233680" y="5543640"/>
            <a:ext cx="2832480" cy="360"/>
          </a:xfrm>
          <a:prstGeom prst="line">
            <a:avLst/>
          </a:prstGeom>
          <a:ln w="0">
            <a:solidFill>
              <a:srgbClr val="4a7ebb"/>
            </a:solidFill>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a typeface="DejaVu Sans"/>
            </a:endParaRPr>
          </a:p>
        </p:txBody>
      </p:sp>
      <p:sp>
        <p:nvSpPr>
          <p:cNvPr id="340" name="CustomShape 211"/>
          <p:cNvSpPr/>
          <p:nvPr/>
        </p:nvSpPr>
        <p:spPr>
          <a:xfrm>
            <a:off x="6218640" y="5543640"/>
            <a:ext cx="360" cy="179280"/>
          </a:xfrm>
          <a:custGeom>
            <a:avLst/>
            <a:gdLst>
              <a:gd name="textAreaLeft" fmla="*/ 0 w 360"/>
              <a:gd name="textAreaRight" fmla="*/ 1440 w 360"/>
              <a:gd name="textAreaTop" fmla="*/ 0 h 179280"/>
              <a:gd name="textAreaBottom" fmla="*/ 180000 h 179280"/>
            </a:gdLst>
            <a:ahLst/>
            <a:rect l="textAreaLeft" t="textAreaTop" r="textAreaRight" b="textAreaBottom"/>
            <a:pathLst>
              <a:path w="21600" h="21600">
                <a:moveTo>
                  <a:pt x="0" y="0"/>
                </a:moveTo>
                <a:lnTo>
                  <a:pt x="21600" y="21600"/>
                </a:lnTo>
              </a:path>
            </a:pathLst>
          </a:custGeom>
          <a:noFill/>
          <a:ln w="9360">
            <a:solidFill>
              <a:srgbClr val="4a7ebb"/>
            </a:solidFill>
            <a:round/>
            <a:tailEnd len="med" type="arrow" w="me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41" name="CustomShape 212"/>
          <p:cNvSpPr/>
          <p:nvPr/>
        </p:nvSpPr>
        <p:spPr>
          <a:xfrm>
            <a:off x="7812000" y="5543640"/>
            <a:ext cx="360" cy="179280"/>
          </a:xfrm>
          <a:custGeom>
            <a:avLst/>
            <a:gdLst>
              <a:gd name="textAreaLeft" fmla="*/ 0 w 360"/>
              <a:gd name="textAreaRight" fmla="*/ 1440 w 360"/>
              <a:gd name="textAreaTop" fmla="*/ 0 h 179280"/>
              <a:gd name="textAreaBottom" fmla="*/ 180000 h 179280"/>
            </a:gdLst>
            <a:ahLst/>
            <a:rect l="textAreaLeft" t="textAreaTop" r="textAreaRight" b="textAreaBottom"/>
            <a:pathLst>
              <a:path w="21600" h="21600">
                <a:moveTo>
                  <a:pt x="0" y="0"/>
                </a:moveTo>
                <a:lnTo>
                  <a:pt x="21600" y="21600"/>
                </a:lnTo>
              </a:path>
            </a:pathLst>
          </a:custGeom>
          <a:noFill/>
          <a:ln w="9360">
            <a:solidFill>
              <a:srgbClr val="4a7ebb"/>
            </a:solidFill>
            <a:round/>
            <a:tailEnd len="med" type="arrow" w="me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42" name="Line 213"/>
          <p:cNvSpPr/>
          <p:nvPr/>
        </p:nvSpPr>
        <p:spPr>
          <a:xfrm>
            <a:off x="5231520" y="7042680"/>
            <a:ext cx="2832480" cy="360"/>
          </a:xfrm>
          <a:prstGeom prst="line">
            <a:avLst/>
          </a:prstGeom>
          <a:ln w="0">
            <a:solidFill>
              <a:srgbClr val="4a7ebb"/>
            </a:solidFill>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a typeface="DejaVu Sans"/>
            </a:endParaRPr>
          </a:p>
        </p:txBody>
      </p:sp>
      <p:sp>
        <p:nvSpPr>
          <p:cNvPr id="343" name="CustomShape 214"/>
          <p:cNvSpPr/>
          <p:nvPr/>
        </p:nvSpPr>
        <p:spPr>
          <a:xfrm>
            <a:off x="6276600" y="7043040"/>
            <a:ext cx="360" cy="179280"/>
          </a:xfrm>
          <a:custGeom>
            <a:avLst/>
            <a:gdLst>
              <a:gd name="textAreaLeft" fmla="*/ 0 w 360"/>
              <a:gd name="textAreaRight" fmla="*/ 1440 w 360"/>
              <a:gd name="textAreaTop" fmla="*/ 0 h 179280"/>
              <a:gd name="textAreaBottom" fmla="*/ 180000 h 179280"/>
            </a:gdLst>
            <a:ahLst/>
            <a:rect l="textAreaLeft" t="textAreaTop" r="textAreaRight" b="textAreaBottom"/>
            <a:pathLst>
              <a:path w="21600" h="21600">
                <a:moveTo>
                  <a:pt x="0" y="0"/>
                </a:moveTo>
                <a:lnTo>
                  <a:pt x="21600" y="21600"/>
                </a:lnTo>
              </a:path>
            </a:pathLst>
          </a:custGeom>
          <a:noFill/>
          <a:ln w="9360">
            <a:solidFill>
              <a:srgbClr val="4a7ebb"/>
            </a:solidFill>
            <a:round/>
            <a:tailEnd len="med" type="arrow" w="me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44" name="CustomShape 215"/>
          <p:cNvSpPr/>
          <p:nvPr/>
        </p:nvSpPr>
        <p:spPr>
          <a:xfrm>
            <a:off x="7869960" y="7043040"/>
            <a:ext cx="360" cy="179280"/>
          </a:xfrm>
          <a:custGeom>
            <a:avLst/>
            <a:gdLst>
              <a:gd name="textAreaLeft" fmla="*/ 0 w 360"/>
              <a:gd name="textAreaRight" fmla="*/ 1440 w 360"/>
              <a:gd name="textAreaTop" fmla="*/ 0 h 179280"/>
              <a:gd name="textAreaBottom" fmla="*/ 180000 h 179280"/>
            </a:gdLst>
            <a:ahLst/>
            <a:rect l="textAreaLeft" t="textAreaTop" r="textAreaRight" b="textAreaBottom"/>
            <a:pathLst>
              <a:path w="21600" h="21600">
                <a:moveTo>
                  <a:pt x="0" y="0"/>
                </a:moveTo>
                <a:lnTo>
                  <a:pt x="21600" y="21600"/>
                </a:lnTo>
              </a:path>
            </a:pathLst>
          </a:custGeom>
          <a:noFill/>
          <a:ln w="9360">
            <a:solidFill>
              <a:srgbClr val="4a7ebb"/>
            </a:solidFill>
            <a:round/>
            <a:tailEnd len="med" type="arrow" w="me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45" name="CustomShape 216"/>
          <p:cNvSpPr/>
          <p:nvPr/>
        </p:nvSpPr>
        <p:spPr>
          <a:xfrm>
            <a:off x="4934160" y="5375880"/>
            <a:ext cx="523440" cy="400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Calibri"/>
                <a:ea typeface="DejaVu Sans"/>
              </a:rPr>
              <a:t>0</a:t>
            </a:r>
            <a:endParaRPr b="0" lang="en-US" sz="1800" spc="-1" strike="noStrike">
              <a:solidFill>
                <a:srgbClr val="000000"/>
              </a:solidFill>
              <a:latin typeface="Arial"/>
            </a:endParaRPr>
          </a:p>
        </p:txBody>
      </p:sp>
      <p:sp>
        <p:nvSpPr>
          <p:cNvPr id="346" name="CustomShape 217"/>
          <p:cNvSpPr/>
          <p:nvPr/>
        </p:nvSpPr>
        <p:spPr>
          <a:xfrm>
            <a:off x="4871880" y="6228720"/>
            <a:ext cx="523440" cy="400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Calibri"/>
                <a:ea typeface="DejaVu Sans"/>
              </a:rPr>
              <a:t>1</a:t>
            </a:r>
            <a:endParaRPr b="0" lang="en-US" sz="1800" spc="-1" strike="noStrike">
              <a:solidFill>
                <a:srgbClr val="000000"/>
              </a:solidFill>
              <a:latin typeface="Arial"/>
            </a:endParaRPr>
          </a:p>
        </p:txBody>
      </p:sp>
      <p:sp>
        <p:nvSpPr>
          <p:cNvPr id="347" name="CustomShape 218"/>
          <p:cNvSpPr/>
          <p:nvPr/>
        </p:nvSpPr>
        <p:spPr>
          <a:xfrm>
            <a:off x="4871880" y="6648480"/>
            <a:ext cx="523440" cy="400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Calibri"/>
                <a:ea typeface="DejaVu Sans"/>
              </a:rPr>
              <a:t>2</a:t>
            </a:r>
            <a:endParaRPr b="0" lang="en-US" sz="1800" spc="-1" strike="noStrike">
              <a:solidFill>
                <a:srgbClr val="000000"/>
              </a:solidFill>
              <a:latin typeface="Arial"/>
            </a:endParaRPr>
          </a:p>
        </p:txBody>
      </p:sp>
      <p:sp>
        <p:nvSpPr>
          <p:cNvPr id="348" name="CustomShape 219"/>
          <p:cNvSpPr/>
          <p:nvPr/>
        </p:nvSpPr>
        <p:spPr>
          <a:xfrm>
            <a:off x="4871880" y="6900480"/>
            <a:ext cx="523440" cy="400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Calibri"/>
                <a:ea typeface="DejaVu Sans"/>
              </a:rPr>
              <a:t>3</a:t>
            </a:r>
            <a:endParaRPr b="0" lang="en-US" sz="1800" spc="-1" strike="noStrike">
              <a:solidFill>
                <a:srgbClr val="000000"/>
              </a:solidFill>
              <a:latin typeface="Arial"/>
            </a:endParaRPr>
          </a:p>
        </p:txBody>
      </p:sp>
      <p:sp>
        <p:nvSpPr>
          <p:cNvPr id="349" name="CustomShape 220"/>
          <p:cNvSpPr/>
          <p:nvPr/>
        </p:nvSpPr>
        <p:spPr>
          <a:xfrm>
            <a:off x="5207400" y="6467400"/>
            <a:ext cx="549720" cy="360"/>
          </a:xfrm>
          <a:custGeom>
            <a:avLst/>
            <a:gdLst>
              <a:gd name="textAreaLeft" fmla="*/ 0 w 549720"/>
              <a:gd name="textAreaRight" fmla="*/ 550440 w 549720"/>
              <a:gd name="textAreaTop" fmla="*/ 0 h 360"/>
              <a:gd name="textAreaBottom" fmla="*/ 1440 h 360"/>
            </a:gdLst>
            <a:ahLst/>
            <a:rect l="textAreaLeft" t="textAreaTop" r="textAreaRight" b="textAreaBottom"/>
            <a:pathLst>
              <a:path w="21600" h="21600">
                <a:moveTo>
                  <a:pt x="0" y="0"/>
                </a:moveTo>
                <a:lnTo>
                  <a:pt x="21600" y="21600"/>
                </a:lnTo>
              </a:path>
            </a:pathLst>
          </a:custGeom>
          <a:noFill/>
          <a:ln w="9360">
            <a:solidFill>
              <a:srgbClr val="4a7ebb"/>
            </a:solidFill>
            <a:round/>
            <a:tailEnd len="med" type="arrow" w="med"/>
          </a:ln>
        </p:spPr>
        <p:style>
          <a:lnRef idx="0"/>
          <a:fillRef idx="0"/>
          <a:effectRef idx="0"/>
          <a:fontRef idx="minor"/>
        </p:style>
        <p:txBody>
          <a:bodyPr lIns="90000" rIns="90000" tIns="-44280" bIns="-44280" anchor="t">
            <a:noAutofit/>
          </a:bodyPr>
          <a:p>
            <a:pPr>
              <a:lnSpc>
                <a:spcPct val="100000"/>
              </a:lnSpc>
            </a:pPr>
            <a:endParaRPr b="0" lang="en-US" sz="1800" spc="-1" strike="noStrike">
              <a:solidFill>
                <a:srgbClr val="000000"/>
              </a:solidFill>
              <a:latin typeface="Arial"/>
              <a:ea typeface="DejaVu Sans"/>
            </a:endParaRPr>
          </a:p>
        </p:txBody>
      </p:sp>
      <p:sp>
        <p:nvSpPr>
          <p:cNvPr id="350" name="CustomShape 221"/>
          <p:cNvSpPr/>
          <p:nvPr/>
        </p:nvSpPr>
        <p:spPr>
          <a:xfrm>
            <a:off x="5207400" y="6887880"/>
            <a:ext cx="549720" cy="360"/>
          </a:xfrm>
          <a:custGeom>
            <a:avLst/>
            <a:gdLst>
              <a:gd name="textAreaLeft" fmla="*/ 0 w 549720"/>
              <a:gd name="textAreaRight" fmla="*/ 550440 w 549720"/>
              <a:gd name="textAreaTop" fmla="*/ 0 h 360"/>
              <a:gd name="textAreaBottom" fmla="*/ 1440 h 360"/>
            </a:gdLst>
            <a:ahLst/>
            <a:rect l="textAreaLeft" t="textAreaTop" r="textAreaRight" b="textAreaBottom"/>
            <a:pathLst>
              <a:path w="21600" h="21600">
                <a:moveTo>
                  <a:pt x="0" y="0"/>
                </a:moveTo>
                <a:lnTo>
                  <a:pt x="21600" y="21600"/>
                </a:lnTo>
              </a:path>
            </a:pathLst>
          </a:custGeom>
          <a:noFill/>
          <a:ln w="9360">
            <a:solidFill>
              <a:srgbClr val="4a7ebb"/>
            </a:solidFill>
            <a:round/>
            <a:tailEnd len="med" type="arrow" w="med"/>
          </a:ln>
        </p:spPr>
        <p:style>
          <a:lnRef idx="0"/>
          <a:fillRef idx="0"/>
          <a:effectRef idx="0"/>
          <a:fontRef idx="minor"/>
        </p:style>
        <p:txBody>
          <a:bodyPr lIns="90000" rIns="90000" tIns="-44280" bIns="-44280" anchor="t">
            <a:noAutofit/>
          </a:bodyPr>
          <a:p>
            <a:pPr>
              <a:lnSpc>
                <a:spcPct val="100000"/>
              </a:lnSpc>
            </a:pPr>
            <a:endParaRPr b="0" lang="en-US" sz="1800" spc="-1" strike="noStrike">
              <a:solidFill>
                <a:srgbClr val="000000"/>
              </a:solidFill>
              <a:latin typeface="Arial"/>
              <a:ea typeface="DejaVu San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1" name="" descr=""/>
          <p:cNvPicPr/>
          <p:nvPr/>
        </p:nvPicPr>
        <p:blipFill>
          <a:blip r:embed="rId1"/>
          <a:stretch/>
        </p:blipFill>
        <p:spPr>
          <a:xfrm>
            <a:off x="52560" y="887040"/>
            <a:ext cx="10080000" cy="582624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2" name="" descr=""/>
          <p:cNvPicPr/>
          <p:nvPr/>
        </p:nvPicPr>
        <p:blipFill>
          <a:blip r:embed="rId1"/>
          <a:stretch/>
        </p:blipFill>
        <p:spPr>
          <a:xfrm>
            <a:off x="52560" y="440640"/>
            <a:ext cx="9548280" cy="671940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CustomShape 1"/>
          <p:cNvSpPr/>
          <p:nvPr/>
        </p:nvSpPr>
        <p:spPr>
          <a:xfrm>
            <a:off x="83880" y="0"/>
            <a:ext cx="9993960" cy="7877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000000"/>
                </a:solidFill>
                <a:latin typeface="Calibri"/>
                <a:ea typeface="DejaVu Sans"/>
              </a:rPr>
              <a:t>I2C Memory map (Reference taken from Free scale processor T1040)</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I2C address register (I2CADR)</a:t>
            </a:r>
            <a:r>
              <a:rPr b="0" lang="en-US" sz="1600" spc="-1" strike="noStrike">
                <a:solidFill>
                  <a:srgbClr val="000000"/>
                </a:solidFill>
                <a:latin typeface="Calibri"/>
                <a:ea typeface="DejaVu Sans"/>
              </a:rPr>
              <a:t> specifies the address to which the I2C module responds if the I2C is addressed as a slave. This is not the address sent on the bus during the address-calling cycle when the I2C module is in master mode.</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I2C frequency divider register (I2CFDR)</a:t>
            </a:r>
            <a:r>
              <a:rPr b="0" lang="en-US" sz="1600" spc="-1" strike="noStrike">
                <a:solidFill>
                  <a:srgbClr val="000000"/>
                </a:solidFill>
                <a:latin typeface="Calibri"/>
                <a:ea typeface="DejaVu Sans"/>
              </a:rPr>
              <a:t>, specifies the ratio used to prescale the clock for selecting a specific bit rate.</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I2C control register (I2CCR)</a:t>
            </a:r>
            <a:r>
              <a:rPr b="0" lang="en-US" sz="1600" spc="-1" strike="noStrike">
                <a:solidFill>
                  <a:srgbClr val="000000"/>
                </a:solidFill>
                <a:latin typeface="Calibri"/>
                <a:ea typeface="DejaVu Sans"/>
              </a:rPr>
              <a:t> contains fields for controlling several actions, modes,</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messages, conditions, and capabilities.</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MEN – I2C Module enable  MIEN -  Interrupt reporting from I2C Module enable</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MSTA – Master /Slave mode START   MTX – Transmit and Receive mode select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TXAK  -  Transfer Acknowledge  RSTA – Repeat start condition is generated</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BCST  -  The I2C is enabled to accept broadcast messages at address 0.</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I2C status register (I2CSR)</a:t>
            </a:r>
            <a:r>
              <a:rPr b="0" lang="en-US" sz="1600" spc="-1" strike="noStrike">
                <a:solidFill>
                  <a:srgbClr val="000000"/>
                </a:solidFill>
                <a:latin typeface="Calibri"/>
                <a:ea typeface="DejaVu Sans"/>
              </a:rPr>
              <a:t> is read-only with the exception of the MIF and MAL fields, which can be cleared by software.</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MCF – Data Transfer  MAAS – Addressed as a slave  MBB – Bus Busy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MAL – Arbitration lost  BCSTM – Broad cast match  SRW – Slave Read/write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MIF – Module interrupt  RXACK – receive acknowledge</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I2C data register  I2CDR</a:t>
            </a:r>
            <a:r>
              <a:rPr b="0" lang="en-US" sz="1600" spc="-1" strike="noStrike">
                <a:solidFill>
                  <a:srgbClr val="000000"/>
                </a:solidFill>
                <a:latin typeface="Calibri"/>
                <a:ea typeface="DejaVu Sans"/>
              </a:rPr>
              <a:t> specifies the calling address and data to be transmitted (if the I2C is in master or slave transmit mode) or allows the I2C module to receive the next byte of data on the I2C module (if the I2C is in master or slave receive mode).</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I2C digital filter sampling rate register </a:t>
            </a:r>
            <a:r>
              <a:rPr b="0" lang="en-US" sz="1600" spc="-1" strike="noStrike">
                <a:solidFill>
                  <a:srgbClr val="000000"/>
                </a:solidFill>
                <a:latin typeface="Calibri"/>
                <a:ea typeface="DejaVu Sans"/>
              </a:rPr>
              <a:t>specifies the sample rate for filtering out signal noise.</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p:txBody>
      </p:sp>
      <p:pic>
        <p:nvPicPr>
          <p:cNvPr id="354" name="Picture 2_0" descr=""/>
          <p:cNvPicPr/>
          <p:nvPr/>
        </p:nvPicPr>
        <p:blipFill>
          <a:blip r:embed="rId1"/>
          <a:stretch/>
        </p:blipFill>
        <p:spPr>
          <a:xfrm>
            <a:off x="1427760" y="2183760"/>
            <a:ext cx="7509240" cy="1006200"/>
          </a:xfrm>
          <a:prstGeom prst="rect">
            <a:avLst/>
          </a:prstGeom>
          <a:ln w="0">
            <a:noFill/>
          </a:ln>
        </p:spPr>
      </p:pic>
      <p:pic>
        <p:nvPicPr>
          <p:cNvPr id="355" name="Picture 3_1" descr=""/>
          <p:cNvPicPr/>
          <p:nvPr/>
        </p:nvPicPr>
        <p:blipFill>
          <a:blip r:embed="rId2"/>
          <a:stretch/>
        </p:blipFill>
        <p:spPr>
          <a:xfrm>
            <a:off x="1980720" y="4731840"/>
            <a:ext cx="6753240" cy="89424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6" name="" descr=""/>
          <p:cNvPicPr/>
          <p:nvPr/>
        </p:nvPicPr>
        <p:blipFill>
          <a:blip r:embed="rId1"/>
          <a:stretch/>
        </p:blipFill>
        <p:spPr>
          <a:xfrm>
            <a:off x="1656000" y="288000"/>
            <a:ext cx="5902920" cy="4214520"/>
          </a:xfrm>
          <a:prstGeom prst="rect">
            <a:avLst/>
          </a:prstGeom>
          <a:ln w="0">
            <a:noFill/>
          </a:ln>
        </p:spPr>
      </p:pic>
      <p:sp>
        <p:nvSpPr>
          <p:cNvPr id="357" name="CustomShape 1"/>
          <p:cNvSpPr/>
          <p:nvPr/>
        </p:nvSpPr>
        <p:spPr>
          <a:xfrm>
            <a:off x="72000" y="4501800"/>
            <a:ext cx="9718920" cy="2904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Any I2C client driver needs to be registered on the i2c-core which provides the functionalities for reading or writing on the I2C bus. For communicating the information read through the device, the driver could be implemented as char driver or sysfs could also be used.</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I2C device driver registration: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1. Get the I2C adapter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2. Create the oled_I2C_board_info structure and create a device using that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3. Create the I2C_device_id for your slave device and register that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4. Create the I2C_driver structure and add that to the I2C subsystem</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Now the driver is ready. So you can trasnfer data between master and slave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5. Once you are done remove the device</a:t>
            </a:r>
            <a:r>
              <a:rPr b="0" lang="en-IN" sz="1800" spc="-1" strike="noStrike">
                <a:solidFill>
                  <a:srgbClr val="000000"/>
                </a:solidFill>
                <a:latin typeface="Arial"/>
                <a:ea typeface="DejaVu Sans"/>
              </a:rPr>
              <a: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8" name="" descr=""/>
          <p:cNvPicPr/>
          <p:nvPr/>
        </p:nvPicPr>
        <p:blipFill>
          <a:blip r:embed="rId1"/>
          <a:stretch/>
        </p:blipFill>
        <p:spPr>
          <a:xfrm>
            <a:off x="1464480" y="215640"/>
            <a:ext cx="7218360" cy="715176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CustomShape 1"/>
          <p:cNvSpPr/>
          <p:nvPr/>
        </p:nvSpPr>
        <p:spPr>
          <a:xfrm>
            <a:off x="211320" y="3537000"/>
            <a:ext cx="9152640" cy="610200"/>
          </a:xfrm>
          <a:prstGeom prst="rect">
            <a:avLst/>
          </a:prstGeom>
          <a:noFill/>
          <a:ln w="0">
            <a:noFill/>
          </a:ln>
        </p:spPr>
        <p:style>
          <a:lnRef idx="0"/>
          <a:fillRef idx="0"/>
          <a:effectRef idx="0"/>
          <a:fontRef idx="minor"/>
        </p:style>
        <p:txBody>
          <a:bodyPr wrap="none" lIns="0" rIns="0" tIns="0" bIns="0" anchor="t">
            <a:spAutoFit/>
          </a:bodyPr>
          <a:p>
            <a:pPr>
              <a:lnSpc>
                <a:spcPct val="100000"/>
              </a:lnSpc>
            </a:pPr>
            <a:r>
              <a:rPr b="0" lang="en-IN" sz="1000" spc="-1" strike="noStrike">
                <a:solidFill>
                  <a:srgbClr val="000000"/>
                </a:solidFill>
                <a:latin typeface="Arial"/>
                <a:ea typeface="Noto Sans CJK SC"/>
              </a:rPr>
              <a:t>As per our understanding, it has 128 columns and 64 rows. So the size of GDDRAM is 128 x 64 bits and it is divided into eight pages, from PAGE0 to PAGE7,</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Noto Sans CJK SC"/>
              </a:rPr>
              <a:t> </a:t>
            </a:r>
            <a:r>
              <a:rPr b="0" lang="en-IN" sz="1000" spc="-1" strike="noStrike">
                <a:solidFill>
                  <a:srgbClr val="000000"/>
                </a:solidFill>
                <a:latin typeface="Arial"/>
                <a:ea typeface="Noto Sans CJK SC"/>
              </a:rPr>
              <a:t>which are used for monochrome 128—64 dot matrix display as shown in the above figure.</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Noto Sans CJK SC"/>
              </a:rPr>
              <a:t>The  below Image explains how to write our characters. In that, I have taken Page 0 row 0 to row 7 and column 0 to column 4 to explain how to write our characters.</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
        <p:nvSpPr>
          <p:cNvPr id="360" name="CustomShape 2"/>
          <p:cNvSpPr/>
          <p:nvPr/>
        </p:nvSpPr>
        <p:spPr>
          <a:xfrm>
            <a:off x="123120" y="6827040"/>
            <a:ext cx="9931680" cy="373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Arial"/>
                <a:ea typeface="DejaVu Sans"/>
              </a:rPr>
              <a:t>I am trying to write the character A  from row 0 and column 0. In order to write A I need to make the cursor on page 0 and column 0. Then write 0x7C, 0x12, 0x11, 0x12 and 0x7C. Look at the array SSD1306_font in the source code to get the data for almost all characters.</a:t>
            </a:r>
            <a:endParaRPr b="0" lang="en-US" sz="1000" spc="-1" strike="noStrike">
              <a:solidFill>
                <a:srgbClr val="000000"/>
              </a:solidFill>
              <a:latin typeface="Arial"/>
            </a:endParaRPr>
          </a:p>
        </p:txBody>
      </p:sp>
      <p:pic>
        <p:nvPicPr>
          <p:cNvPr id="361" name="" descr=""/>
          <p:cNvPicPr/>
          <p:nvPr/>
        </p:nvPicPr>
        <p:blipFill>
          <a:blip r:embed="rId1"/>
          <a:stretch/>
        </p:blipFill>
        <p:spPr>
          <a:xfrm>
            <a:off x="511920" y="116280"/>
            <a:ext cx="7335360" cy="3027240"/>
          </a:xfrm>
          <a:prstGeom prst="rect">
            <a:avLst/>
          </a:prstGeom>
          <a:ln w="0">
            <a:noFill/>
          </a:ln>
        </p:spPr>
      </p:pic>
      <p:pic>
        <p:nvPicPr>
          <p:cNvPr id="362" name="" descr=""/>
          <p:cNvPicPr/>
          <p:nvPr/>
        </p:nvPicPr>
        <p:blipFill>
          <a:blip r:embed="rId2"/>
          <a:stretch/>
        </p:blipFill>
        <p:spPr>
          <a:xfrm>
            <a:off x="7835760" y="792000"/>
            <a:ext cx="2027520" cy="1618200"/>
          </a:xfrm>
          <a:prstGeom prst="rect">
            <a:avLst/>
          </a:prstGeom>
          <a:ln w="0">
            <a:noFill/>
          </a:ln>
        </p:spPr>
      </p:pic>
      <p:pic>
        <p:nvPicPr>
          <p:cNvPr id="363" name="" descr=""/>
          <p:cNvPicPr/>
          <p:nvPr/>
        </p:nvPicPr>
        <p:blipFill>
          <a:blip r:embed="rId3"/>
          <a:stretch/>
        </p:blipFill>
        <p:spPr>
          <a:xfrm>
            <a:off x="1820520" y="4248000"/>
            <a:ext cx="2930760" cy="242784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CustomShape 1"/>
          <p:cNvSpPr/>
          <p:nvPr/>
        </p:nvSpPr>
        <p:spPr>
          <a:xfrm>
            <a:off x="59760" y="70920"/>
            <a:ext cx="10163520" cy="2160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Get the I2C adapter</a:t>
            </a:r>
            <a:endParaRPr b="0" lang="en-US" sz="12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In raspberry Pi 3/4, the i2c-1 bus is available already. You can check that using the command </a:t>
            </a:r>
            <a:endParaRPr b="0" lang="en-US" sz="1500" spc="-1" strike="noStrike">
              <a:solidFill>
                <a:srgbClr val="000000"/>
              </a:solidFill>
              <a:latin typeface="Arial"/>
            </a:endParaRPr>
          </a:p>
          <a:p>
            <a:pPr>
              <a:lnSpc>
                <a:spcPct val="100000"/>
              </a:lnSpc>
            </a:pPr>
            <a:r>
              <a:rPr b="1" lang="en-IN" sz="1500" spc="-1" strike="noStrike">
                <a:solidFill>
                  <a:srgbClr val="000000"/>
                </a:solidFill>
                <a:latin typeface="Arial"/>
                <a:ea typeface="DejaVu Sans"/>
              </a:rPr>
              <a:t>ls -al /sys/bus/i2c/devices/</a:t>
            </a:r>
            <a:r>
              <a:rPr b="0" lang="en-IN" sz="1500" spc="-1" strike="noStrike">
                <a:solidFill>
                  <a:srgbClr val="000000"/>
                </a:solidFill>
                <a:latin typeface="Arial"/>
                <a:ea typeface="DejaVu Sans"/>
              </a:rPr>
              <a:t>  So we will use the below API to get the adapter structure of this I2C bus.</a:t>
            </a:r>
            <a:endParaRPr b="0" lang="en-US" sz="1500" spc="-1" strike="noStrike">
              <a:solidFill>
                <a:srgbClr val="000000"/>
              </a:solidFill>
              <a:latin typeface="Arial"/>
            </a:endParaRPr>
          </a:p>
          <a:p>
            <a:pPr>
              <a:lnSpc>
                <a:spcPct val="100000"/>
              </a:lnSpc>
            </a:pPr>
            <a:r>
              <a:rPr b="1" lang="en-IN" sz="1500" spc="-1" strike="noStrike">
                <a:solidFill>
                  <a:srgbClr val="000000"/>
                </a:solidFill>
                <a:latin typeface="Arial"/>
                <a:ea typeface="DejaVu Sans"/>
              </a:rPr>
              <a:t>struct i2c_adapter  *i2c_get_adapter(int nr);</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Where, </a:t>
            </a:r>
            <a:r>
              <a:rPr b="1" lang="en-IN" sz="1500" spc="-1" strike="noStrike">
                <a:solidFill>
                  <a:srgbClr val="000000"/>
                </a:solidFill>
                <a:latin typeface="Arial"/>
                <a:ea typeface="DejaVu Sans"/>
              </a:rPr>
              <a:t>nr</a:t>
            </a:r>
            <a:r>
              <a:rPr b="0" lang="en-IN" sz="1500" spc="-1" strike="noStrike">
                <a:solidFill>
                  <a:srgbClr val="000000"/>
                </a:solidFill>
                <a:latin typeface="Arial"/>
                <a:ea typeface="DejaVu Sans"/>
              </a:rPr>
              <a:t> I2C bus number. In our case (Raspberry Pi 4), it should be 1. It returns the </a:t>
            </a:r>
            <a:r>
              <a:rPr b="1" lang="en-IN" sz="1500" spc="-1" strike="noStrike">
                <a:solidFill>
                  <a:srgbClr val="000000"/>
                </a:solidFill>
                <a:latin typeface="Arial"/>
                <a:ea typeface="DejaVu Sans"/>
              </a:rPr>
              <a:t>struct i2c_adapter.</a:t>
            </a:r>
            <a:endParaRPr b="0" lang="en-US" sz="1500" spc="-1" strike="noStrike">
              <a:solidFill>
                <a:srgbClr val="000000"/>
              </a:solidFill>
              <a:latin typeface="Arial"/>
            </a:endParaRPr>
          </a:p>
          <a:p>
            <a:pPr>
              <a:lnSpc>
                <a:spcPct val="100000"/>
              </a:lnSpc>
            </a:pPr>
            <a:endParaRPr b="0" lang="en-US" sz="1500" spc="-1" strike="noStrike">
              <a:solidFill>
                <a:srgbClr val="000000"/>
              </a:solidFill>
              <a:latin typeface="Arial"/>
            </a:endParaRPr>
          </a:p>
        </p:txBody>
      </p:sp>
      <p:sp>
        <p:nvSpPr>
          <p:cNvPr id="365" name="CustomShape 2"/>
          <p:cNvSpPr/>
          <p:nvPr/>
        </p:nvSpPr>
        <p:spPr>
          <a:xfrm>
            <a:off x="69480" y="1333080"/>
            <a:ext cx="8847720" cy="1446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Create the board info</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Once you get the adapter structure, then create the board info and using that board info, create the device.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Create Board info -&gt;  Just create the i2c_board_info structure and assign required members of that.</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
        <p:nvSpPr>
          <p:cNvPr id="366" name="CustomShape 3"/>
          <p:cNvSpPr/>
          <p:nvPr/>
        </p:nvSpPr>
        <p:spPr>
          <a:xfrm>
            <a:off x="4150080" y="2113200"/>
            <a:ext cx="2694240" cy="1522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Courier New"/>
                <a:ea typeface="DejaVu Sans"/>
              </a:rPr>
              <a:t>struct i2c_board_info {</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char type[I2C_NAME_SIZE];</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unsigned short flags;</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unsigned short addr;</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void * platform_data;</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struct dev_archdata * archdata;</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struct device_node * of_node;</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struct fwnode_handle * fwnode;</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int irq;</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a:t>
            </a:r>
            <a:endParaRPr b="0" lang="en-US" sz="1000" spc="-1" strike="noStrike">
              <a:solidFill>
                <a:srgbClr val="000000"/>
              </a:solidFill>
              <a:latin typeface="Arial"/>
            </a:endParaRPr>
          </a:p>
        </p:txBody>
      </p:sp>
      <p:sp>
        <p:nvSpPr>
          <p:cNvPr id="367" name="CustomShape 4"/>
          <p:cNvSpPr/>
          <p:nvPr/>
        </p:nvSpPr>
        <p:spPr>
          <a:xfrm>
            <a:off x="72000" y="3635280"/>
            <a:ext cx="8999280" cy="503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You can use I2C_BOARD_INFO macro to initialize the essential fields of struct i2c_board_info.</a:t>
            </a:r>
            <a:endParaRPr b="0" lang="en-US" sz="1200" spc="-1" strike="noStrike">
              <a:solidFill>
                <a:srgbClr val="000000"/>
              </a:solidFill>
              <a:latin typeface="Arial"/>
            </a:endParaRPr>
          </a:p>
        </p:txBody>
      </p:sp>
      <p:sp>
        <p:nvSpPr>
          <p:cNvPr id="368" name="CustomShape 5"/>
          <p:cNvSpPr/>
          <p:nvPr/>
        </p:nvSpPr>
        <p:spPr>
          <a:xfrm>
            <a:off x="216000" y="4391640"/>
            <a:ext cx="7453440" cy="1403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I2C_BOARD_INFO ( dev_type, dev_addr);</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where,</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dev_type  identifies the device type</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dev_addr  the devices address on the bus</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
        <p:nvSpPr>
          <p:cNvPr id="369" name="CustomShape 6"/>
          <p:cNvSpPr/>
          <p:nvPr/>
        </p:nvSpPr>
        <p:spPr>
          <a:xfrm>
            <a:off x="144000" y="5184000"/>
            <a:ext cx="9286920" cy="2296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400" spc="-1" strike="noStrike">
                <a:solidFill>
                  <a:srgbClr val="000000"/>
                </a:solidFill>
                <a:latin typeface="Arial"/>
                <a:ea typeface="DejaVu Sans"/>
              </a:rPr>
              <a:t>Create Device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Now board info structure is ready. Lets instantiate the device from that I2C bus.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struct i2c_client * i2c_new_device ( struct i2c_adapter * adap, struct i2c_board_info const * info);</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where,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*adap  Adapter structure that we got from i2c_get_adapter()</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*info  Board info structure that we have created</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This will return the i2c_client structure. We can use this client for our future transfers.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If you are using the newer kernel (5.2 =&lt;), then you must use the i2c_new_client_device API instead of i2c_new_device.</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TextShape 1"/>
          <p:cNvSpPr/>
          <p:nvPr/>
        </p:nvSpPr>
        <p:spPr>
          <a:xfrm>
            <a:off x="51480" y="132480"/>
            <a:ext cx="9739800" cy="3827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100" spc="-1" strike="noStrike">
                <a:solidFill>
                  <a:srgbClr val="000000"/>
                </a:solidFill>
                <a:latin typeface="Arial"/>
                <a:ea typeface="DejaVu Sans"/>
              </a:rPr>
              <a:t>Create the device id</a:t>
            </a:r>
            <a:endParaRPr b="0" lang="en-US" sz="11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Just create the structure i2c_device_id and initialize the necessary members.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where,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Name  Slave name driver_data  Data private to the driver (This data will be passed to the respective driver)</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After this, call MODULE_DEVICE_TABLE(i2c, my_id_table) in order to expose the driver along with its I2C device table IDs to userspace.</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pic>
        <p:nvPicPr>
          <p:cNvPr id="371" name="" descr=""/>
          <p:cNvPicPr/>
          <p:nvPr/>
        </p:nvPicPr>
        <p:blipFill>
          <a:blip r:embed="rId1"/>
          <a:stretch/>
        </p:blipFill>
        <p:spPr>
          <a:xfrm>
            <a:off x="1368000" y="1584000"/>
            <a:ext cx="5500080" cy="1631520"/>
          </a:xfrm>
          <a:prstGeom prst="rect">
            <a:avLst/>
          </a:prstGeom>
          <a:ln w="0">
            <a:noFill/>
          </a:ln>
        </p:spPr>
      </p:pic>
      <p:sp>
        <p:nvSpPr>
          <p:cNvPr id="372" name="TextShape 2"/>
          <p:cNvSpPr/>
          <p:nvPr/>
        </p:nvSpPr>
        <p:spPr>
          <a:xfrm>
            <a:off x="144000" y="3582720"/>
            <a:ext cx="2519280" cy="819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100" spc="-1" strike="noStrike">
                <a:solidFill>
                  <a:srgbClr val="000000"/>
                </a:solidFill>
                <a:latin typeface="Arial"/>
                <a:ea typeface="DejaVu Sans"/>
              </a:rPr>
              <a:t>Create the i2c_driver</a:t>
            </a:r>
            <a:endParaRPr b="0" lang="en-US" sz="1100" spc="-1" strike="noStrike">
              <a:solidFill>
                <a:srgbClr val="000000"/>
              </a:solidFill>
              <a:latin typeface="Arial"/>
            </a:endParaRPr>
          </a:p>
          <a:p>
            <a:pPr>
              <a:lnSpc>
                <a:spcPct val="100000"/>
              </a:lnSpc>
            </a:pPr>
            <a:endParaRPr b="0" lang="en-US" sz="1100" spc="-1" strike="noStrike">
              <a:solidFill>
                <a:srgbClr val="000000"/>
              </a:solidFill>
              <a:latin typeface="Arial"/>
            </a:endParaRPr>
          </a:p>
        </p:txBody>
      </p:sp>
      <p:pic>
        <p:nvPicPr>
          <p:cNvPr id="373" name="" descr=""/>
          <p:cNvPicPr/>
          <p:nvPr/>
        </p:nvPicPr>
        <p:blipFill>
          <a:blip r:embed="rId2"/>
          <a:stretch/>
        </p:blipFill>
        <p:spPr>
          <a:xfrm>
            <a:off x="1287720" y="3888000"/>
            <a:ext cx="4039560" cy="2028960"/>
          </a:xfrm>
          <a:prstGeom prst="rect">
            <a:avLst/>
          </a:prstGeom>
          <a:ln w="0">
            <a:noFill/>
          </a:ln>
        </p:spPr>
      </p:pic>
      <p:sp>
        <p:nvSpPr>
          <p:cNvPr id="374" name="TextShape 3"/>
          <p:cNvSpPr/>
          <p:nvPr/>
        </p:nvSpPr>
        <p:spPr>
          <a:xfrm>
            <a:off x="72000" y="6120000"/>
            <a:ext cx="9935280" cy="2339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Arial"/>
                <a:ea typeface="DejaVu Sans"/>
              </a:rPr>
              <a:t>Now we have the i2c_driver structure. So we can add this structure to the I2C subsystem using the below API.</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i2c_add_driver(struct i2c_driver *i2c_drive);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Where, i2c_drive -&gt;  The i2c_driver structure that we have created.</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During the call to i2c_add_driver to register the I2C driver, all the I2C devices will be traversed. Once matched, the probe function of the driver will be executed.</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TextShape 1"/>
          <p:cNvSpPr/>
          <p:nvPr/>
        </p:nvSpPr>
        <p:spPr>
          <a:xfrm>
            <a:off x="144000" y="192240"/>
            <a:ext cx="8855280" cy="8193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Arial"/>
                <a:ea typeface="DejaVu Sans"/>
              </a:rPr>
              <a:t>SPI needs 4 wires at least. But some of the recent day devices support 3-pin mode and 4-pin modes also.</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MOSI -  Master Out Slave In</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MISO -  Master In Slave Out</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SCLK -  Serial Clock</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SS/CS/CE  Salve Select/Chip Select/Chip Enable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SPI Subsystem in Linux</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The SPI device driver in Linux is mainly managed by the SPI subsystem, and it is divided into 3 sections.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-&gt; SPI Core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-&gt; SPI Controller Driver</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-&gt; SPI Protocol Driver</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SPI Protocol Driver in Linux Kernel</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Steps that involve writing the SPI protocol device driver are given below.</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1. Get the SPI Controller driver</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2. Add the slave device to the SPI Controller</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3. Configure the SPI</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Now the driver is ready. So you can transfer the data between master and slave.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Once you are done, then remove the device.</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TextShape 1"/>
          <p:cNvSpPr/>
          <p:nvPr/>
        </p:nvSpPr>
        <p:spPr>
          <a:xfrm>
            <a:off x="536400" y="504000"/>
            <a:ext cx="2846880" cy="376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Courier New"/>
                <a:ea typeface="DejaVu Sans"/>
              </a:rPr>
              <a:t>struct  spi_master *master;</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master = spi_busnum_to_master( 1 );</a:t>
            </a:r>
            <a:endParaRPr b="0" lang="en-US" sz="1000" spc="-1" strike="noStrike">
              <a:solidFill>
                <a:srgbClr val="000000"/>
              </a:solidFill>
              <a:latin typeface="Arial"/>
            </a:endParaRPr>
          </a:p>
        </p:txBody>
      </p:sp>
      <p:sp>
        <p:nvSpPr>
          <p:cNvPr id="377" name="TextShape 2"/>
          <p:cNvSpPr/>
          <p:nvPr/>
        </p:nvSpPr>
        <p:spPr>
          <a:xfrm>
            <a:off x="434880" y="1080000"/>
            <a:ext cx="3380400" cy="1666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Courier New"/>
                <a:ea typeface="DejaVu Sans"/>
              </a:rPr>
              <a:t>struct spi_board_info {</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char modalias[SPI_NAME_SIZE];</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const void      *platform_data;</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const struct property_entry *properties;</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void *controller_data;</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int irq;</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u32 max_speed_hz;</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u16 bus_num;</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u16 chip_select;</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u32 mode;</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a:t>
            </a:r>
            <a:endParaRPr b="0" lang="en-US" sz="1000" spc="-1" strike="noStrike">
              <a:solidFill>
                <a:srgbClr val="000000"/>
              </a:solidFill>
              <a:latin typeface="Arial"/>
            </a:endParaRPr>
          </a:p>
        </p:txBody>
      </p:sp>
      <p:sp>
        <p:nvSpPr>
          <p:cNvPr id="378" name="TextShape 3"/>
          <p:cNvSpPr/>
          <p:nvPr/>
        </p:nvSpPr>
        <p:spPr>
          <a:xfrm>
            <a:off x="3807720" y="352080"/>
            <a:ext cx="6199560" cy="2239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Courier New"/>
                <a:ea typeface="DejaVu Sans"/>
              </a:rPr>
              <a:t>struct spi_board_info etx_spi_device_info = </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.modalias     = "etx-spi-ssd1306-driver",</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.max_speed_hz = 4000000,              // speed your device (slave) can handle</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.bus_num      = SPI_BUS_NUM,          // SPI 1</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.chip_select  = 0,                    // Use 0 Chip select (GPIO 18)</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.mode         = SPI_MODE_0            // SPI mode 0</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static struct spi_device *etx_spi_device;</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etx_spi_device = spi_new_device( master, &amp;etx_spi_device_info );</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if( etx_spi_device == NULL ) </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pr_err("FAILED to create slave.\n");</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  </a:t>
            </a:r>
            <a:r>
              <a:rPr b="0" lang="en-IN" sz="1000" spc="-1" strike="noStrike">
                <a:solidFill>
                  <a:srgbClr val="000000"/>
                </a:solidFill>
                <a:latin typeface="Courier New"/>
                <a:ea typeface="DejaVu Sans"/>
              </a:rPr>
              <a:t>return -ENODEV;</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Courier New"/>
                <a:ea typeface="DejaVu Sans"/>
              </a:rPr>
              <a:t>}</a:t>
            </a:r>
            <a:endParaRPr b="0" lang="en-US" sz="1000" spc="-1" strike="noStrike">
              <a:solidFill>
                <a:srgbClr val="000000"/>
              </a:solidFill>
              <a:latin typeface="Arial"/>
            </a:endParaRPr>
          </a:p>
        </p:txBody>
      </p:sp>
      <p:sp>
        <p:nvSpPr>
          <p:cNvPr id="379" name="TextShape 4"/>
          <p:cNvSpPr/>
          <p:nvPr/>
        </p:nvSpPr>
        <p:spPr>
          <a:xfrm>
            <a:off x="72000" y="2736000"/>
            <a:ext cx="9863280" cy="1517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3. Configure the SPI</a:t>
            </a:r>
            <a:endParaRPr b="0" lang="en-US" sz="12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Till now, we have added the slave device to the controller driver. If we change any mode or clock frequency, then we have to call this below API to take effect on the bus.</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int spi_setup(struct spi_device *spi)</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
        <p:nvSpPr>
          <p:cNvPr id="380" name="TextShape 5"/>
          <p:cNvSpPr/>
          <p:nvPr/>
        </p:nvSpPr>
        <p:spPr>
          <a:xfrm>
            <a:off x="167400" y="3960000"/>
            <a:ext cx="9335880" cy="4031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4. Message Transfer.</a:t>
            </a:r>
            <a:endParaRPr b="0" lang="en-US" sz="12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int spi_sync_transfer(struct spi_device *spi, struct spi_transfer *xfers, unsigned int  num_xfers)</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This API is used to transfer the data asynchronously.This call may be used in_irq and other contexts which cant sleep,</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int spi_async(struct spi_device *spi, struct spi_message *message)</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where,</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Spi - device with which data will be exchanged.</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Message -  describes the data transfers, including completion callback.</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Return</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It returns zero on success, or else a negative error code.</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1" name="" descr=""/>
          <p:cNvPicPr/>
          <p:nvPr/>
        </p:nvPicPr>
        <p:blipFill>
          <a:blip r:embed="rId1"/>
          <a:stretch/>
        </p:blipFill>
        <p:spPr>
          <a:xfrm>
            <a:off x="142200" y="144000"/>
            <a:ext cx="4609080" cy="6418800"/>
          </a:xfrm>
          <a:prstGeom prst="rect">
            <a:avLst/>
          </a:prstGeom>
          <a:ln w="0">
            <a:noFill/>
          </a:ln>
        </p:spPr>
      </p:pic>
      <p:pic>
        <p:nvPicPr>
          <p:cNvPr id="382" name="" descr=""/>
          <p:cNvPicPr/>
          <p:nvPr/>
        </p:nvPicPr>
        <p:blipFill>
          <a:blip r:embed="rId2"/>
          <a:stretch/>
        </p:blipFill>
        <p:spPr>
          <a:xfrm>
            <a:off x="4752360" y="231480"/>
            <a:ext cx="4894920" cy="559980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3966</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2023-09-10T15:33:32Z</dcterms:created>
  <dc:creator/>
  <dc:description/>
  <dc:language>en-IN</dc:language>
  <cp:lastModifiedBy/>
  <dcterms:modified xsi:type="dcterms:W3CDTF">2026-01-23T12:09:37Z</dcterms:modified>
  <cp:revision>31</cp:revision>
  <dc:subject/>
  <dc:title>Blue Curve</dc:title>
</cp:coreProperties>
</file>

<file path=docProps/custom.xml><?xml version="1.0" encoding="utf-8"?>
<Properties xmlns="http://schemas.openxmlformats.org/officeDocument/2006/custom-properties" xmlns:vt="http://schemas.openxmlformats.org/officeDocument/2006/docPropsVTypes"/>
</file>