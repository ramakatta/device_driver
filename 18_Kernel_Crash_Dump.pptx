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24.xml" ContentType="application/vnd.openxmlformats-officedocument.presentationml.slideMaster+xml"/>
  <Override PartName="/ppt/slideMasters/slideMaster23.xml" ContentType="application/vnd.openxmlformats-officedocument.presentationml.slideMaster+xml"/>
  <Override PartName="/ppt/slideMasters/slideMaster22.xml" ContentType="application/vnd.openxmlformats-officedocument.presentationml.slideMaster+xml"/>
  <Override PartName="/ppt/slideMasters/slideMaster2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18.xml" ContentType="application/vnd.openxmlformats-officedocument.presentationml.slideMaster+xml"/>
  <Override PartName="/ppt/slideMasters/slideMaster17.xml" ContentType="application/vnd.openxmlformats-officedocument.presentationml.slideMaster+xml"/>
  <Override PartName="/ppt/slideMasters/slideMaster16.xml" ContentType="application/vnd.openxmlformats-officedocument.presentationml.slideMaster+xml"/>
  <Override PartName="/ppt/slideMasters/slideMaster15.xml" ContentType="application/vnd.openxmlformats-officedocument.presentationml.slideMaster+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_rels/slideMaster12.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_rels/slideMaster15.xml.rels" ContentType="application/vnd.openxmlformats-package.relationships+xml"/>
  <Override PartName="/ppt/slideMasters/_rels/slideMaster4.xml.rels" ContentType="application/vnd.openxmlformats-package.relationships+xml"/>
  <Override PartName="/ppt/slideMasters/_rels/slideMaster16.xml.rels" ContentType="application/vnd.openxmlformats-package.relationships+xml"/>
  <Override PartName="/ppt/slideMasters/_rels/slideMaster5.xml.rels" ContentType="application/vnd.openxmlformats-package.relationships+xml"/>
  <Override PartName="/ppt/slideMasters/_rels/slideMaster11.xml.rels" ContentType="application/vnd.openxmlformats-package.relationships+xml"/>
  <Override PartName="/ppt/slideMasters/_rels/slideMaster23.xml.rels" ContentType="application/vnd.openxmlformats-package.relationships+xml"/>
  <Override PartName="/ppt/slideMasters/_rels/slideMaster10.xml.rels" ContentType="application/vnd.openxmlformats-package.relationships+xml"/>
  <Override PartName="/ppt/slideMasters/_rels/slideMaster24.xml.rels" ContentType="application/vnd.openxmlformats-package.relationships+xml"/>
  <Override PartName="/ppt/slideMasters/_rels/slideMaster17.xml.rels" ContentType="application/vnd.openxmlformats-package.relationships+xml"/>
  <Override PartName="/ppt/slideMasters/_rels/slideMaster6.xml.rels" ContentType="application/vnd.openxmlformats-package.relationships+xml"/>
  <Override PartName="/ppt/slideMasters/_rels/slideMaster22.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21.xml.rels" ContentType="application/vnd.openxmlformats-package.relationships+xml"/>
  <Override PartName="/ppt/slideMasters/_rels/slideMaster19.xml.rels" ContentType="application/vnd.openxmlformats-package.relationships+xml"/>
  <Override PartName="/ppt/slideMasters/_rels/slideMaster7.xml.rels" ContentType="application/vnd.openxmlformats-package.relationships+xml"/>
  <Override PartName="/ppt/slideMasters/_rels/slideMaster20.xml.rels" ContentType="application/vnd.openxmlformats-package.relationships+xml"/>
  <Override PartName="/ppt/slideMasters/_rels/slideMaster18.xml.rels" ContentType="application/vnd.openxmlformats-package.relationships+xml"/>
  <Override PartName="/ppt/slideMasters/slideMaster14.xml" ContentType="application/vnd.openxmlformats-officedocument.presentationml.slideMaster+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presProps.xml" ContentType="application/vnd.openxmlformats-officedocument.presentationml.presProps+xml"/>
  <Override PartName="/ppt/theme/theme10.xml" ContentType="application/vnd.openxmlformats-officedocument.theme+xml"/>
  <Override PartName="/ppt/theme/theme9.xml" ContentType="application/vnd.openxmlformats-officedocument.theme+xml"/>
  <Override PartName="/ppt/theme/theme8.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5.xml" ContentType="application/vnd.openxmlformats-officedocument.theme+xml"/>
  <Override PartName="/ppt/theme/theme4.xml" ContentType="application/vnd.openxmlformats-officedocument.theme+xml"/>
  <Override PartName="/ppt/theme/theme13.xml" ContentType="application/vnd.openxmlformats-officedocument.theme+xml"/>
  <Override PartName="/ppt/theme/theme3.xml" ContentType="application/vnd.openxmlformats-officedocument.theme+xml"/>
  <Override PartName="/ppt/theme/theme12.xml" ContentType="application/vnd.openxmlformats-officedocument.theme+xml"/>
  <Override PartName="/ppt/theme/theme2.xml" ContentType="application/vnd.openxmlformats-officedocument.theme+xml"/>
  <Override PartName="/ppt/theme/theme24.xml" ContentType="application/vnd.openxmlformats-officedocument.theme+xml"/>
  <Override PartName="/ppt/theme/theme23.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2.xml" ContentType="application/vnd.openxmlformats-officedocument.theme+xml"/>
  <Override PartName="/ppt/theme/theme21.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14.xml" ContentType="application/vnd.openxmlformats-officedocument.theme+xml"/>
  <Override PartName="/ppt/_rels/presentation.xml.rels" ContentType="application/vnd.openxmlformats-package.relationships+xml"/>
  <Override PartName="/ppt/media/image1.jpeg" ContentType="image/jpeg"/>
  <Override PartName="/ppt/media/image2.png" ContentType="image/png"/>
  <Override PartName="/ppt/media/image3.png" ContentType="image/png"/>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_rels/slideLayout24.xml.rels" ContentType="application/vnd.openxmlformats-package.relationships+xml"/>
  <Override PartName="/ppt/slideLayouts/_rels/slideLayout4.xml.rels" ContentType="application/vnd.openxmlformats-package.relationships+xml"/>
  <Override PartName="/ppt/slideLayouts/_rels/slideLayout23.xml.rels" ContentType="application/vnd.openxmlformats-package.relationships+xml"/>
  <Override PartName="/ppt/slideLayouts/_rels/slideLayout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2.xml.rels" ContentType="application/vnd.openxmlformats-package.relationships+xml"/>
  <Override PartName="/ppt/slideLayouts/_rels/slideLayout2.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1.xml.rels" ContentType="application/vnd.openxmlformats-package.relationships+xml"/>
  <Override PartName="/ppt/slideLayouts/slideLayout3.xml" ContentType="application/vnd.openxmlformats-officedocument.presentationml.slideLayout+xml"/>
  <Override PartName="/ppt/slideLayouts/slideLayout22.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slides/slide1.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 id="2147483690" r:id="rId23"/>
    <p:sldMasterId id="2147483692" r:id="rId24"/>
    <p:sldMasterId id="2147483694" r:id="rId25"/>
  </p:sldMasterIdLst>
  <p:sldIdLst>
    <p:sldId id="256" r:id="rId26"/>
    <p:sldId id="257" r:id="rId27"/>
    <p:sldId id="258" r:id="rId28"/>
    <p:sldId id="259" r:id="rId29"/>
    <p:sldId id="260" r:id="rId30"/>
    <p:sldId id="261" r:id="rId31"/>
    <p:sldId id="262" r:id="rId32"/>
  </p:sldIdLst>
  <p:sldSz cx="10080625" cy="7559675"/>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Master" Target="slideMasters/slideMaster23.xml"/><Relationship Id="rId25" Type="http://schemas.openxmlformats.org/officeDocument/2006/relationships/slideMaster" Target="slideMasters/slideMaster24.xml"/><Relationship Id="rId26" Type="http://schemas.openxmlformats.org/officeDocument/2006/relationships/slide" Target="slides/slide1.xml"/><Relationship Id="rId27" Type="http://schemas.openxmlformats.org/officeDocument/2006/relationships/slide" Target="slides/slide2.xml"/><Relationship Id="rId28" Type="http://schemas.openxmlformats.org/officeDocument/2006/relationships/slide" Target="slides/slide3.xml"/><Relationship Id="rId29" Type="http://schemas.openxmlformats.org/officeDocument/2006/relationships/slide" Target="slides/slide4.xml"/><Relationship Id="rId30" Type="http://schemas.openxmlformats.org/officeDocument/2006/relationships/slide" Target="slides/slide5.xml"/><Relationship Id="rId31" Type="http://schemas.openxmlformats.org/officeDocument/2006/relationships/slide" Target="slides/slide6.xml"/><Relationship Id="rId32" Type="http://schemas.openxmlformats.org/officeDocument/2006/relationships/slide" Target="slides/slide7.xml"/><Relationship Id="rId33"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p:nvPr>
        </p:nvSpPr>
        <p:spPr>
          <a:xfrm>
            <a:off x="504000" y="1769040"/>
            <a:ext cx="442656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 name="PlaceHolder 4"/>
          <p:cNvSpPr>
            <a:spLocks noGrp="1"/>
          </p:cNvSpPr>
          <p:nvPr>
            <p:ph/>
          </p:nvPr>
        </p:nvSpPr>
        <p:spPr>
          <a:xfrm>
            <a:off x="515232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504000" y="4059000"/>
            <a:ext cx="9070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504000" y="1769040"/>
            <a:ext cx="9070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504000" y="4059000"/>
            <a:ext cx="9070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2"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 name="PlaceHolder 4"/>
          <p:cNvSpPr>
            <a:spLocks noGrp="1"/>
          </p:cNvSpPr>
          <p:nvPr>
            <p:ph/>
          </p:nvPr>
        </p:nvSpPr>
        <p:spPr>
          <a:xfrm>
            <a:off x="50400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 name="PlaceHolder 5"/>
          <p:cNvSpPr>
            <a:spLocks noGrp="1"/>
          </p:cNvSpPr>
          <p:nvPr>
            <p:ph/>
          </p:nvPr>
        </p:nvSpPr>
        <p:spPr>
          <a:xfrm>
            <a:off x="515232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1"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 name="PlaceHolder 2"/>
          <p:cNvSpPr>
            <a:spLocks noGrp="1"/>
          </p:cNvSpPr>
          <p:nvPr>
            <p:ph/>
          </p:nvPr>
        </p:nvSpPr>
        <p:spPr>
          <a:xfrm>
            <a:off x="504000" y="1769040"/>
            <a:ext cx="907092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p:nvPr>
        </p:nvSpPr>
        <p:spPr>
          <a:xfrm>
            <a:off x="504000" y="1769040"/>
            <a:ext cx="907092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 name="PlaceHolder 2"/>
          <p:cNvSpPr>
            <a:spLocks noGrp="1"/>
          </p:cNvSpPr>
          <p:nvPr>
            <p:ph/>
          </p:nvPr>
        </p:nvSpPr>
        <p:spPr>
          <a:xfrm>
            <a:off x="504000" y="1769040"/>
            <a:ext cx="442656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 name="PlaceHolder 3"/>
          <p:cNvSpPr>
            <a:spLocks noGrp="1"/>
          </p:cNvSpPr>
          <p:nvPr>
            <p:ph/>
          </p:nvPr>
        </p:nvSpPr>
        <p:spPr>
          <a:xfrm>
            <a:off x="5152320" y="1769040"/>
            <a:ext cx="442656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entered Text">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 name="PlaceHolder 3"/>
          <p:cNvSpPr>
            <a:spLocks noGrp="1"/>
          </p:cNvSpPr>
          <p:nvPr>
            <p:ph/>
          </p:nvPr>
        </p:nvSpPr>
        <p:spPr>
          <a:xfrm>
            <a:off x="5152320" y="1769040"/>
            <a:ext cx="442656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 name="PlaceHolder 4"/>
          <p:cNvSpPr>
            <a:spLocks noGrp="1"/>
          </p:cNvSpPr>
          <p:nvPr>
            <p:ph/>
          </p:nvPr>
        </p:nvSpPr>
        <p:spPr>
          <a:xfrm>
            <a:off x="50400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p:spTree>
      <p:nvGrpSpPr>
        <p:cNvPr id="1" name=""/>
        <p:cNvGrpSpPr/>
        <p:nvPr/>
      </p:nvGrpSpPr>
      <p:grpSpPr>
        <a:xfrm>
          <a:off x="0" y="0"/>
          <a:ext cx="0" cy="0"/>
          <a:chOff x="0" y="0"/>
          <a:chExt cx="0" cy="0"/>
        </a:xfrm>
      </p:grpSpPr>
      <p:sp>
        <p:nvSpPr>
          <p:cNvPr id="75"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504000" y="4059000"/>
            <a:ext cx="9070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1">
    <p:spTree>
      <p:nvGrpSpPr>
        <p:cNvPr id="1" name=""/>
        <p:cNvGrpSpPr/>
        <p:nvPr/>
      </p:nvGrpSpPr>
      <p:grpSpPr>
        <a:xfrm>
          <a:off x="0" y="0"/>
          <a:ext cx="0" cy="0"/>
          <a:chOff x="0" y="0"/>
          <a:chExt cx="0" cy="0"/>
        </a:xfrm>
      </p:grpSpPr>
      <p:sp>
        <p:nvSpPr>
          <p:cNvPr id="84"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5" name="PlaceHolder 2"/>
          <p:cNvSpPr>
            <a:spLocks noGrp="1"/>
          </p:cNvSpPr>
          <p:nvPr>
            <p:ph/>
          </p:nvPr>
        </p:nvSpPr>
        <p:spPr>
          <a:xfrm>
            <a:off x="504000" y="1769040"/>
            <a:ext cx="9070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6" name="PlaceHolder 3"/>
          <p:cNvSpPr>
            <a:spLocks noGrp="1"/>
          </p:cNvSpPr>
          <p:nvPr>
            <p:ph/>
          </p:nvPr>
        </p:nvSpPr>
        <p:spPr>
          <a:xfrm>
            <a:off x="504000" y="4059000"/>
            <a:ext cx="9070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2">
    <p:spTree>
      <p:nvGrpSpPr>
        <p:cNvPr id="1" name=""/>
        <p:cNvGrpSpPr/>
        <p:nvPr/>
      </p:nvGrpSpPr>
      <p:grpSpPr>
        <a:xfrm>
          <a:off x="0" y="0"/>
          <a:ext cx="0" cy="0"/>
          <a:chOff x="0" y="0"/>
          <a:chExt cx="0" cy="0"/>
        </a:xfrm>
      </p:grpSpPr>
      <p:sp>
        <p:nvSpPr>
          <p:cNvPr id="94"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5"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6"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7" name="PlaceHolder 4"/>
          <p:cNvSpPr>
            <a:spLocks noGrp="1"/>
          </p:cNvSpPr>
          <p:nvPr>
            <p:ph/>
          </p:nvPr>
        </p:nvSpPr>
        <p:spPr>
          <a:xfrm>
            <a:off x="50400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5"/>
          <p:cNvSpPr>
            <a:spLocks noGrp="1"/>
          </p:cNvSpPr>
          <p:nvPr>
            <p:ph/>
          </p:nvPr>
        </p:nvSpPr>
        <p:spPr>
          <a:xfrm>
            <a:off x="515232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spTree>
      <p:nvGrpSpPr>
        <p:cNvPr id="1" name=""/>
        <p:cNvGrpSpPr/>
        <p:nvPr/>
      </p:nvGrpSpPr>
      <p:grpSpPr>
        <a:xfrm>
          <a:off x="0" y="0"/>
          <a:ext cx="0" cy="0"/>
          <a:chOff x="0" y="0"/>
          <a:chExt cx="0" cy="0"/>
        </a:xfrm>
      </p:grpSpPr>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spTree>
      <p:nvGrpSpPr>
        <p:cNvPr id="1" name=""/>
        <p:cNvGrpSpPr/>
        <p:nvPr/>
      </p:nvGrpSpPr>
      <p:grpSpPr>
        <a:xfrm>
          <a:off x="0" y="0"/>
          <a:ext cx="0" cy="0"/>
          <a:chOff x="0" y="0"/>
          <a:chExt cx="0" cy="0"/>
        </a:xfrm>
      </p:grpSpPr>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5">
    <p:spTree>
      <p:nvGrpSpPr>
        <p:cNvPr id="1" name=""/>
        <p:cNvGrpSpPr/>
        <p:nvPr/>
      </p:nvGrpSpPr>
      <p:grpSpPr>
        <a:xfrm>
          <a:off x="0" y="0"/>
          <a:ext cx="0" cy="0"/>
          <a:chOff x="0" y="0"/>
          <a:chExt cx="0" cy="0"/>
        </a:xfrm>
      </p:grpSpPr>
      <p:sp>
        <p:nvSpPr>
          <p:cNvPr id="107"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8" name="PlaceHolder 2"/>
          <p:cNvSpPr>
            <a:spLocks noGrp="1"/>
          </p:cNvSpPr>
          <p:nvPr>
            <p:ph/>
          </p:nvPr>
        </p:nvSpPr>
        <p:spPr>
          <a:xfrm>
            <a:off x="504000" y="1769040"/>
            <a:ext cx="907092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6">
    <p:spTree>
      <p:nvGrpSpPr>
        <p:cNvPr id="1" name=""/>
        <p:cNvGrpSpPr/>
        <p:nvPr/>
      </p:nvGrpSpPr>
      <p:grpSpPr>
        <a:xfrm>
          <a:off x="0" y="0"/>
          <a:ext cx="0" cy="0"/>
          <a:chOff x="0" y="0"/>
          <a:chExt cx="0" cy="0"/>
        </a:xfrm>
      </p:grpSpPr>
      <p:sp>
        <p:nvSpPr>
          <p:cNvPr id="113"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4" name="PlaceHolder 2"/>
          <p:cNvSpPr>
            <a:spLocks noGrp="1"/>
          </p:cNvSpPr>
          <p:nvPr>
            <p:ph/>
          </p:nvPr>
        </p:nvSpPr>
        <p:spPr>
          <a:xfrm>
            <a:off x="504000" y="1769040"/>
            <a:ext cx="907092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7">
    <p:spTree>
      <p:nvGrpSpPr>
        <p:cNvPr id="1" name=""/>
        <p:cNvGrpSpPr/>
        <p:nvPr/>
      </p:nvGrpSpPr>
      <p:grpSpPr>
        <a:xfrm>
          <a:off x="0" y="0"/>
          <a:ext cx="0" cy="0"/>
          <a:chOff x="0" y="0"/>
          <a:chExt cx="0" cy="0"/>
        </a:xfrm>
      </p:grpSpPr>
      <p:sp>
        <p:nvSpPr>
          <p:cNvPr id="120"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1" name="PlaceHolder 2"/>
          <p:cNvSpPr>
            <a:spLocks noGrp="1"/>
          </p:cNvSpPr>
          <p:nvPr>
            <p:ph/>
          </p:nvPr>
        </p:nvSpPr>
        <p:spPr>
          <a:xfrm>
            <a:off x="504000" y="1769040"/>
            <a:ext cx="442656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3"/>
          <p:cNvSpPr>
            <a:spLocks noGrp="1"/>
          </p:cNvSpPr>
          <p:nvPr>
            <p:ph/>
          </p:nvPr>
        </p:nvSpPr>
        <p:spPr>
          <a:xfrm>
            <a:off x="5152320" y="1769040"/>
            <a:ext cx="442656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8">
    <p:spTree>
      <p:nvGrpSpPr>
        <p:cNvPr id="1" name=""/>
        <p:cNvGrpSpPr/>
        <p:nvPr/>
      </p:nvGrpSpPr>
      <p:grpSpPr>
        <a:xfrm>
          <a:off x="0" y="0"/>
          <a:ext cx="0" cy="0"/>
          <a:chOff x="0" y="0"/>
          <a:chExt cx="0" cy="0"/>
        </a:xfrm>
      </p:grpSpPr>
      <p:sp>
        <p:nvSpPr>
          <p:cNvPr id="126"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9">
    <p:spTree>
      <p:nvGrpSpPr>
        <p:cNvPr id="1" name=""/>
        <p:cNvGrpSpPr/>
        <p:nvPr/>
      </p:nvGrpSpPr>
      <p:grpSpPr>
        <a:xfrm>
          <a:off x="0" y="0"/>
          <a:ext cx="0" cy="0"/>
          <a:chOff x="0" y="0"/>
          <a:chExt cx="0" cy="0"/>
        </a:xfrm>
      </p:grpSpPr>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10">
    <p:spTree>
      <p:nvGrpSpPr>
        <p:cNvPr id="1" name=""/>
        <p:cNvGrpSpPr/>
        <p:nvPr/>
      </p:nvGrpSpPr>
      <p:grpSpPr>
        <a:xfrm>
          <a:off x="0" y="0"/>
          <a:ext cx="0" cy="0"/>
          <a:chOff x="0" y="0"/>
          <a:chExt cx="0" cy="0"/>
        </a:xfrm>
      </p:grpSpPr>
      <p:sp>
        <p:nvSpPr>
          <p:cNvPr id="135"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6" name="PlaceHolder 2"/>
          <p:cNvSpPr>
            <a:spLocks noGrp="1"/>
          </p:cNvSpPr>
          <p:nvPr>
            <p:ph/>
          </p:nvPr>
        </p:nvSpPr>
        <p:spPr>
          <a:xfrm>
            <a:off x="50400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7" name="PlaceHolder 3"/>
          <p:cNvSpPr>
            <a:spLocks noGrp="1"/>
          </p:cNvSpPr>
          <p:nvPr>
            <p:ph/>
          </p:nvPr>
        </p:nvSpPr>
        <p:spPr>
          <a:xfrm>
            <a:off x="5152320" y="1769040"/>
            <a:ext cx="442656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8" name="PlaceHolder 4"/>
          <p:cNvSpPr>
            <a:spLocks noGrp="1"/>
          </p:cNvSpPr>
          <p:nvPr>
            <p:ph/>
          </p:nvPr>
        </p:nvSpPr>
        <p:spPr>
          <a:xfrm>
            <a:off x="50400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11">
    <p:spTree>
      <p:nvGrpSpPr>
        <p:cNvPr id="1" name=""/>
        <p:cNvGrpSpPr/>
        <p:nvPr/>
      </p:nvGrpSpPr>
      <p:grpSpPr>
        <a:xfrm>
          <a:off x="0" y="0"/>
          <a:ext cx="0" cy="0"/>
          <a:chOff x="0" y="0"/>
          <a:chExt cx="0" cy="0"/>
        </a:xfrm>
      </p:grpSpPr>
      <p:sp>
        <p:nvSpPr>
          <p:cNvPr id="145"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6" name="PlaceHolder 2"/>
          <p:cNvSpPr>
            <a:spLocks noGrp="1"/>
          </p:cNvSpPr>
          <p:nvPr>
            <p:ph/>
          </p:nvPr>
        </p:nvSpPr>
        <p:spPr>
          <a:xfrm>
            <a:off x="504000" y="1769040"/>
            <a:ext cx="4426560" cy="43837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7" name="PlaceHolder 3"/>
          <p:cNvSpPr>
            <a:spLocks noGrp="1"/>
          </p:cNvSpPr>
          <p:nvPr>
            <p:ph/>
          </p:nvPr>
        </p:nvSpPr>
        <p:spPr>
          <a:xfrm>
            <a:off x="5152320" y="176904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8" name="PlaceHolder 4"/>
          <p:cNvSpPr>
            <a:spLocks noGrp="1"/>
          </p:cNvSpPr>
          <p:nvPr>
            <p:ph/>
          </p:nvPr>
        </p:nvSpPr>
        <p:spPr>
          <a:xfrm>
            <a:off x="5152320" y="4059000"/>
            <a:ext cx="442656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jpeg"/><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jpeg"/><Relationship Id="rId3"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jpeg"/><Relationship Id="rId3"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jpeg"/><Relationship Id="rId3"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jpeg"/><Relationship Id="rId3"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image" Target="../media/image1.jpeg"/><Relationship Id="rId3"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image" Target="../media/image1.jpeg"/><Relationship Id="rId3"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jpeg"/><Relationship Id="rId3"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image" Target="../media/image1.jpeg"/><Relationship Id="rId3"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1.jpeg"/><Relationship Id="rId3"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image" Target="../media/image1.jpeg"/><Relationship Id="rId3"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1.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slideLayout" Target="../slideLayouts/slideLayout22.xml"/>
</Relationships>
</file>

<file path=ppt/slideMasters/_rels/slideMaster23.xml.rels><?xml version="1.0" encoding="UTF-8"?>
<Relationships xmlns="http://schemas.openxmlformats.org/package/2006/relationships"><Relationship Id="rId1" Type="http://schemas.openxmlformats.org/officeDocument/2006/relationships/theme" Target="../theme/theme23.xml"/><Relationship Id="rId2" Type="http://schemas.openxmlformats.org/officeDocument/2006/relationships/slideLayout" Target="../slideLayouts/slideLayout23.xml"/>
</Relationships>
</file>

<file path=ppt/slideMasters/_rels/slideMaster24.xml.rels><?xml version="1.0" encoding="UTF-8"?>
<Relationships xmlns="http://schemas.openxmlformats.org/package/2006/relationships"><Relationship Id="rId1" Type="http://schemas.openxmlformats.org/officeDocument/2006/relationships/theme" Target="../theme/theme24.xml"/><Relationship Id="rId2"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0" name="" descr=""/>
          <p:cNvPicPr/>
          <p:nvPr/>
        </p:nvPicPr>
        <p:blipFill>
          <a:blip r:embed="rId2"/>
          <a:stretch/>
        </p:blipFill>
        <p:spPr>
          <a:xfrm>
            <a:off x="0" y="5806440"/>
            <a:ext cx="10078920" cy="1753560"/>
          </a:xfrm>
          <a:prstGeom prst="rect">
            <a:avLst/>
          </a:prstGeom>
          <a:ln w="0">
            <a:noFill/>
          </a:ln>
        </p:spPr>
      </p:pic>
      <p:sp>
        <p:nvSpPr>
          <p:cNvPr id="1"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 name="PlaceHolder 2"/>
          <p:cNvSpPr>
            <a:spLocks noGrp="1"/>
          </p:cNvSpPr>
          <p:nvPr>
            <p:ph type="body"/>
          </p:nvPr>
        </p:nvSpPr>
        <p:spPr>
          <a:xfrm>
            <a:off x="504000" y="1769040"/>
            <a:ext cx="442620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 name="PlaceHolder 3"/>
          <p:cNvSpPr>
            <a:spLocks noGrp="1"/>
          </p:cNvSpPr>
          <p:nvPr>
            <p:ph type="body"/>
          </p:nvPr>
        </p:nvSpPr>
        <p:spPr>
          <a:xfrm>
            <a:off x="515232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 name="PlaceHolder 4"/>
          <p:cNvSpPr>
            <a:spLocks noGrp="1"/>
          </p:cNvSpPr>
          <p:nvPr>
            <p:ph type="body"/>
          </p:nvPr>
        </p:nvSpPr>
        <p:spPr>
          <a:xfrm>
            <a:off x="5152320" y="405900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 name="" descr=""/>
          <p:cNvPicPr/>
          <p:nvPr/>
        </p:nvPicPr>
        <p:blipFill>
          <a:blip r:embed="rId2"/>
          <a:stretch/>
        </p:blipFill>
        <p:spPr>
          <a:xfrm>
            <a:off x="0" y="5806440"/>
            <a:ext cx="10078920" cy="1753560"/>
          </a:xfrm>
          <a:prstGeom prst="rect">
            <a:avLst/>
          </a:prstGeom>
          <a:ln w="0">
            <a:noFill/>
          </a:ln>
        </p:spPr>
      </p:pic>
      <p:sp>
        <p:nvSpPr>
          <p:cNvPr id="10"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1" name="PlaceHolder 2"/>
          <p:cNvSpPr>
            <a:spLocks noGrp="1"/>
          </p:cNvSpPr>
          <p:nvPr>
            <p:ph type="body"/>
          </p:nvPr>
        </p:nvSpPr>
        <p:spPr>
          <a:xfrm>
            <a:off x="50400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2" name="PlaceHolder 3"/>
          <p:cNvSpPr>
            <a:spLocks noGrp="1"/>
          </p:cNvSpPr>
          <p:nvPr>
            <p:ph type="body"/>
          </p:nvPr>
        </p:nvSpPr>
        <p:spPr>
          <a:xfrm>
            <a:off x="515232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3" name="PlaceHolder 4"/>
          <p:cNvSpPr>
            <a:spLocks noGrp="1"/>
          </p:cNvSpPr>
          <p:nvPr>
            <p:ph type="body"/>
          </p:nvPr>
        </p:nvSpPr>
        <p:spPr>
          <a:xfrm>
            <a:off x="504000" y="4059000"/>
            <a:ext cx="907092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8" name="" descr=""/>
          <p:cNvPicPr/>
          <p:nvPr/>
        </p:nvPicPr>
        <p:blipFill>
          <a:blip r:embed="rId2"/>
          <a:stretch/>
        </p:blipFill>
        <p:spPr>
          <a:xfrm>
            <a:off x="0" y="5806440"/>
            <a:ext cx="10078920" cy="1753560"/>
          </a:xfrm>
          <a:prstGeom prst="rect">
            <a:avLst/>
          </a:prstGeom>
          <a:ln w="0">
            <a:noFill/>
          </a:ln>
        </p:spPr>
      </p:pic>
      <p:sp>
        <p:nvSpPr>
          <p:cNvPr id="19"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0" name="PlaceHolder 2"/>
          <p:cNvSpPr>
            <a:spLocks noGrp="1"/>
          </p:cNvSpPr>
          <p:nvPr>
            <p:ph type="body"/>
          </p:nvPr>
        </p:nvSpPr>
        <p:spPr>
          <a:xfrm>
            <a:off x="504000" y="1769040"/>
            <a:ext cx="907092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1" name="PlaceHolder 3"/>
          <p:cNvSpPr>
            <a:spLocks noGrp="1"/>
          </p:cNvSpPr>
          <p:nvPr>
            <p:ph type="body"/>
          </p:nvPr>
        </p:nvSpPr>
        <p:spPr>
          <a:xfrm>
            <a:off x="504000" y="4059000"/>
            <a:ext cx="907092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 name="" descr=""/>
          <p:cNvPicPr/>
          <p:nvPr/>
        </p:nvPicPr>
        <p:blipFill>
          <a:blip r:embed="rId2"/>
          <a:stretch/>
        </p:blipFill>
        <p:spPr>
          <a:xfrm>
            <a:off x="0" y="5806440"/>
            <a:ext cx="10078920" cy="1753560"/>
          </a:xfrm>
          <a:prstGeom prst="rect">
            <a:avLst/>
          </a:prstGeom>
          <a:ln w="0">
            <a:noFill/>
          </a:ln>
        </p:spPr>
      </p:pic>
      <p:sp>
        <p:nvSpPr>
          <p:cNvPr id="26"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7" name="PlaceHolder 2"/>
          <p:cNvSpPr>
            <a:spLocks noGrp="1"/>
          </p:cNvSpPr>
          <p:nvPr>
            <p:ph type="body"/>
          </p:nvPr>
        </p:nvSpPr>
        <p:spPr>
          <a:xfrm>
            <a:off x="50400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8" name="PlaceHolder 3"/>
          <p:cNvSpPr>
            <a:spLocks noGrp="1"/>
          </p:cNvSpPr>
          <p:nvPr>
            <p:ph type="body"/>
          </p:nvPr>
        </p:nvSpPr>
        <p:spPr>
          <a:xfrm>
            <a:off x="515232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9" name="PlaceHolder 4"/>
          <p:cNvSpPr>
            <a:spLocks noGrp="1"/>
          </p:cNvSpPr>
          <p:nvPr>
            <p:ph type="body"/>
          </p:nvPr>
        </p:nvSpPr>
        <p:spPr>
          <a:xfrm>
            <a:off x="504000" y="405900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0" name="PlaceHolder 5"/>
          <p:cNvSpPr>
            <a:spLocks noGrp="1"/>
          </p:cNvSpPr>
          <p:nvPr>
            <p:ph type="body"/>
          </p:nvPr>
        </p:nvSpPr>
        <p:spPr>
          <a:xfrm>
            <a:off x="5152320" y="405900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6" name="" descr=""/>
          <p:cNvPicPr/>
          <p:nvPr/>
        </p:nvPicPr>
        <p:blipFill>
          <a:blip r:embed="rId2"/>
          <a:stretch/>
        </p:blipFill>
        <p:spPr>
          <a:xfrm>
            <a:off x="0" y="5806440"/>
            <a:ext cx="10078920" cy="175356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57"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7" name="" descr=""/>
          <p:cNvPicPr/>
          <p:nvPr/>
        </p:nvPicPr>
        <p:blipFill>
          <a:blip r:embed="rId2"/>
          <a:stretch/>
        </p:blipFill>
        <p:spPr>
          <a:xfrm>
            <a:off x="0" y="5806440"/>
            <a:ext cx="10078920" cy="175356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59" r:id="rId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8" name="" descr=""/>
          <p:cNvPicPr/>
          <p:nvPr/>
        </p:nvPicPr>
        <p:blipFill>
          <a:blip r:embed="rId2"/>
          <a:stretch/>
        </p:blipFill>
        <p:spPr>
          <a:xfrm>
            <a:off x="0" y="5806440"/>
            <a:ext cx="10078920" cy="1753560"/>
          </a:xfrm>
          <a:prstGeom prst="rect">
            <a:avLst/>
          </a:prstGeom>
          <a:ln w="0">
            <a:noFill/>
          </a:ln>
        </p:spPr>
      </p:pic>
      <p:sp>
        <p:nvSpPr>
          <p:cNvPr id="39"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0" name="PlaceHolder 2"/>
          <p:cNvSpPr>
            <a:spLocks noGrp="1"/>
          </p:cNvSpPr>
          <p:nvPr>
            <p:ph type="body"/>
          </p:nvPr>
        </p:nvSpPr>
        <p:spPr>
          <a:xfrm>
            <a:off x="504000" y="1769040"/>
            <a:ext cx="907092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3" name="" descr=""/>
          <p:cNvPicPr/>
          <p:nvPr/>
        </p:nvPicPr>
        <p:blipFill>
          <a:blip r:embed="rId2"/>
          <a:stretch/>
        </p:blipFill>
        <p:spPr>
          <a:xfrm>
            <a:off x="0" y="5806440"/>
            <a:ext cx="10078920" cy="1753560"/>
          </a:xfrm>
          <a:prstGeom prst="rect">
            <a:avLst/>
          </a:prstGeom>
          <a:ln w="0">
            <a:noFill/>
          </a:ln>
        </p:spPr>
      </p:pic>
      <p:sp>
        <p:nvSpPr>
          <p:cNvPr id="44"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5" name="PlaceHolder 2"/>
          <p:cNvSpPr>
            <a:spLocks noGrp="1"/>
          </p:cNvSpPr>
          <p:nvPr>
            <p:ph type="body"/>
          </p:nvPr>
        </p:nvSpPr>
        <p:spPr>
          <a:xfrm>
            <a:off x="504000" y="1769040"/>
            <a:ext cx="907092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8" name="" descr=""/>
          <p:cNvPicPr/>
          <p:nvPr/>
        </p:nvPicPr>
        <p:blipFill>
          <a:blip r:embed="rId2"/>
          <a:stretch/>
        </p:blipFill>
        <p:spPr>
          <a:xfrm>
            <a:off x="0" y="5806440"/>
            <a:ext cx="10078920" cy="1753560"/>
          </a:xfrm>
          <a:prstGeom prst="rect">
            <a:avLst/>
          </a:prstGeom>
          <a:ln w="0">
            <a:noFill/>
          </a:ln>
        </p:spPr>
      </p:pic>
      <p:sp>
        <p:nvSpPr>
          <p:cNvPr id="49"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50" name="PlaceHolder 2"/>
          <p:cNvSpPr>
            <a:spLocks noGrp="1"/>
          </p:cNvSpPr>
          <p:nvPr>
            <p:ph type="body"/>
          </p:nvPr>
        </p:nvSpPr>
        <p:spPr>
          <a:xfrm>
            <a:off x="504000" y="1769040"/>
            <a:ext cx="442620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51" name="PlaceHolder 3"/>
          <p:cNvSpPr>
            <a:spLocks noGrp="1"/>
          </p:cNvSpPr>
          <p:nvPr>
            <p:ph type="body"/>
          </p:nvPr>
        </p:nvSpPr>
        <p:spPr>
          <a:xfrm>
            <a:off x="5152320" y="1769040"/>
            <a:ext cx="442620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5" name="" descr=""/>
          <p:cNvPicPr/>
          <p:nvPr/>
        </p:nvPicPr>
        <p:blipFill>
          <a:blip r:embed="rId2"/>
          <a:stretch/>
        </p:blipFill>
        <p:spPr>
          <a:xfrm>
            <a:off x="0" y="5806440"/>
            <a:ext cx="10078920" cy="1753560"/>
          </a:xfrm>
          <a:prstGeom prst="rect">
            <a:avLst/>
          </a:prstGeom>
          <a:ln w="0">
            <a:noFill/>
          </a:ln>
        </p:spPr>
      </p:pic>
      <p:sp>
        <p:nvSpPr>
          <p:cNvPr id="56"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57" name="PlaceHolder 2"/>
          <p:cNvSpPr>
            <a:spLocks noGrp="1"/>
          </p:cNvSpPr>
          <p:nvPr>
            <p:ph type="body"/>
          </p:nvPr>
        </p:nvSpPr>
        <p:spPr>
          <a:xfrm>
            <a:off x="504000" y="1768680"/>
            <a:ext cx="9072000" cy="43840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9" name="" descr=""/>
          <p:cNvPicPr/>
          <p:nvPr/>
        </p:nvPicPr>
        <p:blipFill>
          <a:blip r:embed="rId2"/>
          <a:stretch/>
        </p:blipFill>
        <p:spPr>
          <a:xfrm>
            <a:off x="0" y="5806440"/>
            <a:ext cx="10078920" cy="175356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69" r:id="rId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0" name="" descr=""/>
          <p:cNvPicPr/>
          <p:nvPr/>
        </p:nvPicPr>
        <p:blipFill>
          <a:blip r:embed="rId2"/>
          <a:stretch/>
        </p:blipFill>
        <p:spPr>
          <a:xfrm>
            <a:off x="0" y="5806440"/>
            <a:ext cx="10078920" cy="1753560"/>
          </a:xfrm>
          <a:prstGeom prst="rect">
            <a:avLst/>
          </a:prstGeom>
          <a:ln w="0">
            <a:noFill/>
          </a:ln>
        </p:spPr>
      </p:pic>
      <p:sp>
        <p:nvSpPr>
          <p:cNvPr id="61"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62" name="PlaceHolder 2"/>
          <p:cNvSpPr>
            <a:spLocks noGrp="1"/>
          </p:cNvSpPr>
          <p:nvPr>
            <p:ph type="body"/>
          </p:nvPr>
        </p:nvSpPr>
        <p:spPr>
          <a:xfrm>
            <a:off x="50400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63" name="PlaceHolder 3"/>
          <p:cNvSpPr>
            <a:spLocks noGrp="1"/>
          </p:cNvSpPr>
          <p:nvPr>
            <p:ph type="body"/>
          </p:nvPr>
        </p:nvSpPr>
        <p:spPr>
          <a:xfrm>
            <a:off x="5152320" y="1769040"/>
            <a:ext cx="442620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64" name="PlaceHolder 4"/>
          <p:cNvSpPr>
            <a:spLocks noGrp="1"/>
          </p:cNvSpPr>
          <p:nvPr>
            <p:ph type="body"/>
          </p:nvPr>
        </p:nvSpPr>
        <p:spPr>
          <a:xfrm>
            <a:off x="504000" y="405900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70"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71"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72" name="PlaceHolder 2"/>
          <p:cNvSpPr>
            <a:spLocks noGrp="1"/>
          </p:cNvSpPr>
          <p:nvPr>
            <p:ph type="body"/>
          </p:nvPr>
        </p:nvSpPr>
        <p:spPr>
          <a:xfrm>
            <a:off x="50400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3" name="PlaceHolder 3"/>
          <p:cNvSpPr>
            <a:spLocks noGrp="1"/>
          </p:cNvSpPr>
          <p:nvPr>
            <p:ph type="body"/>
          </p:nvPr>
        </p:nvSpPr>
        <p:spPr>
          <a:xfrm>
            <a:off x="515232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4" name="PlaceHolder 4"/>
          <p:cNvSpPr>
            <a:spLocks noGrp="1"/>
          </p:cNvSpPr>
          <p:nvPr>
            <p:ph type="body"/>
          </p:nvPr>
        </p:nvSpPr>
        <p:spPr>
          <a:xfrm>
            <a:off x="504000" y="4059000"/>
            <a:ext cx="907092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80"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81"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82" name="PlaceHolder 2"/>
          <p:cNvSpPr>
            <a:spLocks noGrp="1"/>
          </p:cNvSpPr>
          <p:nvPr>
            <p:ph type="body"/>
          </p:nvPr>
        </p:nvSpPr>
        <p:spPr>
          <a:xfrm>
            <a:off x="504000" y="1769040"/>
            <a:ext cx="907092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83" name="PlaceHolder 3"/>
          <p:cNvSpPr>
            <a:spLocks noGrp="1"/>
          </p:cNvSpPr>
          <p:nvPr>
            <p:ph type="body"/>
          </p:nvPr>
        </p:nvSpPr>
        <p:spPr>
          <a:xfrm>
            <a:off x="504000" y="4059000"/>
            <a:ext cx="907092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88"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89"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90" name="PlaceHolder 2"/>
          <p:cNvSpPr>
            <a:spLocks noGrp="1"/>
          </p:cNvSpPr>
          <p:nvPr>
            <p:ph type="body"/>
          </p:nvPr>
        </p:nvSpPr>
        <p:spPr>
          <a:xfrm>
            <a:off x="50400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1" name="PlaceHolder 3"/>
          <p:cNvSpPr>
            <a:spLocks noGrp="1"/>
          </p:cNvSpPr>
          <p:nvPr>
            <p:ph type="body"/>
          </p:nvPr>
        </p:nvSpPr>
        <p:spPr>
          <a:xfrm>
            <a:off x="515232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2" name="PlaceHolder 4"/>
          <p:cNvSpPr>
            <a:spLocks noGrp="1"/>
          </p:cNvSpPr>
          <p:nvPr>
            <p:ph type="body"/>
          </p:nvPr>
        </p:nvSpPr>
        <p:spPr>
          <a:xfrm>
            <a:off x="504000" y="405900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3" name="PlaceHolder 5"/>
          <p:cNvSpPr>
            <a:spLocks noGrp="1"/>
          </p:cNvSpPr>
          <p:nvPr>
            <p:ph type="body"/>
          </p:nvPr>
        </p:nvSpPr>
        <p:spPr>
          <a:xfrm>
            <a:off x="5152320" y="405900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7" r:id="rId2"/>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00"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p:clrMap bg1="lt1" bg2="lt2" tx1="dk1" tx2="dk2" accent1="accent1" accent2="accent2" accent3="accent3" accent4="accent4" accent5="accent5" accent6="accent6" hlink="hlink" folHlink="folHlink"/>
  <p:sldLayoutIdLst>
    <p:sldLayoutId id="2147483679"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02"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04"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05"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06" name="PlaceHolder 2"/>
          <p:cNvSpPr>
            <a:spLocks noGrp="1"/>
          </p:cNvSpPr>
          <p:nvPr>
            <p:ph type="body"/>
          </p:nvPr>
        </p:nvSpPr>
        <p:spPr>
          <a:xfrm>
            <a:off x="504000" y="1769040"/>
            <a:ext cx="907092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3" r:id="rId2"/>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10"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11"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12" name="PlaceHolder 2"/>
          <p:cNvSpPr>
            <a:spLocks noGrp="1"/>
          </p:cNvSpPr>
          <p:nvPr>
            <p:ph type="body"/>
          </p:nvPr>
        </p:nvSpPr>
        <p:spPr>
          <a:xfrm>
            <a:off x="504000" y="1769040"/>
            <a:ext cx="907092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5"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16"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17"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18" name="PlaceHolder 2"/>
          <p:cNvSpPr>
            <a:spLocks noGrp="1"/>
          </p:cNvSpPr>
          <p:nvPr>
            <p:ph type="body"/>
          </p:nvPr>
        </p:nvSpPr>
        <p:spPr>
          <a:xfrm>
            <a:off x="504000" y="1769040"/>
            <a:ext cx="442620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19" name="PlaceHolder 3"/>
          <p:cNvSpPr>
            <a:spLocks noGrp="1"/>
          </p:cNvSpPr>
          <p:nvPr>
            <p:ph type="body"/>
          </p:nvPr>
        </p:nvSpPr>
        <p:spPr>
          <a:xfrm>
            <a:off x="5152320" y="1769040"/>
            <a:ext cx="442620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7" r:id="rId2"/>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24"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25"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9" r:id="rId2"/>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28"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p:clrMap bg1="lt1" bg2="lt2" tx1="dk1" tx2="dk2" accent1="accent1" accent2="accent2" accent3="accent3" accent4="accent4" accent5="accent5" accent6="accent6" hlink="hlink" folHlink="folHlink"/>
  <p:sldLayoutIdLst>
    <p:sldLayoutId id="2147483691" r:id="rId2"/>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0"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1"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2" name="PlaceHolder 2"/>
          <p:cNvSpPr>
            <a:spLocks noGrp="1"/>
          </p:cNvSpPr>
          <p:nvPr>
            <p:ph type="body"/>
          </p:nvPr>
        </p:nvSpPr>
        <p:spPr>
          <a:xfrm>
            <a:off x="50400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33" name="PlaceHolder 3"/>
          <p:cNvSpPr>
            <a:spLocks noGrp="1"/>
          </p:cNvSpPr>
          <p:nvPr>
            <p:ph type="body"/>
          </p:nvPr>
        </p:nvSpPr>
        <p:spPr>
          <a:xfrm>
            <a:off x="5152320" y="1769040"/>
            <a:ext cx="442620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34" name="PlaceHolder 4"/>
          <p:cNvSpPr>
            <a:spLocks noGrp="1"/>
          </p:cNvSpPr>
          <p:nvPr>
            <p:ph type="body"/>
          </p:nvPr>
        </p:nvSpPr>
        <p:spPr>
          <a:xfrm>
            <a:off x="504000" y="405900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3" r:id="rId2"/>
  </p:sldLayoutIdLst>
</p:sldMaster>
</file>

<file path=ppt/slideMasters/slideMaster2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CustomShape 1"/>
          <p:cNvSpPr/>
          <p:nvPr/>
        </p:nvSpPr>
        <p:spPr>
          <a:xfrm>
            <a:off x="0" y="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0" name="CustomShape 2"/>
          <p:cNvSpPr/>
          <p:nvPr/>
        </p:nvSpPr>
        <p:spPr>
          <a:xfrm>
            <a:off x="0" y="6620400"/>
            <a:ext cx="10076040" cy="9410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1"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42" name="PlaceHolder 2"/>
          <p:cNvSpPr>
            <a:spLocks noGrp="1"/>
          </p:cNvSpPr>
          <p:nvPr>
            <p:ph type="body"/>
          </p:nvPr>
        </p:nvSpPr>
        <p:spPr>
          <a:xfrm>
            <a:off x="504000" y="1769040"/>
            <a:ext cx="442620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3" name="PlaceHolder 3"/>
          <p:cNvSpPr>
            <a:spLocks noGrp="1"/>
          </p:cNvSpPr>
          <p:nvPr>
            <p:ph type="body"/>
          </p:nvPr>
        </p:nvSpPr>
        <p:spPr>
          <a:xfrm>
            <a:off x="5152320" y="176904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4" name="PlaceHolder 4"/>
          <p:cNvSpPr>
            <a:spLocks noGrp="1"/>
          </p:cNvSpPr>
          <p:nvPr>
            <p:ph type="body"/>
          </p:nvPr>
        </p:nvSpPr>
        <p:spPr>
          <a:xfrm>
            <a:off x="5152320" y="4059000"/>
            <a:ext cx="442620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5"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 name="TextShape 1"/>
          <p:cNvSpPr/>
          <p:nvPr/>
        </p:nvSpPr>
        <p:spPr>
          <a:xfrm>
            <a:off x="0" y="2341080"/>
            <a:ext cx="9070920" cy="126144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006699"/>
                </a:solidFill>
                <a:latin typeface="Arial"/>
                <a:ea typeface="DejaVu Sans"/>
              </a:rPr>
              <a:t>Kernel Core Dump</a:t>
            </a:r>
            <a:endParaRPr b="0" lang="en-US" sz="4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TextShape 1"/>
          <p:cNvSpPr/>
          <p:nvPr/>
        </p:nvSpPr>
        <p:spPr>
          <a:xfrm>
            <a:off x="504000" y="301320"/>
            <a:ext cx="9070920" cy="63684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ffffff"/>
                </a:solidFill>
                <a:latin typeface="Arial"/>
                <a:ea typeface="DejaVu Sans"/>
              </a:rPr>
              <a:t>Kernel Crash dump</a:t>
            </a:r>
            <a:endParaRPr b="0" lang="en-US" sz="4400" spc="-1" strike="noStrike">
              <a:solidFill>
                <a:srgbClr val="000000"/>
              </a:solidFill>
              <a:latin typeface="Arial"/>
            </a:endParaRPr>
          </a:p>
        </p:txBody>
      </p:sp>
      <p:sp>
        <p:nvSpPr>
          <p:cNvPr id="151" name="TextShape 2"/>
          <p:cNvSpPr/>
          <p:nvPr/>
        </p:nvSpPr>
        <p:spPr>
          <a:xfrm>
            <a:off x="144000" y="1080000"/>
            <a:ext cx="9863280" cy="4383720"/>
          </a:xfrm>
          <a:prstGeom prst="rect">
            <a:avLst/>
          </a:prstGeom>
          <a:noFill/>
          <a:ln w="0">
            <a:noFill/>
          </a:ln>
        </p:spPr>
        <p:style>
          <a:lnRef idx="0"/>
          <a:fillRef idx="0"/>
          <a:effectRef idx="0"/>
          <a:fontRef idx="minor"/>
        </p:style>
        <p:txBody>
          <a:bodyPr lIns="0" rIns="0" tIns="0" bIns="0" anchor="t">
            <a:noAutofit/>
          </a:bodyPr>
          <a:p>
            <a:pPr marL="432000" indent="-324000">
              <a:lnSpc>
                <a:spcPct val="100000"/>
              </a:lnSpc>
              <a:spcBef>
                <a:spcPts val="1417"/>
              </a:spcBef>
              <a:buClr>
                <a:srgbClr val="000000"/>
              </a:buClr>
              <a:buSzPct val="45000"/>
              <a:buFont typeface="Wingdings" charset="2"/>
              <a:buChar char=""/>
            </a:pPr>
            <a:r>
              <a:rPr b="0" lang="en-IN" sz="2000" spc="-1" strike="noStrike">
                <a:solidFill>
                  <a:srgbClr val="0066cc"/>
                </a:solidFill>
                <a:latin typeface="Arial"/>
                <a:ea typeface="DejaVu Sans"/>
              </a:rPr>
              <a:t>A ‘kernel crash dump’ refers to a portion of the contents of volatile memory (RAM) that is copied to disk whenever the execution of the kernel is disrupted. The following events can cause a kernel disruption:</a:t>
            </a:r>
            <a:endParaRPr b="0" lang="en-US" sz="20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IN" sz="2000" spc="-1" strike="noStrike">
                <a:solidFill>
                  <a:srgbClr val="0066cc"/>
                </a:solidFill>
                <a:latin typeface="Arial"/>
                <a:ea typeface="DejaVu Sans"/>
              </a:rPr>
              <a:t>Kernel panic</a:t>
            </a:r>
            <a:endParaRPr b="0" lang="en-US" sz="20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IN" sz="2000" spc="-1" strike="noStrike">
                <a:solidFill>
                  <a:srgbClr val="0066cc"/>
                </a:solidFill>
                <a:latin typeface="Arial"/>
                <a:ea typeface="DejaVu Sans"/>
              </a:rPr>
              <a:t>Non-maskable interrupts (NMI)</a:t>
            </a:r>
            <a:endParaRPr b="0" lang="en-US" sz="20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IN" sz="2000" spc="-1" strike="noStrike">
                <a:solidFill>
                  <a:srgbClr val="0066cc"/>
                </a:solidFill>
                <a:latin typeface="Arial"/>
                <a:ea typeface="DejaVu Sans"/>
              </a:rPr>
              <a:t>Machine check exceptions (MCE)</a:t>
            </a:r>
            <a:endParaRPr b="0" lang="en-US" sz="20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IN" sz="2000" spc="-1" strike="noStrike">
                <a:solidFill>
                  <a:srgbClr val="0066cc"/>
                </a:solidFill>
                <a:latin typeface="Arial"/>
                <a:ea typeface="DejaVu Sans"/>
              </a:rPr>
              <a:t>Hardware failure</a:t>
            </a:r>
            <a:endParaRPr b="0" lang="en-US" sz="20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IN" sz="2000" spc="-1" strike="noStrike">
                <a:solidFill>
                  <a:srgbClr val="0066cc"/>
                </a:solidFill>
                <a:latin typeface="Arial"/>
                <a:ea typeface="DejaVu Sans"/>
              </a:rPr>
              <a:t>Manual intervention</a:t>
            </a:r>
            <a:endParaRPr b="0" lang="en-US" sz="20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IN" sz="2000" spc="-1" strike="noStrike">
                <a:solidFill>
                  <a:srgbClr val="0066cc"/>
                </a:solidFill>
                <a:latin typeface="Arial"/>
                <a:ea typeface="DejaVu Sans"/>
              </a:rPr>
              <a:t>For some of these events (kernel panic, NMI) the kernel will react automatically and trigger the crash dump mechanism through kexec. In other situations a manual intervention is required in order to capture the memory. Whenever one of the above events occurs, it is important to find out the root cause in order to prevent it from happening again. The cause can be determined by inspecting the copied memory contents.</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TextShape 1"/>
          <p:cNvSpPr/>
          <p:nvPr/>
        </p:nvSpPr>
        <p:spPr>
          <a:xfrm>
            <a:off x="504000" y="301320"/>
            <a:ext cx="9070920" cy="636840"/>
          </a:xfrm>
          <a:prstGeom prst="rect">
            <a:avLst/>
          </a:prstGeom>
          <a:noFill/>
          <a:ln w="0">
            <a:noFill/>
          </a:ln>
        </p:spPr>
        <p:style>
          <a:lnRef idx="0"/>
          <a:fillRef idx="0"/>
          <a:effectRef idx="0"/>
          <a:fontRef idx="minor"/>
        </p:style>
        <p:txBody>
          <a:bodyPr lIns="0" rIns="0" tIns="0" bIns="0" anchor="ctr">
            <a:noAutofit/>
          </a:bodyPr>
          <a:p>
            <a:pPr algn="ctr">
              <a:lnSpc>
                <a:spcPct val="100000"/>
              </a:lnSpc>
            </a:pPr>
            <a:endParaRPr b="0" lang="en-IN" sz="4400" spc="-1" strike="noStrike">
              <a:solidFill>
                <a:srgbClr val="ffffff"/>
              </a:solidFill>
              <a:latin typeface="Arial"/>
              <a:ea typeface="DejaVu Sans"/>
            </a:endParaRPr>
          </a:p>
        </p:txBody>
      </p:sp>
      <p:sp>
        <p:nvSpPr>
          <p:cNvPr id="153" name="TextShape 2"/>
          <p:cNvSpPr/>
          <p:nvPr/>
        </p:nvSpPr>
        <p:spPr>
          <a:xfrm>
            <a:off x="72000" y="1152000"/>
            <a:ext cx="9734040" cy="6305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When a kernel panic occurs, the kernel relies on the “Kexec” mechanism to quickly reboot a new instance of the kernel in a pre-reserved section of memory that had been allocated when the system booted. This permits the existing memory area to remain untouched in order to safely copy its contents to storage.</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sudo apt install linux-crashdump </a:t>
            </a:r>
            <a:r>
              <a:rPr b="0" lang="en-IN" sz="1800" spc="-1" strike="noStrike">
                <a:solidFill>
                  <a:srgbClr val="000000"/>
                </a:solidFill>
                <a:latin typeface="Arial"/>
                <a:ea typeface="DejaVu Sans"/>
              </a:rPr>
              <a:t>(Kernel crash dump enabled by default)</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kdump-config show</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crashkernel=512M-2G:64M,2G-:128M</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This would mean: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1) if the RAM is smaller than 512M, then don't reserve anything</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(this is the "rescue" case)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2) if the RAM size is between 512M and 2G (exclusive), then reserve 64M</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3) if the RAM size is larger than 2G, then reserve 128M</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Boot the system kernel with the boot parameter "crashkernel=Y@X",</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where Y specifies how much memory to reserve for the dump-capture kernel</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and X specifies the beginning of this reserved memory. For example,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"crashkernel=64M@16M" tells the system kernel to reserve 64 MB of memory</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starting at physical address 0x01000000 (16MB) for the dump-capture kernel.</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TextShape 1"/>
          <p:cNvSpPr/>
          <p:nvPr/>
        </p:nvSpPr>
        <p:spPr>
          <a:xfrm>
            <a:off x="504000" y="301320"/>
            <a:ext cx="9070920" cy="63684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ffffff"/>
                </a:solidFill>
                <a:latin typeface="Arial"/>
                <a:ea typeface="DejaVu Sans"/>
              </a:rPr>
              <a:t>  </a:t>
            </a:r>
            <a:endParaRPr b="0" lang="en-US" sz="4400" spc="-1" strike="noStrike">
              <a:solidFill>
                <a:srgbClr val="000000"/>
              </a:solidFill>
              <a:latin typeface="Arial"/>
            </a:endParaRPr>
          </a:p>
        </p:txBody>
      </p:sp>
      <p:sp>
        <p:nvSpPr>
          <p:cNvPr id="155" name="TextShape 2"/>
          <p:cNvSpPr/>
          <p:nvPr/>
        </p:nvSpPr>
        <p:spPr>
          <a:xfrm>
            <a:off x="272880" y="1062000"/>
            <a:ext cx="1238400" cy="449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000" spc="-1" strike="noStrike">
                <a:solidFill>
                  <a:srgbClr val="000000"/>
                </a:solidFill>
                <a:latin typeface="Courier New"/>
                <a:ea typeface="Courier New"/>
              </a:rPr>
              <a:t>Kernel Panic</a:t>
            </a:r>
            <a:endParaRPr b="0" lang="en-US" sz="1000" spc="-1" strike="noStrike">
              <a:solidFill>
                <a:srgbClr val="000000"/>
              </a:solidFill>
              <a:latin typeface="Arial"/>
            </a:endParaRPr>
          </a:p>
        </p:txBody>
      </p:sp>
      <p:sp>
        <p:nvSpPr>
          <p:cNvPr id="156" name="TextShape 3"/>
          <p:cNvSpPr/>
          <p:nvPr/>
        </p:nvSpPr>
        <p:spPr>
          <a:xfrm>
            <a:off x="72000" y="1280880"/>
            <a:ext cx="9863280" cy="1522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000" spc="-1" strike="noStrike">
                <a:solidFill>
                  <a:srgbClr val="000000"/>
                </a:solidFill>
                <a:latin typeface="Courier New"/>
                <a:ea typeface="Courier New"/>
              </a:rPr>
              <a:t>If a hard lockup is detected and "NMI watchdog" is configured, the system will boot into the dump-capture kernel (die_nmi() ).</a:t>
            </a:r>
            <a:endParaRPr b="0" lang="en-US" sz="10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If die() is called, and it happens to be a thread with pid 0 or 1, or die() is called inside interrupt context or die() is called and panic_on_oops is set, the system will boot into the dump-capture kernel.</a:t>
            </a:r>
            <a:endParaRPr b="0" lang="en-US" sz="1000" spc="-1" strike="noStrike">
              <a:solidFill>
                <a:srgbClr val="000000"/>
              </a:solidFill>
              <a:latin typeface="Arial"/>
            </a:endParaRPr>
          </a:p>
          <a:p>
            <a:pPr>
              <a:lnSpc>
                <a:spcPct val="100000"/>
              </a:lnSpc>
            </a:pPr>
            <a:endParaRPr b="0" lang="en-US" sz="10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sudo sysctl -w kernel.sysrq=1</a:t>
            </a:r>
            <a:endParaRPr b="0" lang="en-US" sz="10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For testing purposes, you can trigger a crash by using "ALT-SysRq-c",</a:t>
            </a:r>
            <a:endParaRPr b="0" lang="en-US" sz="10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"echo c &gt; /proc/sysrq-trigger" or write a module to force the panic.</a:t>
            </a:r>
            <a:endParaRPr b="0" lang="en-US" sz="10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echo 1 &gt; /proc/sys/kernel/sysrq</a:t>
            </a:r>
            <a:endParaRPr b="0" lang="en-US" sz="1000" spc="-1" strike="noStrike">
              <a:solidFill>
                <a:srgbClr val="000000"/>
              </a:solidFill>
              <a:latin typeface="Arial"/>
            </a:endParaRPr>
          </a:p>
          <a:p>
            <a:pPr>
              <a:lnSpc>
                <a:spcPct val="100000"/>
              </a:lnSpc>
            </a:pPr>
            <a:endParaRPr b="0" lang="en-US" sz="10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sp>
        <p:nvSpPr>
          <p:cNvPr id="157" name="TextShape 4"/>
          <p:cNvSpPr/>
          <p:nvPr/>
        </p:nvSpPr>
        <p:spPr>
          <a:xfrm>
            <a:off x="69480" y="2736000"/>
            <a:ext cx="5437800" cy="13791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000" spc="-1" strike="noStrike">
                <a:solidFill>
                  <a:srgbClr val="000000"/>
                </a:solidFill>
                <a:latin typeface="Courier New"/>
                <a:ea typeface="Courier New"/>
              </a:rPr>
              <a:t>Write Out the Dump File</a:t>
            </a:r>
            <a:endParaRPr b="0" lang="en-US" sz="10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a:t>
            </a:r>
            <a:endParaRPr b="0" lang="en-US" sz="10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After the dump-capture kernel is booted, write out the dump file with</a:t>
            </a:r>
            <a:endParaRPr b="0" lang="en-US" sz="10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the following command:</a:t>
            </a:r>
            <a:endParaRPr b="0" lang="en-US" sz="10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   </a:t>
            </a:r>
            <a:r>
              <a:rPr b="0" lang="en-IN" sz="1000" spc="-1" strike="noStrike">
                <a:solidFill>
                  <a:srgbClr val="000000"/>
                </a:solidFill>
                <a:latin typeface="Courier New"/>
                <a:ea typeface="Courier New"/>
              </a:rPr>
              <a:t>cp /proc/vmcore &lt;dump-file&gt;</a:t>
            </a:r>
            <a:endParaRPr b="0" lang="en-US" sz="1000" spc="-1" strike="noStrike">
              <a:solidFill>
                <a:srgbClr val="000000"/>
              </a:solidFill>
              <a:latin typeface="Arial"/>
            </a:endParaRPr>
          </a:p>
          <a:p>
            <a:pPr>
              <a:lnSpc>
                <a:spcPct val="100000"/>
              </a:lnSpc>
            </a:pPr>
            <a:endParaRPr b="0" lang="en-US" sz="10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cat /proc/sys/kernel/tainted</a:t>
            </a:r>
            <a:endParaRPr b="0" lang="en-US" sz="1000" spc="-1" strike="noStrike">
              <a:solidFill>
                <a:srgbClr val="000000"/>
              </a:solidFill>
              <a:latin typeface="Arial"/>
            </a:endParaRPr>
          </a:p>
          <a:p>
            <a:pPr>
              <a:lnSpc>
                <a:spcPct val="100000"/>
              </a:lnSpc>
            </a:pPr>
            <a:endParaRPr b="0" lang="en-US" sz="10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pic>
        <p:nvPicPr>
          <p:cNvPr id="158" name="" descr=""/>
          <p:cNvPicPr/>
          <p:nvPr/>
        </p:nvPicPr>
        <p:blipFill>
          <a:blip r:embed="rId1"/>
          <a:stretch/>
        </p:blipFill>
        <p:spPr>
          <a:xfrm>
            <a:off x="5944320" y="1656000"/>
            <a:ext cx="3846960" cy="2380320"/>
          </a:xfrm>
          <a:prstGeom prst="rect">
            <a:avLst/>
          </a:prstGeom>
          <a:ln w="0">
            <a:noFill/>
          </a:ln>
        </p:spPr>
      </p:pic>
      <p:sp>
        <p:nvSpPr>
          <p:cNvPr id="159" name="TextShape 5"/>
          <p:cNvSpPr/>
          <p:nvPr/>
        </p:nvSpPr>
        <p:spPr>
          <a:xfrm>
            <a:off x="144000" y="6957720"/>
            <a:ext cx="4175280" cy="601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-&gt; Execute Kernel Crash Program</a:t>
            </a:r>
            <a:endParaRPr b="0" lang="en-US" sz="1800" spc="-1" strike="noStrike">
              <a:solidFill>
                <a:srgbClr val="000000"/>
              </a:solidFill>
              <a:latin typeface="Arial"/>
            </a:endParaRPr>
          </a:p>
        </p:txBody>
      </p:sp>
      <p:sp>
        <p:nvSpPr>
          <p:cNvPr id="160" name="TextShape 6"/>
          <p:cNvSpPr/>
          <p:nvPr/>
        </p:nvSpPr>
        <p:spPr>
          <a:xfrm>
            <a:off x="360000" y="4189320"/>
            <a:ext cx="2219040" cy="345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CONFIG_KEXEC=y</a:t>
            </a:r>
            <a:endParaRPr b="0" lang="en-US" sz="1800" spc="-1" strike="noStrike">
              <a:solidFill>
                <a:srgbClr val="000000"/>
              </a:solidFill>
              <a:latin typeface="Arial"/>
            </a:endParaRPr>
          </a:p>
        </p:txBody>
      </p:sp>
      <p:sp>
        <p:nvSpPr>
          <p:cNvPr id="161" name="TextShape 7"/>
          <p:cNvSpPr/>
          <p:nvPr/>
        </p:nvSpPr>
        <p:spPr>
          <a:xfrm>
            <a:off x="413280" y="5269320"/>
            <a:ext cx="3042000" cy="345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CONFIG_CRASH_DUMP=y</a:t>
            </a:r>
            <a:endParaRPr b="0" lang="en-US" sz="1800" spc="-1" strike="noStrike">
              <a:solidFill>
                <a:srgbClr val="000000"/>
              </a:solidFill>
              <a:latin typeface="Arial"/>
            </a:endParaRPr>
          </a:p>
        </p:txBody>
      </p:sp>
      <p:sp>
        <p:nvSpPr>
          <p:cNvPr id="162" name="TextShape 8"/>
          <p:cNvSpPr/>
          <p:nvPr/>
        </p:nvSpPr>
        <p:spPr>
          <a:xfrm>
            <a:off x="365040" y="4680000"/>
            <a:ext cx="3234240" cy="345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CONFIG_PROC_VMCORE=y</a:t>
            </a:r>
            <a:endParaRPr b="0" lang="en-US" sz="1800" spc="-1" strike="noStrike">
              <a:solidFill>
                <a:srgbClr val="000000"/>
              </a:solidFill>
              <a:latin typeface="Arial"/>
            </a:endParaRPr>
          </a:p>
        </p:txBody>
      </p:sp>
      <p:sp>
        <p:nvSpPr>
          <p:cNvPr id="163" name="TextShape 9"/>
          <p:cNvSpPr/>
          <p:nvPr/>
        </p:nvSpPr>
        <p:spPr>
          <a:xfrm>
            <a:off x="504000" y="5832000"/>
            <a:ext cx="2930760" cy="345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CONFIG_DEBUG_INFO=y</a:t>
            </a:r>
            <a:endParaRPr b="0" lang="en-US" sz="1800" spc="-1" strike="noStrike">
              <a:solidFill>
                <a:srgbClr val="000000"/>
              </a:solidFill>
              <a:latin typeface="Arial"/>
            </a:endParaRPr>
          </a:p>
        </p:txBody>
      </p:sp>
      <p:sp>
        <p:nvSpPr>
          <p:cNvPr id="164" name="TextShape 10"/>
          <p:cNvSpPr/>
          <p:nvPr/>
        </p:nvSpPr>
        <p:spPr>
          <a:xfrm>
            <a:off x="288000" y="6341760"/>
            <a:ext cx="6747840" cy="857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Crash commands bt – backtrace, log, ps, exit</a:t>
            </a:r>
            <a:endParaRPr b="0" lang="en-US" sz="1800" spc="-1" strike="noStrike">
              <a:solidFill>
                <a:srgbClr val="000000"/>
              </a:solidFill>
              <a:latin typeface="Arial"/>
            </a:endParaRPr>
          </a:p>
        </p:txBody>
      </p:sp>
      <p:sp>
        <p:nvSpPr>
          <p:cNvPr id="165" name="TextShape 11"/>
          <p:cNvSpPr/>
          <p:nvPr/>
        </p:nvSpPr>
        <p:spPr>
          <a:xfrm>
            <a:off x="6120000" y="4053960"/>
            <a:ext cx="3321720" cy="2137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MEMORY: 128MB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PANIC: "Oops: 0002"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PID:1696</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COMMAND:"insmod"</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
        <p:nvSpPr>
          <p:cNvPr id="166" name="TextShape 12"/>
          <p:cNvSpPr/>
          <p:nvPr/>
        </p:nvSpPr>
        <p:spPr>
          <a:xfrm>
            <a:off x="4608000" y="5445360"/>
            <a:ext cx="5466600" cy="601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0002 (dec) → 0010 (binary) → Not instruction fetch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Kernel mode | Write |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r>
              <a:rPr b="1" lang="en-US" sz="2800" spc="-1" strike="noStrike">
                <a:solidFill>
                  <a:srgbClr val="000000"/>
                </a:solidFill>
                <a:latin typeface="Arial"/>
              </a:rPr>
              <a:t>Step-Step process for kernel panic capture</a:t>
            </a:r>
            <a:endParaRPr b="1" lang="en-US" sz="2800" spc="-1" strike="noStrike">
              <a:solidFill>
                <a:srgbClr val="000000"/>
              </a:solidFill>
              <a:latin typeface="Arial"/>
            </a:endParaRPr>
          </a:p>
        </p:txBody>
      </p:sp>
      <p:sp>
        <p:nvSpPr>
          <p:cNvPr id="168" name=""/>
          <p:cNvSpPr txBox="1"/>
          <p:nvPr/>
        </p:nvSpPr>
        <p:spPr>
          <a:xfrm>
            <a:off x="0" y="1143000"/>
            <a:ext cx="10129320" cy="7067520"/>
          </a:xfrm>
          <a:prstGeom prst="rect">
            <a:avLst/>
          </a:prstGeom>
          <a:noFill/>
          <a:ln w="0">
            <a:noFill/>
          </a:ln>
        </p:spPr>
        <p:txBody>
          <a:bodyPr lIns="90000" rIns="90000" tIns="45000" bIns="45000" anchor="t">
            <a:noAutofit/>
          </a:bodyPr>
          <a:p>
            <a:r>
              <a:rPr b="1" lang="en-US" sz="1400" spc="-1" strike="noStrike">
                <a:solidFill>
                  <a:srgbClr val="000000"/>
                </a:solidFill>
                <a:latin typeface="Arial"/>
              </a:rPr>
              <a:t>Step-0: Pre-crash Preparation</a:t>
            </a:r>
            <a:br>
              <a:rPr sz="1400"/>
            </a:br>
            <a:br>
              <a:rPr sz="1400"/>
            </a:br>
            <a:r>
              <a:rPr b="0" lang="en-US" sz="1400" spc="-1" strike="noStrike">
                <a:solidFill>
                  <a:srgbClr val="000000"/>
                </a:solidFill>
                <a:latin typeface="Arial"/>
              </a:rPr>
              <a:t>Before any crash occurs, kexec and kdump are enabled on the system. A special dump-capture kernel is preloaded into a reserved portion of memory using the crashkernel boot parameter. This reserved memory is isolated and remains untouched during normal system operation.</a:t>
            </a:r>
            <a:br>
              <a:rPr sz="1400"/>
            </a:br>
            <a:r>
              <a:rPr b="0" lang="en-US" sz="1400" spc="-1" strike="noStrike">
                <a:solidFill>
                  <a:srgbClr val="000000"/>
                </a:solidFill>
                <a:latin typeface="Arial"/>
              </a:rPr>
              <a:t>kexec is enabled → Allows booting new kernel without going through BIOS/UEFI</a:t>
            </a:r>
            <a:br>
              <a:rPr sz="1400"/>
            </a:br>
            <a:r>
              <a:rPr b="0" lang="en-US" sz="1400" spc="-1" strike="noStrike">
                <a:solidFill>
                  <a:srgbClr val="000000"/>
                </a:solidFill>
                <a:latin typeface="Arial"/>
              </a:rPr>
              <a:t>kdump service is running → crashkernel= (That memory never touched by running kernel)</a:t>
            </a:r>
            <a:br>
              <a:rPr sz="1400"/>
            </a:br>
            <a:br>
              <a:rPr sz="1400"/>
            </a:br>
            <a:br>
              <a:rPr sz="1400"/>
            </a:br>
            <a:r>
              <a:rPr b="1" lang="en-US" sz="1400" spc="-1" strike="noStrike">
                <a:solidFill>
                  <a:srgbClr val="000000"/>
                </a:solidFill>
                <a:latin typeface="Arial"/>
              </a:rPr>
              <a:t>Step-1: Kernel Panic Occurs</a:t>
            </a:r>
            <a:br>
              <a:rPr sz="1400"/>
            </a:br>
            <a:br>
              <a:rPr sz="1400"/>
            </a:br>
            <a:r>
              <a:rPr b="0" lang="en-US" sz="1400" spc="-1" strike="noStrike">
                <a:solidFill>
                  <a:srgbClr val="000000"/>
                </a:solidFill>
                <a:latin typeface="Arial"/>
              </a:rPr>
              <a:t>A fatal error such as a hardware failure, driver bug, or memory corruption causes the running kernel to panic. The kernel determines it cannot continue safe execution and stops normal processing.</a:t>
            </a:r>
            <a:br>
              <a:rPr sz="1400"/>
            </a:br>
            <a:br>
              <a:rPr sz="1400"/>
            </a:br>
            <a:br>
              <a:rPr sz="1400"/>
            </a:br>
            <a:r>
              <a:rPr b="1" lang="en-US" sz="1400" spc="-1" strike="noStrike">
                <a:solidFill>
                  <a:srgbClr val="000000"/>
                </a:solidFill>
                <a:latin typeface="Arial"/>
              </a:rPr>
              <a:t>Step-2: Panic Handler Activates kdump</a:t>
            </a:r>
            <a:br>
              <a:rPr sz="1400"/>
            </a:br>
            <a:br>
              <a:rPr sz="1400"/>
            </a:br>
            <a:r>
              <a:rPr b="0" lang="en-US" sz="1400" spc="-1" strike="noStrike">
                <a:solidFill>
                  <a:srgbClr val="000000"/>
                </a:solidFill>
                <a:latin typeface="Arial"/>
              </a:rPr>
              <a:t>The kernel panic handler takes control. All CPUs are stopped, interrupts are disabled, and normal shutdown procedures are skipped. Since kdump is enabled, the kernel prepares to collect crash data instead of rebooting normally.</a:t>
            </a:r>
            <a:endParaRPr b="0" lang="en-US" sz="1400" spc="-1" strike="noStrike">
              <a:solidFill>
                <a:srgbClr val="000000"/>
              </a:solidFill>
              <a:latin typeface="Arial"/>
            </a:endParaRPr>
          </a:p>
          <a:p>
            <a:r>
              <a:rPr b="1" lang="en-US" sz="1400" spc="-1" strike="noStrike">
                <a:solidFill>
                  <a:srgbClr val="000000"/>
                </a:solidFill>
                <a:latin typeface="Arial"/>
              </a:rPr>
              <a:t>Step-3: kexec Switches to Dump-Capture Kernel</a:t>
            </a:r>
            <a:endParaRPr b="0" lang="en-US" sz="1400" spc="-1" strike="noStrike">
              <a:solidFill>
                <a:srgbClr val="000000"/>
              </a:solidFill>
              <a:latin typeface="Arial"/>
            </a:endParaRPr>
          </a:p>
          <a:p>
            <a:r>
              <a:rPr b="0" lang="en-US" sz="1400" spc="-1" strike="noStrike">
                <a:solidFill>
                  <a:srgbClr val="000000"/>
                </a:solidFill>
                <a:latin typeface="Arial"/>
              </a:rPr>
              <a:t>Using kexec, the system jumps directly to the preloaded dump-capture kernel without rebooting through BIOS or UEFI. This preserves the system’s memory so the crash data remains intact. After the system boots normally, administrators analyze the saved vmcore file using debugging tools such as crash and vmlinux to determine the root cause of the kernel panic.</a:t>
            </a:r>
            <a:endParaRPr b="0" lang="en-US" sz="1400" spc="-1" strike="noStrike">
              <a:solidFill>
                <a:srgbClr val="000000"/>
              </a:solidFill>
              <a:latin typeface="Arial"/>
            </a:endParaRPr>
          </a:p>
          <a:p>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PlaceHolder 1"/>
          <p:cNvSpPr>
            <a:spLocks noGrp="1"/>
          </p:cNvSpPr>
          <p:nvPr>
            <p:ph type="title"/>
          </p:nvPr>
        </p:nvSpPr>
        <p:spPr>
          <a:xfrm>
            <a:off x="504000" y="301320"/>
            <a:ext cx="9070920" cy="6368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0" name=""/>
          <p:cNvSpPr txBox="1"/>
          <p:nvPr/>
        </p:nvSpPr>
        <p:spPr>
          <a:xfrm>
            <a:off x="30960" y="1371600"/>
            <a:ext cx="10256040" cy="4086720"/>
          </a:xfrm>
          <a:prstGeom prst="rect">
            <a:avLst/>
          </a:prstGeom>
          <a:noFill/>
          <a:ln w="0">
            <a:noFill/>
          </a:ln>
        </p:spPr>
        <p:txBody>
          <a:bodyPr lIns="90000" rIns="90000" tIns="45000" bIns="45000" anchor="t">
            <a:noAutofit/>
          </a:bodyPr>
          <a:p>
            <a:r>
              <a:rPr b="1" lang="en-US" sz="1400" spc="-1" strike="noStrike">
                <a:solidFill>
                  <a:srgbClr val="000000"/>
                </a:solidFill>
                <a:latin typeface="Arial"/>
              </a:rPr>
              <a:t>Step-4: Dump-Capture Kernel Boots</a:t>
            </a:r>
            <a:endParaRPr b="0" lang="en-US" sz="1400" spc="-1" strike="noStrike">
              <a:solidFill>
                <a:srgbClr val="000000"/>
              </a:solidFill>
              <a:latin typeface="Arial"/>
            </a:endParaRPr>
          </a:p>
          <a:p>
            <a:r>
              <a:rPr b="0" lang="en-US" sz="1400" spc="-1" strike="noStrike">
                <a:solidFill>
                  <a:srgbClr val="000000"/>
                </a:solidFill>
                <a:latin typeface="Arial"/>
              </a:rPr>
              <a:t>The dump-capture kernel boots with minimal drivers and services. It does not use or overwrite the crashed kernel’s memory and runs only what is necessary to save the crash dump. Often uses initramfs</a:t>
            </a:r>
            <a:endParaRPr b="0" lang="en-US" sz="1400" spc="-1" strike="noStrike">
              <a:solidFill>
                <a:srgbClr val="000000"/>
              </a:solidFill>
              <a:latin typeface="Arial"/>
            </a:endParaRPr>
          </a:p>
          <a:p>
            <a:endParaRPr b="0" lang="en-US" sz="1400" spc="-1" strike="noStrike">
              <a:solidFill>
                <a:srgbClr val="000000"/>
              </a:solidFill>
              <a:latin typeface="Arial"/>
            </a:endParaRPr>
          </a:p>
          <a:p>
            <a:r>
              <a:rPr b="1" lang="en-US" sz="1400" spc="-1" strike="noStrike">
                <a:solidFill>
                  <a:srgbClr val="000000"/>
                </a:solidFill>
                <a:latin typeface="Arial"/>
              </a:rPr>
              <a:t>Step-5: Crashed Kernel Memory Exposed as /proc/vmcore</a:t>
            </a:r>
            <a:endParaRPr b="0" lang="en-US" sz="1400" spc="-1" strike="noStrike">
              <a:solidFill>
                <a:srgbClr val="000000"/>
              </a:solidFill>
              <a:latin typeface="Arial"/>
            </a:endParaRPr>
          </a:p>
          <a:p>
            <a:r>
              <a:rPr b="0" lang="en-US" sz="1400" spc="-1" strike="noStrike">
                <a:solidFill>
                  <a:srgbClr val="000000"/>
                </a:solidFill>
                <a:latin typeface="Arial"/>
              </a:rPr>
              <a:t>The memory image of the crashed kernel is made available as a virtual file named /proc/vmcore. This file contains the full crash information, including kernel state and memory contents.</a:t>
            </a:r>
            <a:endParaRPr b="0" lang="en-US" sz="1400" spc="-1" strike="noStrike">
              <a:solidFill>
                <a:srgbClr val="000000"/>
              </a:solidFill>
              <a:latin typeface="Arial"/>
            </a:endParaRPr>
          </a:p>
          <a:p>
            <a:endParaRPr b="0" lang="en-US" sz="1400" spc="-1" strike="noStrike">
              <a:solidFill>
                <a:srgbClr val="000000"/>
              </a:solidFill>
              <a:latin typeface="Arial"/>
            </a:endParaRPr>
          </a:p>
          <a:p>
            <a:r>
              <a:rPr b="1" lang="en-US" sz="1400" spc="-1" strike="noStrike">
                <a:solidFill>
                  <a:srgbClr val="000000"/>
                </a:solidFill>
                <a:latin typeface="Arial"/>
              </a:rPr>
              <a:t>Step-6: Saving the Crash Dump</a:t>
            </a:r>
            <a:endParaRPr b="0" lang="en-US" sz="1400" spc="-1" strike="noStrike">
              <a:solidFill>
                <a:srgbClr val="000000"/>
              </a:solidFill>
              <a:latin typeface="Arial"/>
            </a:endParaRPr>
          </a:p>
          <a:p>
            <a:r>
              <a:rPr b="0" lang="en-US" sz="1400" spc="-1" strike="noStrike">
                <a:solidFill>
                  <a:srgbClr val="000000"/>
                </a:solidFill>
                <a:latin typeface="Arial"/>
              </a:rPr>
              <a:t>The dump-capture kernel copies /proc/vmcore to a persistent storage location such as /var/crash, NFS, or a remote system. Tools like cp or makedumpfile are used to save the dump file.</a:t>
            </a:r>
            <a:endParaRPr b="0" lang="en-US" sz="1400" spc="-1" strike="noStrike">
              <a:solidFill>
                <a:srgbClr val="000000"/>
              </a:solidFill>
              <a:latin typeface="Arial"/>
            </a:endParaRPr>
          </a:p>
          <a:p>
            <a:endParaRPr b="0" lang="en-US" sz="1400" spc="-1" strike="noStrike">
              <a:solidFill>
                <a:srgbClr val="000000"/>
              </a:solidFill>
              <a:latin typeface="Arial"/>
            </a:endParaRPr>
          </a:p>
          <a:p>
            <a:r>
              <a:rPr b="1" lang="en-US" sz="1400" spc="-1" strike="noStrike">
                <a:solidFill>
                  <a:srgbClr val="000000"/>
                </a:solidFill>
                <a:latin typeface="Arial"/>
              </a:rPr>
              <a:t>Step-7: Dump Completion</a:t>
            </a:r>
            <a:endParaRPr b="0" lang="en-US" sz="1400" spc="-1" strike="noStrike">
              <a:solidFill>
                <a:srgbClr val="000000"/>
              </a:solidFill>
              <a:latin typeface="Arial"/>
            </a:endParaRPr>
          </a:p>
          <a:p>
            <a:r>
              <a:rPr b="0" lang="en-US" sz="1400" spc="-1" strike="noStrike">
                <a:solidFill>
                  <a:srgbClr val="000000"/>
                </a:solidFill>
                <a:latin typeface="Arial"/>
              </a:rPr>
              <a:t>Once the crash dump is successfully written, the dump-capture kernel reports completion. The dump is now safely stored for later analysis.</a:t>
            </a:r>
            <a:endParaRPr b="0" lang="en-US" sz="1400" spc="-1" strike="noStrike">
              <a:solidFill>
                <a:srgbClr val="000000"/>
              </a:solidFill>
              <a:latin typeface="Arial"/>
            </a:endParaRPr>
          </a:p>
          <a:p>
            <a:endParaRPr b="0" lang="en-US" sz="1400" spc="-1" strike="noStrike">
              <a:solidFill>
                <a:srgbClr val="000000"/>
              </a:solidFill>
              <a:latin typeface="Arial"/>
            </a:endParaRPr>
          </a:p>
          <a:p>
            <a:r>
              <a:rPr b="1" lang="en-US" sz="1400" spc="-1" strike="noStrike">
                <a:solidFill>
                  <a:srgbClr val="000000"/>
                </a:solidFill>
                <a:latin typeface="Arial"/>
              </a:rPr>
              <a:t>Step-8: System Reboot or Shutdown</a:t>
            </a:r>
            <a:endParaRPr b="0" lang="en-US" sz="1400" spc="-1" strike="noStrike">
              <a:solidFill>
                <a:srgbClr val="000000"/>
              </a:solidFill>
              <a:latin typeface="Arial"/>
            </a:endParaRPr>
          </a:p>
          <a:p>
            <a:r>
              <a:rPr b="0" lang="en-US" sz="1400" spc="-1" strike="noStrike">
                <a:solidFill>
                  <a:srgbClr val="000000"/>
                </a:solidFill>
                <a:latin typeface="Arial"/>
              </a:rPr>
              <a:t>After saving the dump, the system either reboots automatically or powers off, depending on the configuration.</a:t>
            </a:r>
            <a:endParaRPr b="0" lang="en-US" sz="1400" spc="-1" strike="noStrike">
              <a:solidFill>
                <a:srgbClr val="000000"/>
              </a:solidFill>
              <a:latin typeface="Arial"/>
            </a:endParaRPr>
          </a:p>
          <a:p>
            <a:endParaRPr b="0" lang="en-US" sz="1400" spc="-1" strike="noStrike">
              <a:solidFill>
                <a:srgbClr val="000000"/>
              </a:solidFill>
              <a:latin typeface="Arial"/>
            </a:endParaRPr>
          </a:p>
          <a:p>
            <a:r>
              <a:rPr b="1" lang="en-US" sz="1400" spc="-1" strike="noStrike">
                <a:solidFill>
                  <a:srgbClr val="000000"/>
                </a:solidFill>
                <a:latin typeface="Arial"/>
              </a:rPr>
              <a:t>Step-9: Post-Crash Analysis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TextShape 1"/>
          <p:cNvSpPr/>
          <p:nvPr/>
        </p:nvSpPr>
        <p:spPr>
          <a:xfrm>
            <a:off x="504000" y="301320"/>
            <a:ext cx="9070920" cy="636840"/>
          </a:xfrm>
          <a:prstGeom prst="rect">
            <a:avLst/>
          </a:prstGeom>
          <a:noFill/>
          <a:ln w="0">
            <a:noFill/>
          </a:ln>
        </p:spPr>
        <p:style>
          <a:lnRef idx="0"/>
          <a:fillRef idx="0"/>
          <a:effectRef idx="0"/>
          <a:fontRef idx="minor"/>
        </p:style>
        <p:txBody>
          <a:bodyPr lIns="0" rIns="0" tIns="0" bIns="0" anchor="ctr">
            <a:noAutofit/>
          </a:bodyPr>
          <a:p>
            <a:pPr algn="ctr">
              <a:lnSpc>
                <a:spcPct val="100000"/>
              </a:lnSpc>
            </a:pPr>
            <a:endParaRPr b="0" lang="en-IN" sz="4400" spc="-1" strike="noStrike">
              <a:solidFill>
                <a:srgbClr val="ffffff"/>
              </a:solidFill>
              <a:latin typeface="Arial"/>
              <a:ea typeface="DejaVu Sans"/>
            </a:endParaRPr>
          </a:p>
        </p:txBody>
      </p:sp>
      <p:sp>
        <p:nvSpPr>
          <p:cNvPr id="172" name="TextShape 2"/>
          <p:cNvSpPr/>
          <p:nvPr/>
        </p:nvSpPr>
        <p:spPr>
          <a:xfrm>
            <a:off x="432000" y="4248000"/>
            <a:ext cx="8840880" cy="13698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[57308.205667] BUG: kernel NULL pointer dereference, address: 0000000000000000</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[57308.205670] #PF: supervisor write access in kernel mode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[57308.205673] #PF: error_code(0x0002) - not-present page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[57308.205676] PGD 0 P4D 0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[57308.205681] Oops: 0002 [#1] SMP NOPTI</a:t>
            </a:r>
            <a:endParaRPr b="0" lang="en-US" sz="1800" spc="-1" strike="noStrike">
              <a:solidFill>
                <a:srgbClr val="000000"/>
              </a:solidFill>
              <a:latin typeface="Arial"/>
            </a:endParaRPr>
          </a:p>
        </p:txBody>
      </p:sp>
      <p:sp>
        <p:nvSpPr>
          <p:cNvPr id="173" name="TextShape 3"/>
          <p:cNvSpPr/>
          <p:nvPr/>
        </p:nvSpPr>
        <p:spPr>
          <a:xfrm>
            <a:off x="504000" y="5760000"/>
            <a:ext cx="1943280" cy="231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000" spc="-1" strike="noStrike">
                <a:solidFill>
                  <a:srgbClr val="000000"/>
                </a:solidFill>
                <a:latin typeface="Arial"/>
                <a:ea typeface="DejaVu Sans"/>
              </a:rPr>
              <a:t>objdump -d -S null-pointer.ko</a:t>
            </a:r>
            <a:endParaRPr b="0" lang="en-US" sz="1000" spc="-1" strike="noStrike">
              <a:solidFill>
                <a:srgbClr val="000000"/>
              </a:solidFill>
              <a:latin typeface="Arial"/>
            </a:endParaRPr>
          </a:p>
        </p:txBody>
      </p:sp>
      <p:sp>
        <p:nvSpPr>
          <p:cNvPr id="174" name="TextShape 4"/>
          <p:cNvSpPr/>
          <p:nvPr/>
        </p:nvSpPr>
        <p:spPr>
          <a:xfrm>
            <a:off x="1484280" y="1381320"/>
            <a:ext cx="3987000" cy="345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0010:khello_init+0x3b/0x1000 [khello]</a:t>
            </a:r>
            <a:endParaRPr b="0" lang="en-US" sz="1800" spc="-1" strike="noStrike">
              <a:solidFill>
                <a:srgbClr val="000000"/>
              </a:solidFill>
              <a:latin typeface="Arial"/>
            </a:endParaRPr>
          </a:p>
        </p:txBody>
      </p:sp>
      <p:pic>
        <p:nvPicPr>
          <p:cNvPr id="175" name="" descr=""/>
          <p:cNvPicPr/>
          <p:nvPr/>
        </p:nvPicPr>
        <p:blipFill>
          <a:blip r:embed="rId1"/>
          <a:stretch/>
        </p:blipFill>
        <p:spPr>
          <a:xfrm>
            <a:off x="360000" y="2160000"/>
            <a:ext cx="9431280" cy="143064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1075</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2023-04-23T21:45:53Z</dcterms:created>
  <dc:creator/>
  <dc:description/>
  <dc:language>en-IN</dc:language>
  <cp:lastModifiedBy/>
  <dcterms:modified xsi:type="dcterms:W3CDTF">2026-01-23T12:02:50Z</dcterms:modified>
  <cp:revision>31</cp:revision>
  <dc:subject/>
  <dc:title>Blue Curve</dc:title>
</cp:coreProperties>
</file>

<file path=docProps/custom.xml><?xml version="1.0" encoding="utf-8"?>
<Properties xmlns="http://schemas.openxmlformats.org/officeDocument/2006/custom-properties" xmlns:vt="http://schemas.openxmlformats.org/officeDocument/2006/docPropsVTypes"/>
</file>