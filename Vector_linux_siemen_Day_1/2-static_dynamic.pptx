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media/image1.png" ContentType="image/png"/>
  <Override PartName="/ppt/presProps.xml" ContentType="application/vnd.openxmlformats-officedocument.presentationml.presProps+xml"/>
  <Override PartName="/ppt/slides/slide1.xml" ContentType="application/vnd.openxmlformats-officedocument.presentationml.slide+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7" name="PlaceHolder 2"/>
          <p:cNvSpPr>
            <a:spLocks noGrp="1"/>
          </p:cNvSpPr>
          <p:nvPr>
            <p:ph type="subTitle"/>
          </p:nvPr>
        </p:nvSpPr>
        <p:spPr>
          <a:xfrm>
            <a:off x="504000" y="1326600"/>
            <a:ext cx="9072000" cy="328860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9"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1"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endParaRPr b="0" lang="en-IN" sz="3200" spc="-1" strike="noStrike">
              <a:latin typeface="Arial"/>
            </a:endParaRPr>
          </a:p>
        </p:txBody>
      </p:sp>
      <p:sp>
        <p:nvSpPr>
          <p:cNvPr id="12"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504000" y="226080"/>
            <a:ext cx="9072000" cy="438840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6"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endParaRPr b="0" lang="en-IN" sz="3200" spc="-1" strike="noStrike">
              <a:latin typeface="Arial"/>
            </a:endParaRPr>
          </a:p>
        </p:txBody>
      </p:sp>
      <p:sp>
        <p:nvSpPr>
          <p:cNvPr id="17"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endParaRPr b="0" lang="en-IN" sz="3200" spc="-1" strike="noStrike">
              <a:latin typeface="Arial"/>
            </a:endParaRPr>
          </a:p>
        </p:txBody>
      </p:sp>
      <p:sp>
        <p:nvSpPr>
          <p:cNvPr id="18"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0"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endParaRPr b="0" lang="en-IN" sz="3200" spc="-1" strike="noStrike">
              <a:latin typeface="Arial"/>
            </a:endParaRPr>
          </a:p>
        </p:txBody>
      </p:sp>
      <p:sp>
        <p:nvSpPr>
          <p:cNvPr id="21"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endParaRPr b="0" lang="en-IN" sz="3200" spc="-1" strike="noStrike">
              <a:latin typeface="Arial"/>
            </a:endParaRPr>
          </a:p>
        </p:txBody>
      </p:sp>
      <p:sp>
        <p:nvSpPr>
          <p:cNvPr id="22" name="PlaceHolder 4"/>
          <p:cNvSpPr>
            <a:spLocks noGrp="1"/>
          </p:cNvSpPr>
          <p:nvPr>
            <p:ph/>
          </p:nvPr>
        </p:nvSpPr>
        <p:spPr>
          <a:xfrm>
            <a:off x="5152680" y="3044520"/>
            <a:ext cx="4426920" cy="156852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4"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endParaRPr b="0" lang="en-IN" sz="3200" spc="-1" strike="noStrike">
              <a:latin typeface="Arial"/>
            </a:endParaRPr>
          </a:p>
        </p:txBody>
      </p:sp>
      <p:sp>
        <p:nvSpPr>
          <p:cNvPr id="25"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endParaRPr b="0" lang="en-IN" sz="3200" spc="-1" strike="noStrike">
              <a:latin typeface="Arial"/>
            </a:endParaRPr>
          </a:p>
        </p:txBody>
      </p:sp>
      <p:sp>
        <p:nvSpPr>
          <p:cNvPr id="26" name="PlaceHolder 4"/>
          <p:cNvSpPr>
            <a:spLocks noGrp="1"/>
          </p:cNvSpPr>
          <p:nvPr>
            <p:ph/>
          </p:nvPr>
        </p:nvSpPr>
        <p:spPr>
          <a:xfrm>
            <a:off x="504000" y="3044520"/>
            <a:ext cx="9072000" cy="156852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8" name="PlaceHolder 2"/>
          <p:cNvSpPr>
            <a:spLocks noGrp="1"/>
          </p:cNvSpPr>
          <p:nvPr>
            <p:ph/>
          </p:nvPr>
        </p:nvSpPr>
        <p:spPr>
          <a:xfrm>
            <a:off x="504000" y="1326600"/>
            <a:ext cx="9072000" cy="1568520"/>
          </a:xfrm>
          <a:prstGeom prst="rect">
            <a:avLst/>
          </a:prstGeom>
          <a:noFill/>
          <a:ln w="0">
            <a:noFill/>
          </a:ln>
        </p:spPr>
        <p:txBody>
          <a:bodyPr lIns="0" rIns="0" tIns="0" bIns="0" anchor="t">
            <a:normAutofit/>
          </a:bodyPr>
          <a:p>
            <a:endParaRPr b="0" lang="en-IN" sz="3200" spc="-1" strike="noStrike">
              <a:latin typeface="Arial"/>
            </a:endParaRPr>
          </a:p>
        </p:txBody>
      </p:sp>
      <p:sp>
        <p:nvSpPr>
          <p:cNvPr id="29" name="PlaceHolder 3"/>
          <p:cNvSpPr>
            <a:spLocks noGrp="1"/>
          </p:cNvSpPr>
          <p:nvPr>
            <p:ph/>
          </p:nvPr>
        </p:nvSpPr>
        <p:spPr>
          <a:xfrm>
            <a:off x="504000" y="3044520"/>
            <a:ext cx="9072000" cy="156852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1"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endParaRPr b="0" lang="en-IN" sz="3200" spc="-1" strike="noStrike">
              <a:latin typeface="Arial"/>
            </a:endParaRPr>
          </a:p>
        </p:txBody>
      </p:sp>
      <p:sp>
        <p:nvSpPr>
          <p:cNvPr id="32"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endParaRPr b="0" lang="en-IN" sz="3200" spc="-1" strike="noStrike">
              <a:latin typeface="Arial"/>
            </a:endParaRPr>
          </a:p>
        </p:txBody>
      </p:sp>
      <p:sp>
        <p:nvSpPr>
          <p:cNvPr id="33"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endParaRPr b="0" lang="en-IN" sz="3200" spc="-1" strike="noStrike">
              <a:latin typeface="Arial"/>
            </a:endParaRPr>
          </a:p>
        </p:txBody>
      </p:sp>
      <p:sp>
        <p:nvSpPr>
          <p:cNvPr id="34" name="PlaceHolder 5"/>
          <p:cNvSpPr>
            <a:spLocks noGrp="1"/>
          </p:cNvSpPr>
          <p:nvPr>
            <p:ph/>
          </p:nvPr>
        </p:nvSpPr>
        <p:spPr>
          <a:xfrm>
            <a:off x="5152680" y="3044520"/>
            <a:ext cx="4426920" cy="156852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6" name="PlaceHolder 2"/>
          <p:cNvSpPr>
            <a:spLocks noGrp="1"/>
          </p:cNvSpPr>
          <p:nvPr>
            <p:ph/>
          </p:nvPr>
        </p:nvSpPr>
        <p:spPr>
          <a:xfrm>
            <a:off x="504000" y="1326600"/>
            <a:ext cx="2921040" cy="1568520"/>
          </a:xfrm>
          <a:prstGeom prst="rect">
            <a:avLst/>
          </a:prstGeom>
          <a:noFill/>
          <a:ln w="0">
            <a:noFill/>
          </a:ln>
        </p:spPr>
        <p:txBody>
          <a:bodyPr lIns="0" rIns="0" tIns="0" bIns="0" anchor="t">
            <a:normAutofit/>
          </a:bodyPr>
          <a:p>
            <a:endParaRPr b="0" lang="en-IN" sz="3200" spc="-1" strike="noStrike">
              <a:latin typeface="Arial"/>
            </a:endParaRPr>
          </a:p>
        </p:txBody>
      </p:sp>
      <p:sp>
        <p:nvSpPr>
          <p:cNvPr id="37" name="PlaceHolder 3"/>
          <p:cNvSpPr>
            <a:spLocks noGrp="1"/>
          </p:cNvSpPr>
          <p:nvPr>
            <p:ph/>
          </p:nvPr>
        </p:nvSpPr>
        <p:spPr>
          <a:xfrm>
            <a:off x="3571560" y="1326600"/>
            <a:ext cx="2921040" cy="1568520"/>
          </a:xfrm>
          <a:prstGeom prst="rect">
            <a:avLst/>
          </a:prstGeom>
          <a:noFill/>
          <a:ln w="0">
            <a:noFill/>
          </a:ln>
        </p:spPr>
        <p:txBody>
          <a:bodyPr lIns="0" rIns="0" tIns="0" bIns="0" anchor="t">
            <a:normAutofit/>
          </a:bodyPr>
          <a:p>
            <a:endParaRPr b="0" lang="en-IN" sz="3200" spc="-1" strike="noStrike">
              <a:latin typeface="Arial"/>
            </a:endParaRPr>
          </a:p>
        </p:txBody>
      </p:sp>
      <p:sp>
        <p:nvSpPr>
          <p:cNvPr id="38" name="PlaceHolder 4"/>
          <p:cNvSpPr>
            <a:spLocks noGrp="1"/>
          </p:cNvSpPr>
          <p:nvPr>
            <p:ph/>
          </p:nvPr>
        </p:nvSpPr>
        <p:spPr>
          <a:xfrm>
            <a:off x="6639120" y="1326600"/>
            <a:ext cx="2921040" cy="1568520"/>
          </a:xfrm>
          <a:prstGeom prst="rect">
            <a:avLst/>
          </a:prstGeom>
          <a:noFill/>
          <a:ln w="0">
            <a:noFill/>
          </a:ln>
        </p:spPr>
        <p:txBody>
          <a:bodyPr lIns="0" rIns="0" tIns="0" bIns="0" anchor="t">
            <a:normAutofit/>
          </a:bodyPr>
          <a:p>
            <a:endParaRPr b="0" lang="en-IN" sz="3200" spc="-1" strike="noStrike">
              <a:latin typeface="Arial"/>
            </a:endParaRPr>
          </a:p>
        </p:txBody>
      </p:sp>
      <p:sp>
        <p:nvSpPr>
          <p:cNvPr id="39" name="PlaceHolder 5"/>
          <p:cNvSpPr>
            <a:spLocks noGrp="1"/>
          </p:cNvSpPr>
          <p:nvPr>
            <p:ph/>
          </p:nvPr>
        </p:nvSpPr>
        <p:spPr>
          <a:xfrm>
            <a:off x="504000" y="3044520"/>
            <a:ext cx="2921040" cy="1568520"/>
          </a:xfrm>
          <a:prstGeom prst="rect">
            <a:avLst/>
          </a:prstGeom>
          <a:noFill/>
          <a:ln w="0">
            <a:noFill/>
          </a:ln>
        </p:spPr>
        <p:txBody>
          <a:bodyPr lIns="0" rIns="0" tIns="0" bIns="0" anchor="t">
            <a:normAutofit/>
          </a:bodyPr>
          <a:p>
            <a:endParaRPr b="0" lang="en-IN" sz="3200" spc="-1" strike="noStrike">
              <a:latin typeface="Arial"/>
            </a:endParaRPr>
          </a:p>
        </p:txBody>
      </p:sp>
      <p:sp>
        <p:nvSpPr>
          <p:cNvPr id="40" name="PlaceHolder 6"/>
          <p:cNvSpPr>
            <a:spLocks noGrp="1"/>
          </p:cNvSpPr>
          <p:nvPr>
            <p:ph/>
          </p:nvPr>
        </p:nvSpPr>
        <p:spPr>
          <a:xfrm>
            <a:off x="3571560" y="3044520"/>
            <a:ext cx="2921040" cy="1568520"/>
          </a:xfrm>
          <a:prstGeom prst="rect">
            <a:avLst/>
          </a:prstGeom>
          <a:noFill/>
          <a:ln w="0">
            <a:noFill/>
          </a:ln>
        </p:spPr>
        <p:txBody>
          <a:bodyPr lIns="0" rIns="0" tIns="0" bIns="0" anchor="t">
            <a:normAutofit/>
          </a:bodyPr>
          <a:p>
            <a:endParaRPr b="0" lang="en-IN" sz="3200" spc="-1" strike="noStrike">
              <a:latin typeface="Arial"/>
            </a:endParaRPr>
          </a:p>
        </p:txBody>
      </p:sp>
      <p:sp>
        <p:nvSpPr>
          <p:cNvPr id="41" name="PlaceHolder 7"/>
          <p:cNvSpPr>
            <a:spLocks noGrp="1"/>
          </p:cNvSpPr>
          <p:nvPr>
            <p:ph/>
          </p:nvPr>
        </p:nvSpPr>
        <p:spPr>
          <a:xfrm>
            <a:off x="6639120" y="3044520"/>
            <a:ext cx="2921040" cy="156852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7FFBEA05-D4D6-4D5F-8CAC-D5047AD12706}" type="slidenum">
              <a:t>&lt;#&gt;</a:t>
            </a:fld>
          </a:p>
        </p:txBody>
      </p:sp>
      <p:sp>
        <p:nvSpPr>
          <p:cNvPr id="4" name="PlaceHolder 3"/>
          <p:cNvSpPr>
            <a:spLocks noGrp="1"/>
          </p:cNvSpPr>
          <p:nvPr>
            <p:ph type="dt" idx="3"/>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9"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50" name="PlaceHolder 2"/>
          <p:cNvSpPr>
            <a:spLocks noGrp="1"/>
          </p:cNvSpPr>
          <p:nvPr>
            <p:ph type="subTitle"/>
          </p:nvPr>
        </p:nvSpPr>
        <p:spPr>
          <a:xfrm>
            <a:off x="504000" y="1326600"/>
            <a:ext cx="9072000" cy="328860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893075E8-6539-4402-A79C-AD30A6EEFFC5}" type="slidenum">
              <a:t>&lt;#&gt;</a:t>
            </a:fld>
          </a:p>
        </p:txBody>
      </p:sp>
      <p:sp>
        <p:nvSpPr>
          <p:cNvPr id="6" name="PlaceHolder 5"/>
          <p:cNvSpPr>
            <a:spLocks noGrp="1"/>
          </p:cNvSpPr>
          <p:nvPr>
            <p:ph type="dt" idx="3"/>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52"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endParaRPr b="0" lang="en-IN"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5D5CF273-5A02-4619-9E18-7AC09A7228EE}" type="slidenum">
              <a:t>&lt;#&gt;</a:t>
            </a:fld>
          </a:p>
        </p:txBody>
      </p:sp>
      <p:sp>
        <p:nvSpPr>
          <p:cNvPr id="6" name="PlaceHolder 5"/>
          <p:cNvSpPr>
            <a:spLocks noGrp="1"/>
          </p:cNvSpPr>
          <p:nvPr>
            <p:ph type="dt" idx="3"/>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54"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endParaRPr b="0" lang="en-IN" sz="3200" spc="-1" strike="noStrike">
              <a:latin typeface="Arial"/>
            </a:endParaRPr>
          </a:p>
        </p:txBody>
      </p:sp>
      <p:sp>
        <p:nvSpPr>
          <p:cNvPr id="55"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endParaRPr b="0" lang="en-IN"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FD2F4A44-CDA3-48F3-A063-FC88BC65F28A}" type="slidenum">
              <a:t>&lt;#&gt;</a:t>
            </a:fld>
          </a:p>
        </p:txBody>
      </p:sp>
      <p:sp>
        <p:nvSpPr>
          <p:cNvPr id="7" name="PlaceHolder 6"/>
          <p:cNvSpPr>
            <a:spLocks noGrp="1"/>
          </p:cNvSpPr>
          <p:nvPr>
            <p:ph type="dt" idx="3"/>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6"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E346A8E2-A967-46D4-AB45-BEE9597A51D4}" type="slidenum">
              <a:t>&lt;#&gt;</a:t>
            </a:fld>
          </a:p>
        </p:txBody>
      </p:sp>
      <p:sp>
        <p:nvSpPr>
          <p:cNvPr id="5" name="PlaceHolder 4"/>
          <p:cNvSpPr>
            <a:spLocks noGrp="1"/>
          </p:cNvSpPr>
          <p:nvPr>
            <p:ph type="dt" idx="3"/>
          </p:nvPr>
        </p:nvSpPr>
        <p:spPr/>
        <p:txBody>
          <a:bodyPr/>
          <a:p>
            <a:r>
              <a:rPr lang="en-IN"/>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7" name="PlaceHolder 1"/>
          <p:cNvSpPr>
            <a:spLocks noGrp="1"/>
          </p:cNvSpPr>
          <p:nvPr>
            <p:ph type="subTitle"/>
          </p:nvPr>
        </p:nvSpPr>
        <p:spPr>
          <a:xfrm>
            <a:off x="504000" y="226080"/>
            <a:ext cx="9072000" cy="438840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73835A8B-069F-402D-9EC2-F41A5E0E9307}" type="slidenum">
              <a:t>&lt;#&gt;</a:t>
            </a:fld>
          </a:p>
        </p:txBody>
      </p:sp>
      <p:sp>
        <p:nvSpPr>
          <p:cNvPr id="5" name="PlaceHolder 4"/>
          <p:cNvSpPr>
            <a:spLocks noGrp="1"/>
          </p:cNvSpPr>
          <p:nvPr>
            <p:ph type="dt" idx="3"/>
          </p:nvPr>
        </p:nvSpPr>
        <p:spPr/>
        <p:txBody>
          <a:bodyPr/>
          <a:p>
            <a:r>
              <a:rPr lang="en-IN"/>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59"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endParaRPr b="0" lang="en-IN" sz="3200" spc="-1" strike="noStrike">
              <a:latin typeface="Arial"/>
            </a:endParaRPr>
          </a:p>
        </p:txBody>
      </p:sp>
      <p:sp>
        <p:nvSpPr>
          <p:cNvPr id="60"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endParaRPr b="0" lang="en-IN" sz="3200" spc="-1" strike="noStrike">
              <a:latin typeface="Arial"/>
            </a:endParaRPr>
          </a:p>
        </p:txBody>
      </p:sp>
      <p:sp>
        <p:nvSpPr>
          <p:cNvPr id="61"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64A8DD2C-1C1D-476D-A8F9-8426D5CB11F9}" type="slidenum">
              <a:t>&lt;#&gt;</a:t>
            </a:fld>
          </a:p>
        </p:txBody>
      </p:sp>
      <p:sp>
        <p:nvSpPr>
          <p:cNvPr id="8" name="PlaceHolder 7"/>
          <p:cNvSpPr>
            <a:spLocks noGrp="1"/>
          </p:cNvSpPr>
          <p:nvPr>
            <p:ph type="dt" idx="3"/>
          </p:nvPr>
        </p:nvSpPr>
        <p:spPr/>
        <p:txBody>
          <a:bodyPr/>
          <a:p>
            <a:r>
              <a:rPr lang="en-IN"/>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63"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endParaRPr b="0" lang="en-IN" sz="3200" spc="-1" strike="noStrike">
              <a:latin typeface="Arial"/>
            </a:endParaRPr>
          </a:p>
        </p:txBody>
      </p:sp>
      <p:sp>
        <p:nvSpPr>
          <p:cNvPr id="64"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endParaRPr b="0" lang="en-IN" sz="3200" spc="-1" strike="noStrike">
              <a:latin typeface="Arial"/>
            </a:endParaRPr>
          </a:p>
        </p:txBody>
      </p:sp>
      <p:sp>
        <p:nvSpPr>
          <p:cNvPr id="65" name="PlaceHolder 4"/>
          <p:cNvSpPr>
            <a:spLocks noGrp="1"/>
          </p:cNvSpPr>
          <p:nvPr>
            <p:ph/>
          </p:nvPr>
        </p:nvSpPr>
        <p:spPr>
          <a:xfrm>
            <a:off x="5152680" y="3044520"/>
            <a:ext cx="4426920" cy="156852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F076B92A-30FA-4643-A40C-64132544212C}" type="slidenum">
              <a:t>&lt;#&gt;</a:t>
            </a:fld>
          </a:p>
        </p:txBody>
      </p:sp>
      <p:sp>
        <p:nvSpPr>
          <p:cNvPr id="8" name="PlaceHolder 7"/>
          <p:cNvSpPr>
            <a:spLocks noGrp="1"/>
          </p:cNvSpPr>
          <p:nvPr>
            <p:ph type="dt" idx="3"/>
          </p:nvPr>
        </p:nvSpPr>
        <p:spPr/>
        <p:txBody>
          <a:bodyPr/>
          <a:p>
            <a:r>
              <a:rPr lang="en-IN"/>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67"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endParaRPr b="0" lang="en-IN" sz="3200" spc="-1" strike="noStrike">
              <a:latin typeface="Arial"/>
            </a:endParaRPr>
          </a:p>
        </p:txBody>
      </p:sp>
      <p:sp>
        <p:nvSpPr>
          <p:cNvPr id="68"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endParaRPr b="0" lang="en-IN" sz="3200" spc="-1" strike="noStrike">
              <a:latin typeface="Arial"/>
            </a:endParaRPr>
          </a:p>
        </p:txBody>
      </p:sp>
      <p:sp>
        <p:nvSpPr>
          <p:cNvPr id="69" name="PlaceHolder 4"/>
          <p:cNvSpPr>
            <a:spLocks noGrp="1"/>
          </p:cNvSpPr>
          <p:nvPr>
            <p:ph/>
          </p:nvPr>
        </p:nvSpPr>
        <p:spPr>
          <a:xfrm>
            <a:off x="504000" y="3044520"/>
            <a:ext cx="9072000" cy="156852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DA998F16-618A-4A7E-A0D8-FC9AEEDEFFE8}" type="slidenum">
              <a:t>&lt;#&gt;</a:t>
            </a:fld>
          </a:p>
        </p:txBody>
      </p:sp>
      <p:sp>
        <p:nvSpPr>
          <p:cNvPr id="8" name="PlaceHolder 7"/>
          <p:cNvSpPr>
            <a:spLocks noGrp="1"/>
          </p:cNvSpPr>
          <p:nvPr>
            <p:ph type="dt" idx="3"/>
          </p:nvPr>
        </p:nvSpPr>
        <p:spPr/>
        <p:txBody>
          <a:bodyPr/>
          <a:p>
            <a:r>
              <a:rPr lang="en-IN"/>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71" name="PlaceHolder 2"/>
          <p:cNvSpPr>
            <a:spLocks noGrp="1"/>
          </p:cNvSpPr>
          <p:nvPr>
            <p:ph/>
          </p:nvPr>
        </p:nvSpPr>
        <p:spPr>
          <a:xfrm>
            <a:off x="504000" y="1326600"/>
            <a:ext cx="9072000" cy="1568520"/>
          </a:xfrm>
          <a:prstGeom prst="rect">
            <a:avLst/>
          </a:prstGeom>
          <a:noFill/>
          <a:ln w="0">
            <a:noFill/>
          </a:ln>
        </p:spPr>
        <p:txBody>
          <a:bodyPr lIns="0" rIns="0" tIns="0" bIns="0" anchor="t">
            <a:normAutofit/>
          </a:bodyPr>
          <a:p>
            <a:endParaRPr b="0" lang="en-IN" sz="3200" spc="-1" strike="noStrike">
              <a:latin typeface="Arial"/>
            </a:endParaRPr>
          </a:p>
        </p:txBody>
      </p:sp>
      <p:sp>
        <p:nvSpPr>
          <p:cNvPr id="72" name="PlaceHolder 3"/>
          <p:cNvSpPr>
            <a:spLocks noGrp="1"/>
          </p:cNvSpPr>
          <p:nvPr>
            <p:ph/>
          </p:nvPr>
        </p:nvSpPr>
        <p:spPr>
          <a:xfrm>
            <a:off x="504000" y="3044520"/>
            <a:ext cx="9072000" cy="1568520"/>
          </a:xfrm>
          <a:prstGeom prst="rect">
            <a:avLst/>
          </a:prstGeom>
          <a:noFill/>
          <a:ln w="0">
            <a:noFill/>
          </a:ln>
        </p:spPr>
        <p:txBody>
          <a:bodyPr lIns="0" rIns="0" tIns="0" bIns="0" anchor="t">
            <a:normAutofit/>
          </a:bodyPr>
          <a:p>
            <a:endParaRPr b="0" lang="en-IN"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85A56F5D-9C46-4319-97C6-6D76E64A6241}" type="slidenum">
              <a:t>&lt;#&gt;</a:t>
            </a:fld>
          </a:p>
        </p:txBody>
      </p:sp>
      <p:sp>
        <p:nvSpPr>
          <p:cNvPr id="7" name="PlaceHolder 6"/>
          <p:cNvSpPr>
            <a:spLocks noGrp="1"/>
          </p:cNvSpPr>
          <p:nvPr>
            <p:ph type="dt" idx="3"/>
          </p:nvPr>
        </p:nvSpPr>
        <p:spPr/>
        <p:txBody>
          <a:bodyPr/>
          <a:p>
            <a:r>
              <a:rPr lang="en-IN"/>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74"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endParaRPr b="0" lang="en-IN" sz="3200" spc="-1" strike="noStrike">
              <a:latin typeface="Arial"/>
            </a:endParaRPr>
          </a:p>
        </p:txBody>
      </p:sp>
      <p:sp>
        <p:nvSpPr>
          <p:cNvPr id="75"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endParaRPr b="0" lang="en-IN" sz="3200" spc="-1" strike="noStrike">
              <a:latin typeface="Arial"/>
            </a:endParaRPr>
          </a:p>
        </p:txBody>
      </p:sp>
      <p:sp>
        <p:nvSpPr>
          <p:cNvPr id="76"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endParaRPr b="0" lang="en-IN" sz="3200" spc="-1" strike="noStrike">
              <a:latin typeface="Arial"/>
            </a:endParaRPr>
          </a:p>
        </p:txBody>
      </p:sp>
      <p:sp>
        <p:nvSpPr>
          <p:cNvPr id="77" name="PlaceHolder 5"/>
          <p:cNvSpPr>
            <a:spLocks noGrp="1"/>
          </p:cNvSpPr>
          <p:nvPr>
            <p:ph/>
          </p:nvPr>
        </p:nvSpPr>
        <p:spPr>
          <a:xfrm>
            <a:off x="5152680" y="3044520"/>
            <a:ext cx="4426920" cy="1568520"/>
          </a:xfrm>
          <a:prstGeom prst="rect">
            <a:avLst/>
          </a:prstGeom>
          <a:noFill/>
          <a:ln w="0">
            <a:noFill/>
          </a:ln>
        </p:spPr>
        <p:txBody>
          <a:bodyPr lIns="0" rIns="0" tIns="0" bIns="0" anchor="t">
            <a:normAutofit/>
          </a:bodyPr>
          <a:p>
            <a:endParaRPr b="0" lang="en-IN"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143103BE-954E-4BE8-8D4E-4F72BF7C7014}" type="slidenum">
              <a:t>&lt;#&gt;</a:t>
            </a:fld>
          </a:p>
        </p:txBody>
      </p:sp>
      <p:sp>
        <p:nvSpPr>
          <p:cNvPr id="9" name="PlaceHolder 8"/>
          <p:cNvSpPr>
            <a:spLocks noGrp="1"/>
          </p:cNvSpPr>
          <p:nvPr>
            <p:ph type="dt" idx="3"/>
          </p:nvPr>
        </p:nvSpPr>
        <p:spPr/>
        <p:txBody>
          <a:bodyPr/>
          <a:p>
            <a:r>
              <a:rPr lang="en-IN"/>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8"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79" name="PlaceHolder 2"/>
          <p:cNvSpPr>
            <a:spLocks noGrp="1"/>
          </p:cNvSpPr>
          <p:nvPr>
            <p:ph/>
          </p:nvPr>
        </p:nvSpPr>
        <p:spPr>
          <a:xfrm>
            <a:off x="504000" y="1326600"/>
            <a:ext cx="2921040" cy="1568520"/>
          </a:xfrm>
          <a:prstGeom prst="rect">
            <a:avLst/>
          </a:prstGeom>
          <a:noFill/>
          <a:ln w="0">
            <a:noFill/>
          </a:ln>
        </p:spPr>
        <p:txBody>
          <a:bodyPr lIns="0" rIns="0" tIns="0" bIns="0" anchor="t">
            <a:normAutofit/>
          </a:bodyPr>
          <a:p>
            <a:endParaRPr b="0" lang="en-IN" sz="3200" spc="-1" strike="noStrike">
              <a:latin typeface="Arial"/>
            </a:endParaRPr>
          </a:p>
        </p:txBody>
      </p:sp>
      <p:sp>
        <p:nvSpPr>
          <p:cNvPr id="80" name="PlaceHolder 3"/>
          <p:cNvSpPr>
            <a:spLocks noGrp="1"/>
          </p:cNvSpPr>
          <p:nvPr>
            <p:ph/>
          </p:nvPr>
        </p:nvSpPr>
        <p:spPr>
          <a:xfrm>
            <a:off x="3571560" y="1326600"/>
            <a:ext cx="2921040" cy="1568520"/>
          </a:xfrm>
          <a:prstGeom prst="rect">
            <a:avLst/>
          </a:prstGeom>
          <a:noFill/>
          <a:ln w="0">
            <a:noFill/>
          </a:ln>
        </p:spPr>
        <p:txBody>
          <a:bodyPr lIns="0" rIns="0" tIns="0" bIns="0" anchor="t">
            <a:normAutofit/>
          </a:bodyPr>
          <a:p>
            <a:endParaRPr b="0" lang="en-IN" sz="3200" spc="-1" strike="noStrike">
              <a:latin typeface="Arial"/>
            </a:endParaRPr>
          </a:p>
        </p:txBody>
      </p:sp>
      <p:sp>
        <p:nvSpPr>
          <p:cNvPr id="81" name="PlaceHolder 4"/>
          <p:cNvSpPr>
            <a:spLocks noGrp="1"/>
          </p:cNvSpPr>
          <p:nvPr>
            <p:ph/>
          </p:nvPr>
        </p:nvSpPr>
        <p:spPr>
          <a:xfrm>
            <a:off x="6639120" y="1326600"/>
            <a:ext cx="2921040" cy="1568520"/>
          </a:xfrm>
          <a:prstGeom prst="rect">
            <a:avLst/>
          </a:prstGeom>
          <a:noFill/>
          <a:ln w="0">
            <a:noFill/>
          </a:ln>
        </p:spPr>
        <p:txBody>
          <a:bodyPr lIns="0" rIns="0" tIns="0" bIns="0" anchor="t">
            <a:normAutofit/>
          </a:bodyPr>
          <a:p>
            <a:endParaRPr b="0" lang="en-IN" sz="3200" spc="-1" strike="noStrike">
              <a:latin typeface="Arial"/>
            </a:endParaRPr>
          </a:p>
        </p:txBody>
      </p:sp>
      <p:sp>
        <p:nvSpPr>
          <p:cNvPr id="82" name="PlaceHolder 5"/>
          <p:cNvSpPr>
            <a:spLocks noGrp="1"/>
          </p:cNvSpPr>
          <p:nvPr>
            <p:ph/>
          </p:nvPr>
        </p:nvSpPr>
        <p:spPr>
          <a:xfrm>
            <a:off x="504000" y="3044520"/>
            <a:ext cx="2921040" cy="1568520"/>
          </a:xfrm>
          <a:prstGeom prst="rect">
            <a:avLst/>
          </a:prstGeom>
          <a:noFill/>
          <a:ln w="0">
            <a:noFill/>
          </a:ln>
        </p:spPr>
        <p:txBody>
          <a:bodyPr lIns="0" rIns="0" tIns="0" bIns="0" anchor="t">
            <a:normAutofit/>
          </a:bodyPr>
          <a:p>
            <a:endParaRPr b="0" lang="en-IN" sz="3200" spc="-1" strike="noStrike">
              <a:latin typeface="Arial"/>
            </a:endParaRPr>
          </a:p>
        </p:txBody>
      </p:sp>
      <p:sp>
        <p:nvSpPr>
          <p:cNvPr id="83" name="PlaceHolder 6"/>
          <p:cNvSpPr>
            <a:spLocks noGrp="1"/>
          </p:cNvSpPr>
          <p:nvPr>
            <p:ph/>
          </p:nvPr>
        </p:nvSpPr>
        <p:spPr>
          <a:xfrm>
            <a:off x="3571560" y="3044520"/>
            <a:ext cx="2921040" cy="1568520"/>
          </a:xfrm>
          <a:prstGeom prst="rect">
            <a:avLst/>
          </a:prstGeom>
          <a:noFill/>
          <a:ln w="0">
            <a:noFill/>
          </a:ln>
        </p:spPr>
        <p:txBody>
          <a:bodyPr lIns="0" rIns="0" tIns="0" bIns="0" anchor="t">
            <a:normAutofit/>
          </a:bodyPr>
          <a:p>
            <a:endParaRPr b="0" lang="en-IN" sz="3200" spc="-1" strike="noStrike">
              <a:latin typeface="Arial"/>
            </a:endParaRPr>
          </a:p>
        </p:txBody>
      </p:sp>
      <p:sp>
        <p:nvSpPr>
          <p:cNvPr id="84" name="PlaceHolder 7"/>
          <p:cNvSpPr>
            <a:spLocks noGrp="1"/>
          </p:cNvSpPr>
          <p:nvPr>
            <p:ph/>
          </p:nvPr>
        </p:nvSpPr>
        <p:spPr>
          <a:xfrm>
            <a:off x="6639120" y="3044520"/>
            <a:ext cx="2921040" cy="1568520"/>
          </a:xfrm>
          <a:prstGeom prst="rect">
            <a:avLst/>
          </a:prstGeom>
          <a:noFill/>
          <a:ln w="0">
            <a:noFill/>
          </a:ln>
        </p:spPr>
        <p:txBody>
          <a:bodyPr lIns="0" rIns="0" tIns="0" bIns="0" anchor="t">
            <a:normAutofit/>
          </a:bodyPr>
          <a:p>
            <a:endParaRPr b="0" lang="en-IN"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C98868E3-AC8D-4A99-811A-F0F8212C92A6}" type="slidenum">
              <a:t>&lt;#&gt;</a:t>
            </a:fld>
          </a:p>
        </p:txBody>
      </p:sp>
      <p:sp>
        <p:nvSpPr>
          <p:cNvPr id="11" name="PlaceHolder 10"/>
          <p:cNvSpPr>
            <a:spLocks noGrp="1"/>
          </p:cNvSpPr>
          <p:nvPr>
            <p:ph type="dt" idx="3"/>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
          <p:cNvSpPr/>
          <p:nvPr/>
        </p:nvSpPr>
        <p:spPr>
          <a:xfrm flipH="1" flipV="1">
            <a:off x="-1440" y="4498560"/>
            <a:ext cx="10078920" cy="1168920"/>
          </a:xfrm>
          <a:prstGeom prst="flowChartDocument">
            <a:avLst/>
          </a:prstGeom>
          <a:gradFill rotWithShape="0">
            <a:gsLst>
              <a:gs pos="0">
                <a:srgbClr val="77caee"/>
              </a:gs>
              <a:gs pos="100000">
                <a:srgbClr val="009bdd"/>
              </a:gs>
            </a:gsLst>
            <a:lin ang="0"/>
          </a:gradFill>
          <a:ln w="18000">
            <a:noFill/>
          </a:ln>
          <a:effectLst>
            <a:outerShdw blurRad="0" dir="5400000" dist="10800" rotWithShape="0">
              <a:srgbClr val="009bdd"/>
            </a:outerShdw>
          </a:effectLst>
        </p:spPr>
        <p:style>
          <a:lnRef idx="0"/>
          <a:fillRef idx="0"/>
          <a:effectRef idx="0"/>
          <a:fontRef idx="minor"/>
        </p:style>
      </p:sp>
      <p:sp>
        <p:nvSpPr>
          <p:cNvPr id="1" name=""/>
          <p:cNvSpPr/>
          <p:nvPr/>
        </p:nvSpPr>
        <p:spPr>
          <a:xfrm>
            <a:off x="360000" y="5220000"/>
            <a:ext cx="2338920" cy="358920"/>
          </a:xfrm>
          <a:prstGeom prst="rect">
            <a:avLst/>
          </a:prstGeom>
          <a:noFill/>
          <a:ln w="0">
            <a:noFill/>
          </a:ln>
        </p:spPr>
        <p:style>
          <a:lnRef idx="0"/>
          <a:fillRef idx="0"/>
          <a:effectRef idx="0"/>
          <a:fontRef idx="minor"/>
        </p:style>
        <p:txBody>
          <a:bodyPr lIns="0" rIns="0" tIns="0" bIns="0" anchor="t">
            <a:noAutofit/>
          </a:bodyPr>
          <a:p>
            <a:pPr>
              <a:lnSpc>
                <a:spcPct val="100000"/>
              </a:lnSpc>
              <a:buNone/>
            </a:pPr>
            <a:r>
              <a:rPr b="0" lang="en-IN" sz="1400" spc="-1" strike="noStrike">
                <a:solidFill>
                  <a:srgbClr val="ffffff"/>
                </a:solidFill>
                <a:latin typeface="Arial"/>
                <a:ea typeface="DejaVu Sans"/>
              </a:rPr>
              <a:t>&lt;date/time&gt;</a:t>
            </a:r>
            <a:endParaRPr b="0" lang="en-IN" sz="1400" spc="-1" strike="noStrike">
              <a:latin typeface="Arial"/>
            </a:endParaRPr>
          </a:p>
        </p:txBody>
      </p:sp>
      <p:sp>
        <p:nvSpPr>
          <p:cNvPr id="2" name=""/>
          <p:cNvSpPr/>
          <p:nvPr/>
        </p:nvSpPr>
        <p:spPr>
          <a:xfrm>
            <a:off x="3420000" y="5220000"/>
            <a:ext cx="3238920" cy="358920"/>
          </a:xfrm>
          <a:prstGeom prst="rect">
            <a:avLst/>
          </a:prstGeom>
          <a:noFill/>
          <a:ln w="0">
            <a:noFill/>
          </a:ln>
        </p:spPr>
        <p:style>
          <a:lnRef idx="0"/>
          <a:fillRef idx="0"/>
          <a:effectRef idx="0"/>
          <a:fontRef idx="minor"/>
        </p:style>
        <p:txBody>
          <a:bodyPr lIns="0" rIns="0" tIns="0" bIns="0" anchor="t">
            <a:noAutofit/>
          </a:bodyPr>
          <a:p>
            <a:pPr algn="ctr">
              <a:lnSpc>
                <a:spcPct val="100000"/>
              </a:lnSpc>
              <a:buNone/>
            </a:pPr>
            <a:r>
              <a:rPr b="0" lang="en-IN" sz="1400" spc="-1" strike="noStrike">
                <a:solidFill>
                  <a:srgbClr val="ffffff"/>
                </a:solidFill>
                <a:latin typeface="Arial"/>
                <a:ea typeface="DejaVu Sans"/>
              </a:rPr>
              <a:t>&lt;footer&gt;</a:t>
            </a:r>
            <a:endParaRPr b="0" lang="en-IN" sz="1400" spc="-1" strike="noStrike">
              <a:latin typeface="Arial"/>
            </a:endParaRPr>
          </a:p>
        </p:txBody>
      </p:sp>
      <p:sp>
        <p:nvSpPr>
          <p:cNvPr id="3" name=""/>
          <p:cNvSpPr/>
          <p:nvPr/>
        </p:nvSpPr>
        <p:spPr>
          <a:xfrm>
            <a:off x="7380000" y="5220000"/>
            <a:ext cx="2338920" cy="358920"/>
          </a:xfrm>
          <a:prstGeom prst="rect">
            <a:avLst/>
          </a:prstGeom>
          <a:noFill/>
          <a:ln w="0">
            <a:noFill/>
          </a:ln>
        </p:spPr>
        <p:style>
          <a:lnRef idx="0"/>
          <a:fillRef idx="0"/>
          <a:effectRef idx="0"/>
          <a:fontRef idx="minor"/>
        </p:style>
        <p:txBody>
          <a:bodyPr lIns="0" rIns="0" tIns="0" bIns="0" anchor="t">
            <a:noAutofit/>
          </a:bodyPr>
          <a:p>
            <a:pPr algn="r">
              <a:lnSpc>
                <a:spcPct val="100000"/>
              </a:lnSpc>
              <a:buNone/>
            </a:pPr>
            <a:fld id="{1C20A4E7-6523-416A-8BFC-19BE1AEEE0BA}" type="slidenum">
              <a:rPr b="0" lang="en-IN" sz="1400" spc="-1" strike="noStrike">
                <a:solidFill>
                  <a:srgbClr val="ffffff"/>
                </a:solidFill>
                <a:latin typeface="Arial"/>
                <a:ea typeface="DejaVu Sans"/>
              </a:rPr>
              <a:t>6</a:t>
            </a:fld>
            <a:endParaRPr b="0" lang="en-IN" sz="1400" spc="-1" strike="noStrike">
              <a:latin typeface="Arial"/>
            </a:endParaRPr>
          </a:p>
        </p:txBody>
      </p:sp>
      <p:sp>
        <p:nvSpPr>
          <p:cNvPr id="4"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r>
              <a:rPr b="0" lang="en-IN" sz="1800" spc="-1" strike="noStrike">
                <a:latin typeface="Arial"/>
              </a:rPr>
              <a:t>Click to edit the title text format</a:t>
            </a:r>
            <a:endParaRPr b="0" lang="en-IN" sz="1800" spc="-1" strike="noStrike">
              <a:latin typeface="Arial"/>
            </a:endParaRPr>
          </a:p>
        </p:txBody>
      </p:sp>
      <p:sp>
        <p:nvSpPr>
          <p:cNvPr id="5" name="PlaceHolder 2"/>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
          <p:cNvSpPr/>
          <p:nvPr/>
        </p:nvSpPr>
        <p:spPr>
          <a:xfrm>
            <a:off x="0" y="0"/>
            <a:ext cx="10075680" cy="718920"/>
          </a:xfrm>
          <a:prstGeom prst="rect">
            <a:avLst/>
          </a:prstGeom>
          <a:gradFill rotWithShape="0">
            <a:gsLst>
              <a:gs pos="0">
                <a:srgbClr val="77caee"/>
              </a:gs>
              <a:gs pos="100000">
                <a:srgbClr val="009bdd"/>
              </a:gs>
            </a:gsLst>
            <a:lin ang="10800000"/>
          </a:gradFill>
          <a:ln w="18000">
            <a:noFill/>
          </a:ln>
          <a:effectLst>
            <a:outerShdw blurRad="0" dir="5400000" dist="10800" rotWithShape="0">
              <a:srgbClr val="009bdd"/>
            </a:outerShdw>
          </a:effectLst>
        </p:spPr>
        <p:style>
          <a:lnRef idx="0"/>
          <a:fillRef idx="0"/>
          <a:effectRef idx="0"/>
          <a:fontRef idx="minor"/>
        </p:style>
      </p:sp>
      <p:sp>
        <p:nvSpPr>
          <p:cNvPr id="43" name=""/>
          <p:cNvSpPr/>
          <p:nvPr/>
        </p:nvSpPr>
        <p:spPr>
          <a:xfrm>
            <a:off x="3240" y="5040000"/>
            <a:ext cx="10075680" cy="630360"/>
          </a:xfrm>
          <a:prstGeom prst="rect">
            <a:avLst/>
          </a:prstGeom>
          <a:gradFill rotWithShape="0">
            <a:gsLst>
              <a:gs pos="0">
                <a:srgbClr val="77caee"/>
              </a:gs>
              <a:gs pos="100000">
                <a:srgbClr val="009bdd"/>
              </a:gs>
            </a:gsLst>
            <a:lin ang="10800000"/>
          </a:gradFill>
          <a:ln w="18000">
            <a:noFill/>
          </a:ln>
          <a:effectLst>
            <a:outerShdw blurRad="0" dir="5400000" dist="10800" rotWithShape="0">
              <a:srgbClr val="009bdd"/>
            </a:outerShdw>
          </a:effectLst>
        </p:spPr>
        <p:style>
          <a:lnRef idx="0"/>
          <a:fillRef idx="0"/>
          <a:effectRef idx="0"/>
          <a:fontRef idx="minor"/>
        </p:style>
      </p:sp>
      <p:sp>
        <p:nvSpPr>
          <p:cNvPr id="44" name="PlaceHolder 1"/>
          <p:cNvSpPr>
            <a:spLocks noGrp="1"/>
          </p:cNvSpPr>
          <p:nvPr>
            <p:ph type="ftr" idx="1"/>
          </p:nvPr>
        </p:nvSpPr>
        <p:spPr>
          <a:xfrm>
            <a:off x="3420000" y="5220000"/>
            <a:ext cx="3238920" cy="358920"/>
          </a:xfrm>
          <a:prstGeom prst="rect">
            <a:avLst/>
          </a:prstGeom>
          <a:noFill/>
          <a:ln w="0">
            <a:noFill/>
          </a:ln>
        </p:spPr>
        <p:txBody>
          <a:bodyPr lIns="0" rIns="0" tIns="0" bIns="0" anchor="t">
            <a:noAutofit/>
          </a:bodyPr>
          <a:lstStyle>
            <a:lvl1pPr algn="ctr">
              <a:lnSpc>
                <a:spcPct val="100000"/>
              </a:lnSpc>
              <a:buNone/>
              <a:defRPr b="0" lang="en-IN" sz="1400" spc="-1" strike="noStrike">
                <a:solidFill>
                  <a:srgbClr val="ffffff"/>
                </a:solidFill>
                <a:latin typeface="Arial"/>
              </a:defRPr>
            </a:lvl1pPr>
          </a:lstStyle>
          <a:p>
            <a:pPr algn="ctr">
              <a:lnSpc>
                <a:spcPct val="100000"/>
              </a:lnSpc>
              <a:buNone/>
            </a:pPr>
            <a:r>
              <a:rPr b="0" lang="en-IN" sz="1400" spc="-1" strike="noStrike">
                <a:solidFill>
                  <a:srgbClr val="ffffff"/>
                </a:solidFill>
                <a:latin typeface="Arial"/>
              </a:rPr>
              <a:t>&lt;footer&gt;</a:t>
            </a:r>
            <a:endParaRPr b="0" lang="en-IN" sz="1400" spc="-1" strike="noStrike">
              <a:latin typeface="Times New Roman"/>
            </a:endParaRPr>
          </a:p>
        </p:txBody>
      </p:sp>
      <p:sp>
        <p:nvSpPr>
          <p:cNvPr id="45" name="PlaceHolder 2"/>
          <p:cNvSpPr>
            <a:spLocks noGrp="1"/>
          </p:cNvSpPr>
          <p:nvPr>
            <p:ph type="sldNum" idx="2"/>
          </p:nvPr>
        </p:nvSpPr>
        <p:spPr>
          <a:xfrm>
            <a:off x="7380000" y="5220000"/>
            <a:ext cx="2338920" cy="358920"/>
          </a:xfrm>
          <a:prstGeom prst="rect">
            <a:avLst/>
          </a:prstGeom>
          <a:noFill/>
          <a:ln w="0">
            <a:noFill/>
          </a:ln>
        </p:spPr>
        <p:txBody>
          <a:bodyPr lIns="0" rIns="0" tIns="0" bIns="0" anchor="t">
            <a:noAutofit/>
          </a:bodyPr>
          <a:lstStyle>
            <a:lvl1pPr algn="r">
              <a:lnSpc>
                <a:spcPct val="100000"/>
              </a:lnSpc>
              <a:buNone/>
              <a:defRPr b="0" lang="en-IN" sz="1400" spc="-1" strike="noStrike">
                <a:solidFill>
                  <a:srgbClr val="ffffff"/>
                </a:solidFill>
                <a:latin typeface="Arial"/>
              </a:defRPr>
            </a:lvl1pPr>
          </a:lstStyle>
          <a:p>
            <a:pPr algn="r">
              <a:lnSpc>
                <a:spcPct val="100000"/>
              </a:lnSpc>
              <a:buNone/>
            </a:pPr>
            <a:fld id="{8B8C818B-BE7B-4659-BEBE-BD1987BEA6BA}" type="slidenum">
              <a:rPr b="0" lang="en-IN" sz="1400" spc="-1" strike="noStrike">
                <a:solidFill>
                  <a:srgbClr val="ffffff"/>
                </a:solidFill>
                <a:latin typeface="Arial"/>
              </a:rPr>
              <a:t>&lt;number&gt;</a:t>
            </a:fld>
            <a:endParaRPr b="0" lang="en-IN" sz="1400" spc="-1" strike="noStrike">
              <a:latin typeface="Times New Roman"/>
            </a:endParaRPr>
          </a:p>
        </p:txBody>
      </p:sp>
      <p:sp>
        <p:nvSpPr>
          <p:cNvPr id="46" name="PlaceHolder 3"/>
          <p:cNvSpPr>
            <a:spLocks noGrp="1"/>
          </p:cNvSpPr>
          <p:nvPr>
            <p:ph type="dt" idx="3"/>
          </p:nvPr>
        </p:nvSpPr>
        <p:spPr>
          <a:xfrm>
            <a:off x="360000" y="5220000"/>
            <a:ext cx="2338920" cy="358920"/>
          </a:xfrm>
          <a:prstGeom prst="rect">
            <a:avLst/>
          </a:prstGeom>
          <a:noFill/>
          <a:ln w="0">
            <a:noFill/>
          </a:ln>
        </p:spPr>
        <p:txBody>
          <a:bodyPr lIns="0" rIns="0" tIns="0" bIns="0" anchor="t">
            <a:noAutofit/>
          </a:bodyPr>
          <a:lstStyle>
            <a:lvl1pPr>
              <a:defRPr b="0" lang="en-IN" sz="1400" spc="-1" strike="noStrike">
                <a:latin typeface="Times New Roman"/>
              </a:defRPr>
            </a:lvl1pPr>
          </a:lstStyle>
          <a:p>
            <a:r>
              <a:rPr b="0" lang="en-IN" sz="1400" spc="-1" strike="noStrike">
                <a:latin typeface="Times New Roman"/>
              </a:rPr>
              <a:t>&lt;date/time&gt;</a:t>
            </a:r>
            <a:endParaRPr b="0" lang="en-IN" sz="1400" spc="-1" strike="noStrike">
              <a:latin typeface="Times New Roman"/>
            </a:endParaRPr>
          </a:p>
        </p:txBody>
      </p:sp>
      <p:sp>
        <p:nvSpPr>
          <p:cNvPr id="47"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algn="ctr">
              <a:buNone/>
            </a:pPr>
            <a:r>
              <a:rPr b="0" lang="en-IN" sz="4400" spc="-1" strike="noStrike">
                <a:latin typeface="Arial"/>
              </a:rPr>
              <a:t>Click to edit the title text format</a:t>
            </a:r>
            <a:endParaRPr b="0" lang="en-IN" sz="4400" spc="-1" strike="noStrike">
              <a:latin typeface="Arial"/>
            </a:endParaRPr>
          </a:p>
        </p:txBody>
      </p:sp>
      <p:sp>
        <p:nvSpPr>
          <p:cNvPr id="48"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0" y="1620000"/>
            <a:ext cx="8998920" cy="1078920"/>
          </a:xfrm>
          <a:prstGeom prst="rect">
            <a:avLst/>
          </a:prstGeom>
          <a:noFill/>
          <a:ln w="0">
            <a:noFill/>
          </a:ln>
        </p:spPr>
        <p:txBody>
          <a:bodyPr lIns="0" rIns="0" tIns="0" bIns="0" anchor="ctr">
            <a:noAutofit/>
          </a:bodyPr>
          <a:p>
            <a:pPr algn="ctr">
              <a:lnSpc>
                <a:spcPct val="100000"/>
              </a:lnSpc>
              <a:buNone/>
            </a:pPr>
            <a:r>
              <a:rPr b="0" lang="en-IN" sz="3300" spc="-1" strike="noStrike">
                <a:solidFill>
                  <a:srgbClr val="dd4100"/>
                </a:solidFill>
                <a:latin typeface="Arial"/>
              </a:rPr>
              <a:t>Static library vs Dynamic library</a:t>
            </a:r>
            <a:endParaRPr b="0" lang="en-IN" sz="33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360000" y="180000"/>
            <a:ext cx="9358920" cy="477000"/>
          </a:xfrm>
          <a:prstGeom prst="rect">
            <a:avLst/>
          </a:prstGeom>
          <a:noFill/>
          <a:ln w="0">
            <a:noFill/>
          </a:ln>
        </p:spPr>
        <p:txBody>
          <a:bodyPr lIns="0" rIns="0" tIns="0" bIns="0" anchor="ctr">
            <a:noAutofit/>
          </a:bodyPr>
          <a:p>
            <a:pPr>
              <a:lnSpc>
                <a:spcPct val="100000"/>
              </a:lnSpc>
              <a:buNone/>
            </a:pPr>
            <a:r>
              <a:rPr b="0" lang="en-IN" sz="1800" spc="-1" strike="noStrike">
                <a:latin typeface="Arial"/>
              </a:rPr>
              <a:t>Static library</a:t>
            </a:r>
            <a:endParaRPr b="0" lang="en-IN" sz="1800" spc="-1" strike="noStrike">
              <a:latin typeface="Arial"/>
            </a:endParaRPr>
          </a:p>
        </p:txBody>
      </p:sp>
      <p:sp>
        <p:nvSpPr>
          <p:cNvPr id="87" name=""/>
          <p:cNvSpPr/>
          <p:nvPr/>
        </p:nvSpPr>
        <p:spPr>
          <a:xfrm>
            <a:off x="73800" y="909720"/>
            <a:ext cx="9861120" cy="2904480"/>
          </a:xfrm>
          <a:prstGeom prst="rect">
            <a:avLst/>
          </a:prstGeom>
          <a:noFill/>
          <a:ln w="18000">
            <a:noFill/>
          </a:ln>
        </p:spPr>
        <p:style>
          <a:lnRef idx="0"/>
          <a:fillRef idx="0"/>
          <a:effectRef idx="0"/>
          <a:fontRef idx="minor"/>
        </p:style>
        <p:txBody>
          <a:bodyPr lIns="90000" rIns="90000" tIns="45000" bIns="45000" anchor="t">
            <a:noAutofit/>
          </a:bodyPr>
          <a:p>
            <a:pPr>
              <a:lnSpc>
                <a:spcPct val="100000"/>
              </a:lnSpc>
              <a:buNone/>
            </a:pPr>
            <a:r>
              <a:rPr b="0" lang="en-IN" sz="1800" spc="-1" strike="noStrike">
                <a:solidFill>
                  <a:srgbClr val="000000"/>
                </a:solidFill>
                <a:latin typeface="Arial"/>
                <a:ea typeface="DejaVu Sans"/>
              </a:rPr>
              <a:t>Static libraries, also known as archives, were the first type of library to be pro-</a:t>
            </a:r>
            <a:endParaRPr b="0" lang="en-IN" sz="1800" spc="-1" strike="noStrike">
              <a:latin typeface="Arial"/>
            </a:endParaRPr>
          </a:p>
          <a:p>
            <a:pPr>
              <a:lnSpc>
                <a:spcPct val="100000"/>
              </a:lnSpc>
              <a:buNone/>
            </a:pPr>
            <a:r>
              <a:rPr b="0" lang="en-IN" sz="1800" spc="-1" strike="noStrike">
                <a:solidFill>
                  <a:srgbClr val="000000"/>
                </a:solidFill>
                <a:latin typeface="Arial"/>
                <a:ea typeface="DejaVu Sans"/>
              </a:rPr>
              <a:t>vided on UNIX systems. They provide the following benefits:</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r>
              <a:rPr b="0" lang="en-IN" sz="1800" spc="-1" strike="noStrike">
                <a:solidFill>
                  <a:srgbClr val="000000"/>
                </a:solidFill>
                <a:latin typeface="Arial"/>
                <a:ea typeface="DejaVu Sans"/>
              </a:rPr>
              <a:t>-&gt; We can place a set of commonly used object files into a single library file that can then be used to build multiple executables, without needing to recompile the original source files when building each application.</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r>
              <a:rPr b="0" lang="en-IN" sz="1800" spc="-1" strike="noStrike">
                <a:solidFill>
                  <a:srgbClr val="000000"/>
                </a:solidFill>
                <a:latin typeface="Arial"/>
                <a:ea typeface="DejaVu Sans"/>
              </a:rPr>
              <a:t>-&gt; Link commands become simpler. Instead of listing a long series of object files on the link command line, we specify just the name of the static library. The linker knows how to search the static library and extract the objects required by the executable.</a:t>
            </a:r>
            <a:endParaRPr b="0" lang="en-IN" sz="1800" spc="-1" strike="noStrike">
              <a:latin typeface="Arial"/>
            </a:endParaRPr>
          </a:p>
        </p:txBody>
      </p:sp>
      <mc:AlternateContent>
        <mc:Choice xmlns:a14="http://schemas.microsoft.com/office/drawing/2010/main" Requires="a14">
          <p:sp>
            <p:nvSpPr>
              <p:cNvPr id="88" name=""/>
              <p:cNvSpPr txBox="1"/>
              <p:nvPr/>
            </p:nvSpPr>
            <p:spPr>
              <a:xfrm>
                <a:off x="4704480" y="2670840"/>
                <a:ext cx="718560" cy="358560"/>
              </a:xfrm>
              <a:prstGeom prst="rect">
                <a:avLst/>
              </a:prstGeom>
            </p:spPr>
            <p:txBody>
              <a:bodyPr/>
              <a:p>
                <a14:m>
                  <m:oMath xmlns:m="http://schemas.openxmlformats.org/officeDocument/2006/math"/>
                </a14:m>
              </a:p>
            </p:txBody>
          </p:sp>
        </mc:Choice>
        <mc:Fallback/>
      </mc:AlternateContent>
      <p:sp>
        <p:nvSpPr>
          <p:cNvPr id="3" name="PlaceHolder 2"/>
          <p:cNvSpPr>
            <a:spLocks noGrp="1"/>
          </p:cNvSpPr>
          <p:nvPr>
            <p:ph type="sldNum" idx="2"/>
          </p:nvPr>
        </p:nvSpPr>
        <p:spPr/>
        <p:txBody>
          <a:bodyPr/>
          <a:p>
            <a:fld id="{C72C8B03-E27A-4B40-A20D-056B28A28340}" type="slidenum">
              <a:t>2</a:t>
            </a:fld>
          </a:p>
        </p:txBody>
      </p:sp>
      <p:sp>
        <p:nvSpPr>
          <p:cNvPr id="4" name="PlaceHolder 3"/>
          <p:cNvSpPr>
            <a:spLocks noGrp="1"/>
          </p:cNvSpPr>
          <p:nvPr>
            <p:ph type="dt" idx="3"/>
          </p:nvPr>
        </p:nvSpPr>
        <p:spPr/>
        <p:txBody>
          <a:bodyPr/>
          <a:p>
            <a:fld id="{DFF14005-CC2C-4976-BC88-A17508173ADB}" type="datetime1">
              <a:rPr lang="en-IN"/>
              <a:t>22/06/2025</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360000" y="180000"/>
            <a:ext cx="9358920" cy="477000"/>
          </a:xfrm>
          <a:prstGeom prst="rect">
            <a:avLst/>
          </a:prstGeom>
          <a:noFill/>
          <a:ln w="0">
            <a:noFill/>
          </a:ln>
        </p:spPr>
        <p:txBody>
          <a:bodyPr lIns="0" rIns="0" tIns="0" bIns="0" anchor="ctr">
            <a:noAutofit/>
          </a:bodyPr>
          <a:p>
            <a:pPr>
              <a:lnSpc>
                <a:spcPct val="100000"/>
              </a:lnSpc>
              <a:buNone/>
            </a:pPr>
            <a:r>
              <a:rPr b="0" lang="en-IN" sz="1800" spc="-1" strike="noStrike">
                <a:latin typeface="Arial"/>
              </a:rPr>
              <a:t>Static library</a:t>
            </a:r>
            <a:endParaRPr b="0" lang="en-IN" sz="1800" spc="-1" strike="noStrike">
              <a:latin typeface="Arial"/>
            </a:endParaRPr>
          </a:p>
        </p:txBody>
      </p:sp>
      <p:sp>
        <p:nvSpPr>
          <p:cNvPr id="90" name=""/>
          <p:cNvSpPr/>
          <p:nvPr/>
        </p:nvSpPr>
        <p:spPr>
          <a:xfrm>
            <a:off x="213480" y="936000"/>
            <a:ext cx="9577440" cy="2648520"/>
          </a:xfrm>
          <a:prstGeom prst="rect">
            <a:avLst/>
          </a:prstGeom>
          <a:noFill/>
          <a:ln w="18000">
            <a:noFill/>
          </a:ln>
        </p:spPr>
        <p:style>
          <a:lnRef idx="0"/>
          <a:fillRef idx="0"/>
          <a:effectRef idx="0"/>
          <a:fontRef idx="minor"/>
        </p:style>
        <p:txBody>
          <a:bodyPr lIns="90000" rIns="90000" tIns="45000" bIns="45000" anchor="t">
            <a:noAutofit/>
          </a:bodyPr>
          <a:p>
            <a:pPr>
              <a:lnSpc>
                <a:spcPct val="100000"/>
              </a:lnSpc>
              <a:buNone/>
            </a:pPr>
            <a:r>
              <a:rPr b="0" lang="en-IN" sz="1800" spc="-1" strike="noStrike">
                <a:solidFill>
                  <a:srgbClr val="000000"/>
                </a:solidFill>
                <a:latin typeface="Arial"/>
                <a:ea typeface="DejaVu Sans"/>
              </a:rPr>
              <a:t>Static library disadvantages:</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r>
              <a:rPr b="0" lang="en-IN" sz="1800" spc="-1" strike="noStrike">
                <a:solidFill>
                  <a:srgbClr val="000000"/>
                </a:solidFill>
                <a:latin typeface="Arial"/>
                <a:ea typeface="DejaVu Sans"/>
              </a:rPr>
              <a:t>-&gt; Disk space is wasted storing multiple copies of the same object modules. Such wastage can be considerable.</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r>
              <a:rPr b="0" lang="en-IN" sz="1800" spc="-1" strike="noStrike">
                <a:solidFill>
                  <a:srgbClr val="000000"/>
                </a:solidFill>
                <a:latin typeface="Arial"/>
                <a:ea typeface="DejaVu Sans"/>
              </a:rPr>
              <a:t>-&gt; If several different programs using the same modules are running at the same time, then each holds separate copies of the object modules in virtual memory, thus increasing the overall virtual memory demands on the system.</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r>
              <a:rPr b="0" lang="en-IN" sz="1800" spc="-1" strike="noStrike">
                <a:solidFill>
                  <a:srgbClr val="000000"/>
                </a:solidFill>
                <a:latin typeface="Arial"/>
                <a:ea typeface="DejaVu Sans"/>
              </a:rPr>
              <a:t>-&gt; If a change is required (perhaps a security or bug fix) to an object module in a static library, then all executables using that module must be relinked in order to incorporate the change. This disadvantage is further compounded by the fact that the system administrator needs to be aware of which applications were linked against the library.</a:t>
            </a:r>
            <a:endParaRPr b="0" lang="en-IN" sz="1800" spc="-1" strike="noStrike">
              <a:latin typeface="Arial"/>
            </a:endParaRPr>
          </a:p>
          <a:p>
            <a:pPr>
              <a:lnSpc>
                <a:spcPct val="100000"/>
              </a:lnSpc>
              <a:buNone/>
            </a:pPr>
            <a:endParaRPr b="0" lang="en-IN" sz="1800" spc="-1" strike="noStrike">
              <a:latin typeface="Arial"/>
            </a:endParaRPr>
          </a:p>
        </p:txBody>
      </p:sp>
      <p:sp>
        <p:nvSpPr>
          <p:cNvPr id="3" name="PlaceHolder 2"/>
          <p:cNvSpPr>
            <a:spLocks noGrp="1"/>
          </p:cNvSpPr>
          <p:nvPr>
            <p:ph type="sldNum" idx="2"/>
          </p:nvPr>
        </p:nvSpPr>
        <p:spPr/>
        <p:txBody>
          <a:bodyPr/>
          <a:p>
            <a:fld id="{A77CD1A6-28A1-4939-847C-DEF7D8425566}" type="slidenum">
              <a:t>3</a:t>
            </a:fld>
          </a:p>
        </p:txBody>
      </p:sp>
      <p:sp>
        <p:nvSpPr>
          <p:cNvPr id="4" name="PlaceHolder 3"/>
          <p:cNvSpPr>
            <a:spLocks noGrp="1"/>
          </p:cNvSpPr>
          <p:nvPr>
            <p:ph type="dt" idx="3"/>
          </p:nvPr>
        </p:nvSpPr>
        <p:spPr/>
        <p:txBody>
          <a:bodyPr/>
          <a:p>
            <a:fld id="{8D926D0B-8984-429B-9B6D-190E11E21E45}" type="datetime1">
              <a:rPr lang="en-IN"/>
              <a:t>22/06/2025</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360000" y="180000"/>
            <a:ext cx="9358920" cy="477000"/>
          </a:xfrm>
          <a:prstGeom prst="rect">
            <a:avLst/>
          </a:prstGeom>
          <a:noFill/>
          <a:ln w="0">
            <a:noFill/>
          </a:ln>
        </p:spPr>
        <p:txBody>
          <a:bodyPr lIns="0" rIns="0" tIns="0" bIns="0" anchor="ctr">
            <a:noAutofit/>
          </a:bodyPr>
          <a:p>
            <a:pPr>
              <a:lnSpc>
                <a:spcPct val="100000"/>
              </a:lnSpc>
              <a:buNone/>
            </a:pPr>
            <a:r>
              <a:rPr b="0" lang="en-IN" sz="1800" spc="-1" strike="noStrike">
                <a:latin typeface="Arial"/>
              </a:rPr>
              <a:t>Dynamic library</a:t>
            </a:r>
            <a:endParaRPr b="0" lang="en-IN" sz="1800" spc="-1" strike="noStrike">
              <a:latin typeface="Arial"/>
            </a:endParaRPr>
          </a:p>
        </p:txBody>
      </p:sp>
      <p:sp>
        <p:nvSpPr>
          <p:cNvPr id="92" name=""/>
          <p:cNvSpPr/>
          <p:nvPr/>
        </p:nvSpPr>
        <p:spPr>
          <a:xfrm>
            <a:off x="0" y="710280"/>
            <a:ext cx="9748800" cy="1880640"/>
          </a:xfrm>
          <a:prstGeom prst="rect">
            <a:avLst/>
          </a:prstGeom>
          <a:noFill/>
          <a:ln w="18000">
            <a:noFill/>
          </a:ln>
        </p:spPr>
        <p:style>
          <a:lnRef idx="0"/>
          <a:fillRef idx="0"/>
          <a:effectRef idx="0"/>
          <a:fontRef idx="minor"/>
        </p:style>
        <p:txBody>
          <a:bodyPr lIns="90000" rIns="90000" tIns="45000" bIns="45000" anchor="t">
            <a:noAutofit/>
          </a:bodyPr>
          <a:p>
            <a:pPr>
              <a:lnSpc>
                <a:spcPct val="100000"/>
              </a:lnSpc>
              <a:buNone/>
            </a:pPr>
            <a:r>
              <a:rPr b="0" lang="en-IN" sz="1800" spc="-1" strike="noStrike">
                <a:solidFill>
                  <a:srgbClr val="000000"/>
                </a:solidFill>
                <a:latin typeface="Arial"/>
                <a:ea typeface="DejaVu Sans"/>
              </a:rPr>
              <a:t>shared library is that a single copy of the object modules is shared by all programs requiring the modules. </a:t>
            </a:r>
            <a:endParaRPr b="0" lang="en-IN" sz="1800" spc="-1" strike="noStrike">
              <a:latin typeface="Arial"/>
            </a:endParaRPr>
          </a:p>
          <a:p>
            <a:pPr>
              <a:lnSpc>
                <a:spcPct val="100000"/>
              </a:lnSpc>
              <a:buNone/>
            </a:pPr>
            <a:r>
              <a:rPr b="0" lang="en-IN" sz="1800" spc="-1" strike="noStrike">
                <a:solidFill>
                  <a:srgbClr val="000000"/>
                </a:solidFill>
                <a:latin typeface="Arial"/>
                <a:ea typeface="DejaVu Sans"/>
              </a:rPr>
              <a:t>-&gt; The object modules are not copied into the linked executable; instead, a single copy of the library is loaded into memory at run time, when the first program requiring modules from the shared library is started. When other programs using the same shared library are later executed, they use the copy of the library that is already loaded into memory. The use of shared libraries means that executable programs require less space on disk and (when running) in virtual memory.</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r>
              <a:rPr b="0" lang="en-IN" sz="1800" spc="-1" strike="noStrike">
                <a:solidFill>
                  <a:srgbClr val="000000"/>
                </a:solidFill>
                <a:latin typeface="Arial"/>
                <a:ea typeface="DejaVu Sans"/>
              </a:rPr>
              <a:t>-&gt; Global or static variables in a shared library are placed in the data section, which is not shared between processes. Each process gets its own copy of writable data (via Copy-On-Write if initially the same).</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r>
              <a:rPr b="0" lang="en-IN" sz="1800" spc="-1" strike="noStrike">
                <a:solidFill>
                  <a:srgbClr val="000000"/>
                </a:solidFill>
                <a:latin typeface="Arial"/>
                <a:ea typeface="DejaVu Sans"/>
              </a:rPr>
              <a:t>-&gt; The cc –fPIC option specifies that the compiler should generate position-independent</a:t>
            </a:r>
            <a:endParaRPr b="0" lang="en-IN" sz="1800" spc="-1" strike="noStrike">
              <a:latin typeface="Arial"/>
            </a:endParaRPr>
          </a:p>
          <a:p>
            <a:pPr>
              <a:lnSpc>
                <a:spcPct val="100000"/>
              </a:lnSpc>
              <a:buNone/>
            </a:pPr>
            <a:r>
              <a:rPr b="0" lang="en-IN" sz="1800" spc="-1" strike="noStrike">
                <a:solidFill>
                  <a:srgbClr val="000000"/>
                </a:solidFill>
                <a:latin typeface="Arial"/>
                <a:ea typeface="DejaVu Sans"/>
              </a:rPr>
              <a:t>code. This changes the way that the compiler generates code for operations such as accessing global, static, and external variables; accessing string constants; and taking the addresses of functions. These changes allow the code to be located at any</a:t>
            </a:r>
            <a:endParaRPr b="0" lang="en-IN" sz="1800" spc="-1" strike="noStrike">
              <a:latin typeface="Arial"/>
            </a:endParaRPr>
          </a:p>
          <a:p>
            <a:pPr>
              <a:lnSpc>
                <a:spcPct val="100000"/>
              </a:lnSpc>
              <a:buNone/>
            </a:pPr>
            <a:r>
              <a:rPr b="0" lang="en-IN" sz="1800" spc="-1" strike="noStrike">
                <a:solidFill>
                  <a:srgbClr val="000000"/>
                </a:solidFill>
                <a:latin typeface="Arial"/>
                <a:ea typeface="DejaVu Sans"/>
              </a:rPr>
              <a:t>virtual address at run time. This is necessary for shared libraries, since there is no</a:t>
            </a:r>
            <a:endParaRPr b="0" lang="en-IN" sz="1800" spc="-1" strike="noStrike">
              <a:latin typeface="Arial"/>
            </a:endParaRPr>
          </a:p>
          <a:p>
            <a:pPr>
              <a:lnSpc>
                <a:spcPct val="100000"/>
              </a:lnSpc>
              <a:buNone/>
            </a:pPr>
            <a:r>
              <a:rPr b="0" lang="en-IN" sz="1800" spc="-1" strike="noStrike">
                <a:solidFill>
                  <a:srgbClr val="000000"/>
                </a:solidFill>
                <a:latin typeface="Arial"/>
                <a:ea typeface="DejaVu Sans"/>
              </a:rPr>
              <a:t>way of knowing at link time where the shared library code will be located in memory.</a:t>
            </a:r>
            <a:endParaRPr b="0" lang="en-IN" sz="1800" spc="-1" strike="noStrike">
              <a:latin typeface="Arial"/>
            </a:endParaRPr>
          </a:p>
        </p:txBody>
      </p:sp>
      <p:sp>
        <p:nvSpPr>
          <p:cNvPr id="3" name="PlaceHolder 2"/>
          <p:cNvSpPr>
            <a:spLocks noGrp="1"/>
          </p:cNvSpPr>
          <p:nvPr>
            <p:ph type="sldNum" idx="2"/>
          </p:nvPr>
        </p:nvSpPr>
        <p:spPr/>
        <p:txBody>
          <a:bodyPr/>
          <a:p>
            <a:fld id="{2DC36B3D-5953-4FFE-95CE-4EE3F3D1BBA0}" type="slidenum">
              <a:t>4</a:t>
            </a:fld>
          </a:p>
        </p:txBody>
      </p:sp>
      <p:sp>
        <p:nvSpPr>
          <p:cNvPr id="4" name="PlaceHolder 3"/>
          <p:cNvSpPr>
            <a:spLocks noGrp="1"/>
          </p:cNvSpPr>
          <p:nvPr>
            <p:ph type="dt" idx="3"/>
          </p:nvPr>
        </p:nvSpPr>
        <p:spPr/>
        <p:txBody>
          <a:bodyPr/>
          <a:p>
            <a:fld id="{F9240D30-474E-4E69-9F0D-874E75A0D799}" type="datetime1">
              <a:rPr lang="en-IN"/>
              <a:t>22/06/2025</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3" name="" descr=""/>
          <p:cNvPicPr/>
          <p:nvPr/>
        </p:nvPicPr>
        <p:blipFill>
          <a:blip r:embed="rId1"/>
          <a:stretch/>
        </p:blipFill>
        <p:spPr>
          <a:xfrm>
            <a:off x="504000" y="921600"/>
            <a:ext cx="3095640" cy="3830040"/>
          </a:xfrm>
          <a:prstGeom prst="rect">
            <a:avLst/>
          </a:prstGeom>
          <a:ln w="0">
            <a:noFill/>
          </a:ln>
        </p:spPr>
      </p:pic>
      <p:sp>
        <p:nvSpPr>
          <p:cNvPr id="94" name=""/>
          <p:cNvSpPr/>
          <p:nvPr/>
        </p:nvSpPr>
        <p:spPr>
          <a:xfrm>
            <a:off x="3691080" y="792000"/>
            <a:ext cx="6244560" cy="38876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1800" spc="-1" strike="noStrike">
                <a:solidFill>
                  <a:srgbClr val="000000"/>
                </a:solidFill>
                <a:latin typeface="Arial"/>
                <a:ea typeface="DejaVu Sans"/>
              </a:rPr>
              <a:t>Dynamic linking, which is the task of resolving the embedded library name at run time. This task is performed by the dynamic linker (also called the dynamic linking loader or the run-time linker). The dynamic linker is itself a shared library, named </a:t>
            </a:r>
            <a:r>
              <a:rPr b="1" lang="en-IN" sz="1800" spc="-1" strike="noStrike">
                <a:solidFill>
                  <a:srgbClr val="000000"/>
                </a:solidFill>
                <a:latin typeface="Arial"/>
                <a:ea typeface="DejaVu Sans"/>
              </a:rPr>
              <a:t>/lib/ld-linux.so.2,</a:t>
            </a:r>
            <a:r>
              <a:rPr b="0" lang="en-IN" sz="1800" spc="-1" strike="noStrike">
                <a:solidFill>
                  <a:srgbClr val="000000"/>
                </a:solidFill>
                <a:latin typeface="Arial"/>
                <a:ea typeface="DejaVu Sans"/>
              </a:rPr>
              <a:t> which is employed by every ELF executable that uses shared libraries.</a:t>
            </a:r>
            <a:endParaRPr b="0" lang="en-IN" sz="1800" spc="-1" strike="noStrike">
              <a:latin typeface="Arial"/>
            </a:endParaRPr>
          </a:p>
        </p:txBody>
      </p:sp>
      <p:sp>
        <p:nvSpPr>
          <p:cNvPr id="2" name="PlaceHolder 1"/>
          <p:cNvSpPr>
            <a:spLocks noGrp="1"/>
          </p:cNvSpPr>
          <p:nvPr>
            <p:ph type="sldNum" idx="2"/>
          </p:nvPr>
        </p:nvSpPr>
        <p:spPr/>
        <p:txBody>
          <a:bodyPr/>
          <a:p>
            <a:fld id="{762D7F03-FD67-40E3-A632-456C316D3ABB}" type="slidenum">
              <a:t>5</a:t>
            </a:fld>
          </a:p>
        </p:txBody>
      </p:sp>
      <p:sp>
        <p:nvSpPr>
          <p:cNvPr id="3" name="PlaceHolder 2"/>
          <p:cNvSpPr>
            <a:spLocks noGrp="1"/>
          </p:cNvSpPr>
          <p:nvPr>
            <p:ph type="dt" idx="3"/>
          </p:nvPr>
        </p:nvSpPr>
        <p:spPr/>
        <p:txBody>
          <a:bodyPr/>
          <a:p>
            <a:fld id="{BE9B43BE-58E9-4188-830D-8A901E15A792}" type="datetime1">
              <a:rPr lang="en-IN"/>
              <a:t>22/06/2025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360000" y="180000"/>
            <a:ext cx="9358920" cy="4770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96" name=""/>
          <p:cNvSpPr/>
          <p:nvPr/>
        </p:nvSpPr>
        <p:spPr>
          <a:xfrm>
            <a:off x="288000" y="936000"/>
            <a:ext cx="8909280" cy="1368720"/>
          </a:xfrm>
          <a:prstGeom prst="rect">
            <a:avLst/>
          </a:prstGeom>
          <a:noFill/>
          <a:ln w="18000">
            <a:noFill/>
          </a:ln>
        </p:spPr>
        <p:style>
          <a:lnRef idx="0"/>
          <a:fillRef idx="0"/>
          <a:effectRef idx="0"/>
          <a:fontRef idx="minor"/>
        </p:style>
        <p:txBody>
          <a:bodyPr lIns="90000" rIns="90000" tIns="45000" bIns="45000" anchor="t">
            <a:noAutofit/>
          </a:bodyPr>
          <a:p>
            <a:pPr>
              <a:lnSpc>
                <a:spcPct val="100000"/>
              </a:lnSpc>
              <a:buNone/>
            </a:pPr>
            <a:r>
              <a:rPr b="0" lang="en-IN" sz="1800" spc="-1" strike="noStrike">
                <a:solidFill>
                  <a:srgbClr val="000000"/>
                </a:solidFill>
                <a:latin typeface="Arial"/>
                <a:ea typeface="DejaVu Sans"/>
              </a:rPr>
              <a:t>rama@rama-Inspiron-3501:~/Downloads/Corporate_trainings/siemen/Linux_userspace/3-Make/string$ ldd ./a.out </a:t>
            </a:r>
            <a:endParaRPr b="0" lang="en-IN" sz="1800" spc="-1" strike="noStrike">
              <a:latin typeface="Arial"/>
            </a:endParaRPr>
          </a:p>
          <a:p>
            <a:pPr>
              <a:lnSpc>
                <a:spcPct val="100000"/>
              </a:lnSpc>
              <a:buNone/>
            </a:pP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linux-vdso.so.1 (0x00007ffefedd8000)</a:t>
            </a:r>
            <a:endParaRPr b="0" lang="en-IN" sz="1800" spc="-1" strike="noStrike">
              <a:latin typeface="Arial"/>
            </a:endParaRPr>
          </a:p>
          <a:p>
            <a:pPr>
              <a:lnSpc>
                <a:spcPct val="100000"/>
              </a:lnSpc>
              <a:buNone/>
            </a:pP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libctest.so (0x00007fc8acc5c000)</a:t>
            </a:r>
            <a:endParaRPr b="0" lang="en-IN" sz="1800" spc="-1" strike="noStrike">
              <a:latin typeface="Arial"/>
            </a:endParaRPr>
          </a:p>
          <a:p>
            <a:pPr>
              <a:lnSpc>
                <a:spcPct val="100000"/>
              </a:lnSpc>
              <a:buNone/>
            </a:pP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libc.so.6 =&gt; /lib/x86_64-linux-gnu/libc.so.6 (0x00007fc8aca00000)</a:t>
            </a:r>
            <a:endParaRPr b="0" lang="en-IN" sz="1800" spc="-1" strike="noStrike">
              <a:latin typeface="Arial"/>
            </a:endParaRPr>
          </a:p>
          <a:p>
            <a:pPr>
              <a:lnSpc>
                <a:spcPct val="100000"/>
              </a:lnSpc>
              <a:buNone/>
            </a:pP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/lib64/ld-linux-x86-64.so.2 (0x00007fc8acc68000)</a:t>
            </a:r>
            <a:endParaRPr b="0" lang="en-IN" sz="1800" spc="-1" strike="noStrike">
              <a:latin typeface="Arial"/>
            </a:endParaRPr>
          </a:p>
          <a:p>
            <a:pPr>
              <a:lnSpc>
                <a:spcPct val="100000"/>
              </a:lnSpc>
              <a:buNone/>
            </a:pPr>
            <a:r>
              <a:rPr b="0" lang="en-IN" sz="1800" spc="-1" strike="noStrike">
                <a:solidFill>
                  <a:srgbClr val="000000"/>
                </a:solidFill>
                <a:latin typeface="Arial"/>
                <a:ea typeface="DejaVu Sans"/>
              </a:rPr>
              <a:t>-&gt; cat /proc/$PID/maps  -- Check inode for static and dynamic library</a:t>
            </a:r>
            <a:endParaRPr b="0" lang="en-IN" sz="1800" spc="-1" strike="noStrike">
              <a:latin typeface="Arial"/>
            </a:endParaRPr>
          </a:p>
          <a:p>
            <a:pPr>
              <a:lnSpc>
                <a:spcPct val="100000"/>
              </a:lnSpc>
              <a:buNone/>
            </a:pPr>
            <a:r>
              <a:rPr b="0" lang="en-IN" sz="1800" spc="-1" strike="noStrike">
                <a:solidFill>
                  <a:srgbClr val="000000"/>
                </a:solidFill>
                <a:latin typeface="Arial"/>
                <a:ea typeface="DejaVu Sans"/>
              </a:rPr>
              <a:t>-&gt; objdump – Analyse the output  for static and dynamic library</a:t>
            </a:r>
            <a:endParaRPr b="0" lang="en-IN" sz="1800" spc="-1" strike="noStrike">
              <a:latin typeface="Arial"/>
            </a:endParaRPr>
          </a:p>
          <a:p>
            <a:pPr>
              <a:lnSpc>
                <a:spcPct val="100000"/>
              </a:lnSpc>
              <a:buNone/>
            </a:pPr>
            <a:endParaRPr b="0" lang="en-IN" sz="1800" spc="-1" strike="noStrike">
              <a:latin typeface="Arial"/>
            </a:endParaRPr>
          </a:p>
        </p:txBody>
      </p:sp>
      <p:sp>
        <p:nvSpPr>
          <p:cNvPr id="3" name="PlaceHolder 2"/>
          <p:cNvSpPr>
            <a:spLocks noGrp="1"/>
          </p:cNvSpPr>
          <p:nvPr>
            <p:ph type="sldNum" idx="2"/>
          </p:nvPr>
        </p:nvSpPr>
        <p:spPr/>
        <p:txBody>
          <a:bodyPr/>
          <a:p>
            <a:fld id="{62ECC928-2821-4AB3-B01E-8625FFA3E883}" type="slidenum">
              <a:t>6</a:t>
            </a:fld>
          </a:p>
        </p:txBody>
      </p:sp>
      <p:sp>
        <p:nvSpPr>
          <p:cNvPr id="4" name="PlaceHolder 3"/>
          <p:cNvSpPr>
            <a:spLocks noGrp="1"/>
          </p:cNvSpPr>
          <p:nvPr>
            <p:ph type="dt" idx="3"/>
          </p:nvPr>
        </p:nvSpPr>
        <p:spPr/>
        <p:txBody>
          <a:bodyPr/>
          <a:p>
            <a:fld id="{E72A9029-DCB1-4268-877F-8E318A073433}" type="datetime1">
              <a:rPr lang="en-IN"/>
              <a:t>22/06/2025</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81</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2025-06-05T20:39:25Z</dcterms:created>
  <dc:creator/>
  <dc:description/>
  <dc:language>en-IN</dc:language>
  <cp:lastModifiedBy/>
  <dcterms:modified xsi:type="dcterms:W3CDTF">2025-06-22T21:46:49Z</dcterms:modified>
  <cp:revision>19</cp:revision>
  <dc:subject/>
  <dc:title>Blue Curve</dc:title>
</cp:coreProperties>
</file>

<file path=docProps/custom.xml><?xml version="1.0" encoding="utf-8"?>
<Properties xmlns="http://schemas.openxmlformats.org/officeDocument/2006/custom-properties" xmlns:vt="http://schemas.openxmlformats.org/officeDocument/2006/docPropsVTypes"/>
</file>