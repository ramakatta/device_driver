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45.xml.rels" ContentType="application/vnd.openxmlformats-package.relationships+xml"/>
  <Override PartName="/ppt/slideMasters/_rels/slideMaster10.xml.rels" ContentType="application/vnd.openxmlformats-package.relationships+xml"/>
  <Override PartName="/ppt/slideMasters/_rels/slideMaster47.xml.rels" ContentType="application/vnd.openxmlformats-package.relationships+xml"/>
  <Override PartName="/ppt/slideMasters/_rels/slideMaster5.xml.rels" ContentType="application/vnd.openxmlformats-package.relationships+xml"/>
  <Override PartName="/ppt/slideMasters/_rels/slideMaster40.xml.rels" ContentType="application/vnd.openxmlformats-package.relationships+xml"/>
  <Override PartName="/ppt/slideMasters/_rels/slideMaster46.xml.rels" ContentType="application/vnd.openxmlformats-package.relationships+xml"/>
  <Override PartName="/ppt/slideMasters/_rels/slideMaster11.xml.rels" ContentType="application/vnd.openxmlformats-package.relationships+xml"/>
  <Override PartName="/ppt/slideMasters/_rels/slideMaster48.xml.rels" ContentType="application/vnd.openxmlformats-package.relationships+xml"/>
  <Override PartName="/ppt/slideMasters/_rels/slideMaster2.xml.rels" ContentType="application/vnd.openxmlformats-package.relationships+xml"/>
  <Override PartName="/ppt/slideMasters/_rels/slideMaster6.xml.rels" ContentType="application/vnd.openxmlformats-package.relationships+xml"/>
  <Override PartName="/ppt/slideMasters/_rels/slideMaster41.xml.rels" ContentType="application/vnd.openxmlformats-package.relationships+xml"/>
  <Override PartName="/ppt/slideMasters/_rels/slideMaster12.xml.rels" ContentType="application/vnd.openxmlformats-package.relationships+xml"/>
  <Override PartName="/ppt/slideMasters/_rels/slideMaster49.xml.rels" ContentType="application/vnd.openxmlformats-package.relationships+xml"/>
  <Override PartName="/ppt/slideMasters/_rels/slideMaster3.xml.rels" ContentType="application/vnd.openxmlformats-package.relationships+xml"/>
  <Override PartName="/ppt/slideMasters/_rels/slideMaster28.xml.rels" ContentType="application/vnd.openxmlformats-package.relationships+xml"/>
  <Override PartName="/ppt/slideMasters/_rels/slideMaster30.xml.rels" ContentType="application/vnd.openxmlformats-package.relationships+xml"/>
  <Override PartName="/ppt/slideMasters/_rels/slideMaster43.xml.rels" ContentType="application/vnd.openxmlformats-package.relationships+xml"/>
  <Override PartName="/ppt/slideMasters/_rels/slideMaster8.xml.rels" ContentType="application/vnd.openxmlformats-package.relationships+xml"/>
  <Override PartName="/ppt/slideMasters/_rels/slideMaster29.xml.rels" ContentType="application/vnd.openxmlformats-package.relationships+xml"/>
  <Override PartName="/ppt/slideMasters/_rels/slideMaster26.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22.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1.xml.rels" ContentType="application/vnd.openxmlformats-package.relationships+xml"/>
  <Override PartName="/ppt/slideMasters/_rels/slideMaster9.xml.rels" ContentType="application/vnd.openxmlformats-package.relationships+xml"/>
  <Override PartName="/ppt/slideMasters/_rels/slideMaster44.xml.rels" ContentType="application/vnd.openxmlformats-package.relationships+xml"/>
  <Override PartName="/ppt/slideMasters/_rels/slideMaster13.xml.rels" ContentType="application/vnd.openxmlformats-package.relationships+xml"/>
  <Override PartName="/ppt/slideMasters/_rels/slideMaster27.xml.rels" ContentType="application/vnd.openxmlformats-package.relationships+xml"/>
  <Override PartName="/ppt/slideMasters/_rels/slideMaster32.xml.rels" ContentType="application/vnd.openxmlformats-package.relationships+xml"/>
  <Override PartName="/ppt/slideMasters/_rels/slideMaster33.xml.rels" ContentType="application/vnd.openxmlformats-package.relationships+xml"/>
  <Override PartName="/ppt/slideMasters/_rels/slideMaster34.xml.rels" ContentType="application/vnd.openxmlformats-package.relationships+xml"/>
  <Override PartName="/ppt/slideMasters/_rels/slideMaster35.xml.rels" ContentType="application/vnd.openxmlformats-package.relationships+xml"/>
  <Override PartName="/ppt/slideMasters/_rels/slideMaster36.xml.rels" ContentType="application/vnd.openxmlformats-package.relationships+xml"/>
  <Override PartName="/ppt/slideMasters/_rels/slideMaster37.xml.rels" ContentType="application/vnd.openxmlformats-package.relationships+xml"/>
  <Override PartName="/ppt/slideMasters/_rels/slideMaster38.xml.rels" ContentType="application/vnd.openxmlformats-package.relationships+xml"/>
  <Override PartName="/ppt/slideMasters/_rels/slideMaster39.xml.rels" ContentType="application/vnd.openxmlformats-package.relationships+xml"/>
  <Override PartName="/ppt/slideMasters/_rels/slideMaster7.xml.rels" ContentType="application/vnd.openxmlformats-package.relationships+xml"/>
  <Override PartName="/ppt/slideMasters/_rels/slideMaster42.xml.rels" ContentType="application/vnd.openxmlformats-package.relationships+xml"/>
  <Override PartName="/ppt/slideMasters/_rels/slideMaster31.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slideMaster9.xml" ContentType="application/vnd.openxmlformats-officedocument.presentationml.slideMaster+xml"/>
  <Override PartName="/ppt/slideMasters/slideMaster14.xml" ContentType="application/vnd.openxmlformats-officedocument.presentationml.slideMaster+xml"/>
  <Override PartName="/ppt/slideMasters/slideMaster8.xml" ContentType="application/vnd.openxmlformats-officedocument.presentationml.slideMaster+xml"/>
  <Override PartName="/ppt/slideMasters/slideMaster26.xml" ContentType="application/vnd.openxmlformats-officedocument.presentationml.slideMaster+xml"/>
  <Override PartName="/ppt/slideMasters/slideMaster1.xml" ContentType="application/vnd.openxmlformats-officedocument.presentationml.slideMaster+xml"/>
  <Override PartName="/ppt/slideMasters/slideMaster44.xml" ContentType="application/vnd.openxmlformats-officedocument.presentationml.slideMaster+xml"/>
  <Override PartName="/ppt/slideMasters/slideMaster13.xml" ContentType="application/vnd.openxmlformats-officedocument.presentationml.slideMaster+xml"/>
  <Override PartName="/ppt/slideMasters/slideMaster7.xml" ContentType="application/vnd.openxmlformats-officedocument.presentationml.slideMaster+xml"/>
  <Override PartName="/ppt/slideMasters/slideMaster27.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40.xml" ContentType="application/vnd.openxmlformats-officedocument.presentationml.slideMaster+xml"/>
  <Override PartName="/ppt/slideMasters/slideMaster39.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31.xml" ContentType="application/vnd.openxmlformats-officedocument.presentationml.slideMaster+xml"/>
  <Override PartName="/ppt/slideMasters/slideMaster29.xml" ContentType="application/vnd.openxmlformats-officedocument.presentationml.slideMaster+xml"/>
  <Override PartName="/ppt/slideMasters/slideMaster43.xml" ContentType="application/vnd.openxmlformats-officedocument.presentationml.slideMaster+xml"/>
  <Override PartName="/ppt/slideMasters/slideMaster30.xml" ContentType="application/vnd.openxmlformats-officedocument.presentationml.slideMaster+xml"/>
  <Override PartName="/ppt/slideMasters/slideMaster28.xml" ContentType="application/vnd.openxmlformats-officedocument.presentationml.slideMaster+xml"/>
  <Override PartName="/ppt/slideMasters/slideMaster6.xml" ContentType="application/vnd.openxmlformats-officedocument.presentationml.slideMaster+xml"/>
  <Override PartName="/ppt/slideMasters/slideMaster49.xml" ContentType="application/vnd.openxmlformats-officedocument.presentationml.slideMaster+xml"/>
  <Override PartName="/ppt/slideMasters/slideMaster12.xml" ContentType="application/vnd.openxmlformats-officedocument.presentationml.slideMaster+xml"/>
  <Override PartName="/ppt/slideMasters/slideMaster5.xml" ContentType="application/vnd.openxmlformats-officedocument.presentationml.slideMaster+xml"/>
  <Override PartName="/ppt/slideMasters/slideMaster48.xml" ContentType="application/vnd.openxmlformats-officedocument.presentationml.slideMaster+xml"/>
  <Override PartName="/ppt/slideMasters/slideMaster11.xml" ContentType="application/vnd.openxmlformats-officedocument.presentationml.slideMaster+xml"/>
  <Override PartName="/ppt/slideMasters/slideMaster3.xml" ContentType="application/vnd.openxmlformats-officedocument.presentationml.slideMaster+xml"/>
  <Override PartName="/ppt/slideMasters/slideMaster46.xml" ContentType="application/vnd.openxmlformats-officedocument.presentationml.slideMaster+xml"/>
  <Override PartName="/ppt/slideMasters/slideMaster4.xml" ContentType="application/vnd.openxmlformats-officedocument.presentationml.slideMaster+xml"/>
  <Override PartName="/ppt/slideMasters/slideMaster47.xml" ContentType="application/vnd.openxmlformats-officedocument.presentationml.slideMaster+xml"/>
  <Override PartName="/ppt/slideMasters/slideMaster10.xml" ContentType="application/vnd.openxmlformats-officedocument.presentationml.slideMaster+xml"/>
  <Override PartName="/ppt/slideMasters/slideMaster45.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48.xml" ContentType="application/vnd.openxmlformats-officedocument.theme+xml"/>
  <Override PartName="/ppt/theme/theme2.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39.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7.xml" ContentType="application/vnd.openxmlformats-officedocument.theme+xml"/>
  <Override PartName="/ppt/theme/theme10.xml" ContentType="application/vnd.openxmlformats-officedocument.theme+xml"/>
  <Override PartName="/ppt/theme/theme46.xml" ContentType="application/vnd.openxmlformats-officedocument.theme+xml"/>
  <Override PartName="/ppt/theme/theme50.xml" ContentType="application/vnd.openxmlformats-officedocument.theme+xml"/>
  <Override PartName="/ppt/theme/theme13.xml" ContentType="application/vnd.openxmlformats-officedocument.theme+xml"/>
  <Override PartName="/ppt/theme/theme9.xml" ContentType="application/vnd.openxmlformats-officedocument.theme+xml"/>
  <Override PartName="/ppt/theme/theme36.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12.xml" ContentType="application/vnd.openxmlformats-officedocument.theme+xml"/>
  <Override PartName="/ppt/theme/theme49.xml" ContentType="application/vnd.openxmlformats-officedocument.theme+xml"/>
  <Override PartName="/ppt/_rels/presentation.xml.rels" ContentType="application/vnd.openxmlformats-package.relationships+xml"/>
  <Override PartName="/ppt/media/image1.jpeg" ContentType="image/jpeg"/>
  <Override PartName="/ppt/media/image2.png" ContentType="image/png"/>
  <Override PartName="/ppt/media/image3.png" ContentType="image/png"/>
  <Override PartName="/ppt/media/image4.png" ContentType="image/png"/>
  <Override PartName="/ppt/media/image5.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22.xml" ContentType="application/vnd.openxmlformats-officedocument.presentationml.slideLayout+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47.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2.xml.rels" ContentType="application/vnd.openxmlformats-package.relationships+xml"/>
  <Override PartName="/ppt/slideLayouts/_rels/slideLayout49.xml.rels" ContentType="application/vnd.openxmlformats-package.relationships+xml"/>
  <Override PartName="/ppt/slideLayouts/_rels/slideLayout4.xml.rels" ContentType="application/vnd.openxmlformats-package.relationships+xml"/>
  <Override PartName="/ppt/slideLayouts/_rels/slideLayout48.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8.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36.xml.rels" ContentType="application/vnd.openxmlformats-package.relationships+xml"/>
  <Override PartName="/ppt/slideLayouts/_rels/slideLayout24.xml.rels" ContentType="application/vnd.openxmlformats-package.relationships+xml"/>
  <Override PartName="/ppt/slideLayouts/_rels/slideLayout27.xml.rels" ContentType="application/vnd.openxmlformats-package.relationships+xml"/>
  <Override PartName="/ppt/slideLayouts/_rels/slideLayout39.xml.rels" ContentType="application/vnd.openxmlformats-package.relationships+xml"/>
  <Override PartName="/ppt/slideLayouts/_rels/slideLayout41.xml.rels" ContentType="application/vnd.openxmlformats-package.relationships+xml"/>
  <Override PartName="/ppt/slideLayouts/_rels/slideLayout35.xml.rels" ContentType="application/vnd.openxmlformats-package.relationships+xml"/>
  <Override PartName="/ppt/slideLayouts/_rels/slideLayout23.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33.xml.rels" ContentType="application/vnd.openxmlformats-package.relationships+xml"/>
  <Override PartName="/ppt/slideLayouts/_rels/slideLayout45.xml.rels" ContentType="application/vnd.openxmlformats-package.relationships+xml"/>
  <Override PartName="/ppt/slideLayouts/_rels/slideLayout34.xml.rels" ContentType="application/vnd.openxmlformats-package.relationships+xml"/>
  <Override PartName="/ppt/slideLayouts/_rels/slideLayout1.xml.rels" ContentType="application/vnd.openxmlformats-package.relationships+xml"/>
  <Override PartName="/ppt/slideLayouts/_rels/slideLayout46.xml.rels" ContentType="application/vnd.openxmlformats-package.relationships+xml"/>
  <Override PartName="/ppt/slideLayouts/_rels/slideLayout32.xml.rels" ContentType="application/vnd.openxmlformats-package.relationships+xml"/>
  <Override PartName="/ppt/slideLayouts/_rels/slideLayout31.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33.xml" ContentType="application/vnd.openxmlformats-officedocument.presentationml.slideLayout+xml"/>
  <Override PartName="/ppt/slideLayouts/slideLayout9.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2.xml" ContentType="application/vnd.openxmlformats-officedocument.presentationml.slideLayout+xml"/>
  <Override PartName="/ppt/slideLayouts/slideLayout8.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notesSlides/notesSlide22.xml" ContentType="application/vnd.openxmlformats-officedocument.presentationml.notesSlide+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23.xml.rels" ContentType="application/vnd.openxmlformats-package.relationships+xml"/>
  <Override PartName="/ppt/notesSlides/_rels/notesSlide11.xml.rels" ContentType="application/vnd.openxmlformats-package.relationships+xml"/>
  <Override PartName="/ppt/notesSlides/_rels/notesSlide22.xml.rels" ContentType="application/vnd.openxmlformats-package.relationships+xml"/>
  <Override PartName="/ppt/notesSlides/_rels/notesSlide10.xml.rels" ContentType="application/vnd.openxmlformats-package.relationships+xml"/>
  <Override PartName="/ppt/notesSlides/_rels/notesSlide21.xml.rels" ContentType="application/vnd.openxmlformats-package.relationships+xml"/>
  <Override PartName="/ppt/notesSlides/_rels/notesSlide7.xml.rels" ContentType="application/vnd.openxmlformats-package.relationships+xml"/>
  <Override PartName="/ppt/notesSlides/notesSlide11.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28" r:id="rId42"/>
    <p:sldMasterId id="2147483730" r:id="rId43"/>
    <p:sldMasterId id="2147483732" r:id="rId44"/>
    <p:sldMasterId id="2147483734" r:id="rId45"/>
    <p:sldMasterId id="2147483736" r:id="rId46"/>
    <p:sldMasterId id="2147483738" r:id="rId47"/>
    <p:sldMasterId id="2147483740" r:id="rId48"/>
    <p:sldMasterId id="2147483742" r:id="rId49"/>
    <p:sldMasterId id="2147483744" r:id="rId50"/>
  </p:sldMasterIdLst>
  <p:notesMasterIdLst>
    <p:notesMasterId r:id="rId51"/>
  </p:notesMasterIdLst>
  <p:sldIdLst>
    <p:sldId id="256" r:id="rId52"/>
    <p:sldId id="257" r:id="rId53"/>
    <p:sldId id="258" r:id="rId54"/>
    <p:sldId id="259" r:id="rId55"/>
    <p:sldId id="260" r:id="rId56"/>
    <p:sldId id="261" r:id="rId57"/>
    <p:sldId id="262" r:id="rId58"/>
    <p:sldId id="263" r:id="rId59"/>
    <p:sldId id="264" r:id="rId60"/>
    <p:sldId id="265" r:id="rId61"/>
    <p:sldId id="266" r:id="rId62"/>
    <p:sldId id="267" r:id="rId63"/>
    <p:sldId id="268" r:id="rId64"/>
    <p:sldId id="269" r:id="rId65"/>
    <p:sldId id="270" r:id="rId66"/>
    <p:sldId id="271" r:id="rId67"/>
    <p:sldId id="272" r:id="rId68"/>
    <p:sldId id="273" r:id="rId69"/>
    <p:sldId id="274" r:id="rId70"/>
    <p:sldId id="275" r:id="rId71"/>
    <p:sldId id="276" r:id="rId72"/>
    <p:sldId id="277" r:id="rId73"/>
    <p:sldId id="278" r:id="rId74"/>
    <p:sldId id="279" r:id="rId75"/>
    <p:sldId id="280" r:id="rId76"/>
    <p:sldId id="281" r:id="rId77"/>
    <p:sldId id="282" r:id="rId78"/>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slideMaster" Target="slideMasters/slideMaster43.xml"/><Relationship Id="rId45" Type="http://schemas.openxmlformats.org/officeDocument/2006/relationships/slideMaster" Target="slideMasters/slideMaster44.xml"/><Relationship Id="rId46" Type="http://schemas.openxmlformats.org/officeDocument/2006/relationships/slideMaster" Target="slideMasters/slideMaster45.xml"/><Relationship Id="rId47" Type="http://schemas.openxmlformats.org/officeDocument/2006/relationships/slideMaster" Target="slideMasters/slideMaster46.xml"/><Relationship Id="rId48" Type="http://schemas.openxmlformats.org/officeDocument/2006/relationships/slideMaster" Target="slideMasters/slideMaster47.xml"/><Relationship Id="rId49" Type="http://schemas.openxmlformats.org/officeDocument/2006/relationships/slideMaster" Target="slideMasters/slideMaster48.xml"/><Relationship Id="rId50" Type="http://schemas.openxmlformats.org/officeDocument/2006/relationships/slideMaster" Target="slideMasters/slideMaster49.xml"/><Relationship Id="rId51" Type="http://schemas.openxmlformats.org/officeDocument/2006/relationships/notesMaster" Target="notesMasters/notesMaster1.xml"/><Relationship Id="rId52" Type="http://schemas.openxmlformats.org/officeDocument/2006/relationships/slide" Target="slides/slide1.xml"/><Relationship Id="rId53" Type="http://schemas.openxmlformats.org/officeDocument/2006/relationships/slide" Target="slides/slide2.xml"/><Relationship Id="rId54" Type="http://schemas.openxmlformats.org/officeDocument/2006/relationships/slide" Target="slides/slide3.xml"/><Relationship Id="rId55" Type="http://schemas.openxmlformats.org/officeDocument/2006/relationships/slide" Target="slides/slide4.xml"/><Relationship Id="rId56" Type="http://schemas.openxmlformats.org/officeDocument/2006/relationships/slide" Target="slides/slide5.xml"/><Relationship Id="rId57" Type="http://schemas.openxmlformats.org/officeDocument/2006/relationships/slide" Target="slides/slide6.xml"/><Relationship Id="rId58" Type="http://schemas.openxmlformats.org/officeDocument/2006/relationships/slide" Target="slides/slide7.xml"/><Relationship Id="rId59" Type="http://schemas.openxmlformats.org/officeDocument/2006/relationships/slide" Target="slides/slide8.xml"/><Relationship Id="rId60" Type="http://schemas.openxmlformats.org/officeDocument/2006/relationships/slide" Target="slides/slide9.xml"/><Relationship Id="rId61" Type="http://schemas.openxmlformats.org/officeDocument/2006/relationships/slide" Target="slides/slide10.xml"/><Relationship Id="rId62" Type="http://schemas.openxmlformats.org/officeDocument/2006/relationships/slide" Target="slides/slide11.xml"/><Relationship Id="rId63" Type="http://schemas.openxmlformats.org/officeDocument/2006/relationships/slide" Target="slides/slide12.xml"/><Relationship Id="rId64" Type="http://schemas.openxmlformats.org/officeDocument/2006/relationships/slide" Target="slides/slide13.xml"/><Relationship Id="rId65" Type="http://schemas.openxmlformats.org/officeDocument/2006/relationships/slide" Target="slides/slide14.xml"/><Relationship Id="rId66" Type="http://schemas.openxmlformats.org/officeDocument/2006/relationships/slide" Target="slides/slide15.xml"/><Relationship Id="rId67" Type="http://schemas.openxmlformats.org/officeDocument/2006/relationships/slide" Target="slides/slide16.xml"/><Relationship Id="rId68" Type="http://schemas.openxmlformats.org/officeDocument/2006/relationships/slide" Target="slides/slide17.xml"/><Relationship Id="rId69" Type="http://schemas.openxmlformats.org/officeDocument/2006/relationships/slide" Target="slides/slide18.xml"/><Relationship Id="rId70" Type="http://schemas.openxmlformats.org/officeDocument/2006/relationships/slide" Target="slides/slide19.xml"/><Relationship Id="rId71" Type="http://schemas.openxmlformats.org/officeDocument/2006/relationships/slide" Target="slides/slide20.xml"/><Relationship Id="rId72" Type="http://schemas.openxmlformats.org/officeDocument/2006/relationships/slide" Target="slides/slide21.xml"/><Relationship Id="rId73" Type="http://schemas.openxmlformats.org/officeDocument/2006/relationships/slide" Target="slides/slide22.xml"/><Relationship Id="rId74" Type="http://schemas.openxmlformats.org/officeDocument/2006/relationships/slide" Target="slides/slide23.xml"/><Relationship Id="rId75" Type="http://schemas.openxmlformats.org/officeDocument/2006/relationships/slide" Target="slides/slide24.xml"/><Relationship Id="rId76" Type="http://schemas.openxmlformats.org/officeDocument/2006/relationships/slide" Target="slides/slide25.xml"/><Relationship Id="rId77" Type="http://schemas.openxmlformats.org/officeDocument/2006/relationships/slide" Target="slides/slide26.xml"/><Relationship Id="rId78" Type="http://schemas.openxmlformats.org/officeDocument/2006/relationships/slide" Target="slides/slide27.xml"/><Relationship Id="rId7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39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39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397" name="PlaceHolder 4"/>
          <p:cNvSpPr>
            <a:spLocks noGrp="1"/>
          </p:cNvSpPr>
          <p:nvPr>
            <p:ph type="dt" idx="88"/>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98" name="PlaceHolder 5"/>
          <p:cNvSpPr>
            <a:spLocks noGrp="1"/>
          </p:cNvSpPr>
          <p:nvPr>
            <p:ph type="ftr" idx="89"/>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99" name="PlaceHolder 6"/>
          <p:cNvSpPr>
            <a:spLocks noGrp="1"/>
          </p:cNvSpPr>
          <p:nvPr>
            <p:ph type="sldNum" idx="90"/>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8148B43C-C7C3-437D-951D-F9F8A36A4BA4}"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Rectangle 6_4"/>
          <p:cNvSpPr/>
          <p:nvPr/>
        </p:nvSpPr>
        <p:spPr>
          <a:xfrm>
            <a:off x="4276800" y="10158480"/>
            <a:ext cx="3275640" cy="532440"/>
          </a:xfrm>
          <a:custGeom>
            <a:avLst/>
            <a:gdLst>
              <a:gd name="textAreaLeft" fmla="*/ 0 w 3275640"/>
              <a:gd name="textAreaRight" fmla="*/ 3276360 w 3275640"/>
              <a:gd name="textAreaTop" fmla="*/ 0 h 532440"/>
              <a:gd name="textAreaBottom" fmla="*/ 53316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b">
            <a:noAutofit/>
          </a:bodyPr>
          <a:p>
            <a:pPr algn="r">
              <a:lnSpc>
                <a:spcPct val="100000"/>
              </a:lnSpc>
              <a:tabLst>
                <a:tab algn="l" pos="0"/>
                <a:tab algn="l" pos="723600"/>
                <a:tab algn="l" pos="1447560"/>
                <a:tab algn="l" pos="2171520"/>
                <a:tab algn="l" pos="289548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BBEE2CD7-1C08-44F1-9892-2FA0C02D71B2}" type="slidenum">
              <a:rPr b="0" lang="fi-FI" sz="1400" spc="-1" strike="noStrike">
                <a:solidFill>
                  <a:srgbClr val="000000"/>
                </a:solidFill>
                <a:latin typeface="Times New Roman"/>
                <a:ea typeface="DejaVu Sans"/>
              </a:rPr>
              <a:t>&lt;number&gt;</a:t>
            </a:fld>
            <a:endParaRPr b="0" lang="en-US" sz="1400" spc="-1" strike="noStrike">
              <a:solidFill>
                <a:srgbClr val="000000"/>
              </a:solidFill>
              <a:latin typeface="Arial"/>
            </a:endParaRPr>
          </a:p>
        </p:txBody>
      </p:sp>
      <p:sp>
        <p:nvSpPr>
          <p:cNvPr id="524" name="PlaceHolder 1"/>
          <p:cNvSpPr>
            <a:spLocks noGrp="1"/>
          </p:cNvSpPr>
          <p:nvPr>
            <p:ph type="sldImg"/>
          </p:nvPr>
        </p:nvSpPr>
        <p:spPr>
          <a:xfrm>
            <a:off x="1104840" y="812880"/>
            <a:ext cx="5344560" cy="4007520"/>
          </a:xfrm>
          <a:prstGeom prst="rect">
            <a:avLst/>
          </a:prstGeom>
          <a:ln w="0">
            <a:noFill/>
          </a:ln>
        </p:spPr>
      </p:sp>
      <p:sp>
        <p:nvSpPr>
          <p:cNvPr id="525" name="PlaceHolder 2"/>
          <p:cNvSpPr>
            <a:spLocks noGrp="1"/>
          </p:cNvSpPr>
          <p:nvPr>
            <p:ph type="body"/>
          </p:nvPr>
        </p:nvSpPr>
        <p:spPr>
          <a:xfrm>
            <a:off x="755640" y="5078520"/>
            <a:ext cx="6042960" cy="472032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Rectangle 6_5"/>
          <p:cNvSpPr/>
          <p:nvPr/>
        </p:nvSpPr>
        <p:spPr>
          <a:xfrm>
            <a:off x="4276800" y="10158480"/>
            <a:ext cx="3275640" cy="532440"/>
          </a:xfrm>
          <a:custGeom>
            <a:avLst/>
            <a:gdLst>
              <a:gd name="textAreaLeft" fmla="*/ 0 w 3275640"/>
              <a:gd name="textAreaRight" fmla="*/ 3276360 w 3275640"/>
              <a:gd name="textAreaTop" fmla="*/ 0 h 532440"/>
              <a:gd name="textAreaBottom" fmla="*/ 53316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b">
            <a:noAutofit/>
          </a:bodyPr>
          <a:p>
            <a:pPr algn="r">
              <a:lnSpc>
                <a:spcPct val="100000"/>
              </a:lnSpc>
              <a:tabLst>
                <a:tab algn="l" pos="0"/>
                <a:tab algn="l" pos="723600"/>
                <a:tab algn="l" pos="1447560"/>
                <a:tab algn="l" pos="2171520"/>
                <a:tab algn="l" pos="289548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12C7B487-3A68-4BAD-82F7-FE8A797F7EE2}" type="slidenum">
              <a:rPr b="0" lang="fi-FI" sz="1400" spc="-1" strike="noStrike">
                <a:solidFill>
                  <a:srgbClr val="000000"/>
                </a:solidFill>
                <a:latin typeface="Times New Roman"/>
                <a:ea typeface="DejaVu Sans"/>
              </a:rPr>
              <a:t>&lt;number&gt;</a:t>
            </a:fld>
            <a:endParaRPr b="0" lang="en-US" sz="1400" spc="-1" strike="noStrike">
              <a:solidFill>
                <a:srgbClr val="000000"/>
              </a:solidFill>
              <a:latin typeface="Arial"/>
            </a:endParaRPr>
          </a:p>
        </p:txBody>
      </p:sp>
      <p:sp>
        <p:nvSpPr>
          <p:cNvPr id="527" name="PlaceHolder 1"/>
          <p:cNvSpPr>
            <a:spLocks noGrp="1"/>
          </p:cNvSpPr>
          <p:nvPr>
            <p:ph type="sldImg"/>
          </p:nvPr>
        </p:nvSpPr>
        <p:spPr>
          <a:xfrm>
            <a:off x="1104840" y="812880"/>
            <a:ext cx="5344560" cy="4007520"/>
          </a:xfrm>
          <a:prstGeom prst="rect">
            <a:avLst/>
          </a:prstGeom>
          <a:ln w="0">
            <a:noFill/>
          </a:ln>
        </p:spPr>
      </p:sp>
      <p:sp>
        <p:nvSpPr>
          <p:cNvPr id="528" name="PlaceHolder 2"/>
          <p:cNvSpPr>
            <a:spLocks noGrp="1"/>
          </p:cNvSpPr>
          <p:nvPr>
            <p:ph type="body"/>
          </p:nvPr>
        </p:nvSpPr>
        <p:spPr>
          <a:xfrm>
            <a:off x="755640" y="5078520"/>
            <a:ext cx="6042960" cy="472032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Rectangle 6_6"/>
          <p:cNvSpPr/>
          <p:nvPr/>
        </p:nvSpPr>
        <p:spPr>
          <a:xfrm>
            <a:off x="4276800" y="10158480"/>
            <a:ext cx="3275640" cy="532440"/>
          </a:xfrm>
          <a:custGeom>
            <a:avLst/>
            <a:gdLst>
              <a:gd name="textAreaLeft" fmla="*/ 0 w 3275640"/>
              <a:gd name="textAreaRight" fmla="*/ 3276360 w 3275640"/>
              <a:gd name="textAreaTop" fmla="*/ 0 h 532440"/>
              <a:gd name="textAreaBottom" fmla="*/ 53316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b">
            <a:noAutofit/>
          </a:bodyPr>
          <a:p>
            <a:pPr algn="r">
              <a:lnSpc>
                <a:spcPct val="100000"/>
              </a:lnSpc>
              <a:tabLst>
                <a:tab algn="l" pos="0"/>
                <a:tab algn="l" pos="723600"/>
                <a:tab algn="l" pos="1447560"/>
                <a:tab algn="l" pos="2171520"/>
                <a:tab algn="l" pos="289548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380C229F-FFD7-42E2-9741-150595EE44FD}" type="slidenum">
              <a:rPr b="0" lang="fi-FI" sz="1400" spc="-1" strike="noStrike">
                <a:solidFill>
                  <a:srgbClr val="000000"/>
                </a:solidFill>
                <a:latin typeface="Times New Roman"/>
                <a:ea typeface="DejaVu Sans"/>
              </a:rPr>
              <a:t>&lt;number&gt;</a:t>
            </a:fld>
            <a:endParaRPr b="0" lang="en-US" sz="1400" spc="-1" strike="noStrike">
              <a:solidFill>
                <a:srgbClr val="000000"/>
              </a:solidFill>
              <a:latin typeface="Arial"/>
            </a:endParaRPr>
          </a:p>
        </p:txBody>
      </p:sp>
      <p:sp>
        <p:nvSpPr>
          <p:cNvPr id="530" name="PlaceHolder 1"/>
          <p:cNvSpPr>
            <a:spLocks noGrp="1"/>
          </p:cNvSpPr>
          <p:nvPr>
            <p:ph type="sldImg"/>
          </p:nvPr>
        </p:nvSpPr>
        <p:spPr>
          <a:xfrm>
            <a:off x="1104840" y="812880"/>
            <a:ext cx="5344560" cy="4007520"/>
          </a:xfrm>
          <a:prstGeom prst="rect">
            <a:avLst/>
          </a:prstGeom>
          <a:ln w="0">
            <a:noFill/>
          </a:ln>
        </p:spPr>
      </p:sp>
      <p:sp>
        <p:nvSpPr>
          <p:cNvPr id="531" name="PlaceHolder 2"/>
          <p:cNvSpPr>
            <a:spLocks noGrp="1"/>
          </p:cNvSpPr>
          <p:nvPr>
            <p:ph type="body"/>
          </p:nvPr>
        </p:nvSpPr>
        <p:spPr>
          <a:xfrm>
            <a:off x="755640" y="5078520"/>
            <a:ext cx="6042960" cy="472032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Rectangle 6"/>
          <p:cNvSpPr/>
          <p:nvPr/>
        </p:nvSpPr>
        <p:spPr>
          <a:xfrm>
            <a:off x="4276800" y="10158480"/>
            <a:ext cx="3275640" cy="532440"/>
          </a:xfrm>
          <a:custGeom>
            <a:avLst/>
            <a:gdLst>
              <a:gd name="textAreaLeft" fmla="*/ 0 w 3275640"/>
              <a:gd name="textAreaRight" fmla="*/ 3276360 w 3275640"/>
              <a:gd name="textAreaTop" fmla="*/ 0 h 532440"/>
              <a:gd name="textAreaBottom" fmla="*/ 53316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b">
            <a:noAutofit/>
          </a:bodyPr>
          <a:p>
            <a:pPr algn="r">
              <a:lnSpc>
                <a:spcPct val="100000"/>
              </a:lnSpc>
              <a:tabLst>
                <a:tab algn="l" pos="0"/>
                <a:tab algn="l" pos="723600"/>
                <a:tab algn="l" pos="1447560"/>
                <a:tab algn="l" pos="2171520"/>
                <a:tab algn="l" pos="289548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0E72D0BA-AB6E-499B-B9C0-DC62CC5028EC}" type="slidenum">
              <a:rPr b="0" lang="fi-FI" sz="1400" spc="-1" strike="noStrike">
                <a:solidFill>
                  <a:srgbClr val="000000"/>
                </a:solidFill>
                <a:latin typeface="Times New Roman"/>
                <a:ea typeface="DejaVu Sans"/>
              </a:rPr>
              <a:t>&lt;number&gt;</a:t>
            </a:fld>
            <a:endParaRPr b="0" lang="en-US" sz="1400" spc="-1" strike="noStrike">
              <a:solidFill>
                <a:srgbClr val="000000"/>
              </a:solidFill>
              <a:latin typeface="Arial"/>
            </a:endParaRPr>
          </a:p>
        </p:txBody>
      </p:sp>
      <p:sp>
        <p:nvSpPr>
          <p:cNvPr id="533" name="PlaceHolder 1"/>
          <p:cNvSpPr>
            <a:spLocks noGrp="1"/>
          </p:cNvSpPr>
          <p:nvPr>
            <p:ph type="sldImg"/>
          </p:nvPr>
        </p:nvSpPr>
        <p:spPr>
          <a:xfrm>
            <a:off x="1104840" y="812880"/>
            <a:ext cx="5344560" cy="4007520"/>
          </a:xfrm>
          <a:prstGeom prst="rect">
            <a:avLst/>
          </a:prstGeom>
          <a:ln w="0">
            <a:noFill/>
          </a:ln>
        </p:spPr>
      </p:sp>
      <p:sp>
        <p:nvSpPr>
          <p:cNvPr id="534" name="PlaceHolder 2"/>
          <p:cNvSpPr>
            <a:spLocks noGrp="1"/>
          </p:cNvSpPr>
          <p:nvPr>
            <p:ph type="body"/>
          </p:nvPr>
        </p:nvSpPr>
        <p:spPr>
          <a:xfrm>
            <a:off x="755640" y="5078520"/>
            <a:ext cx="6042960" cy="472032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Rectangle 6_0"/>
          <p:cNvSpPr/>
          <p:nvPr/>
        </p:nvSpPr>
        <p:spPr>
          <a:xfrm>
            <a:off x="4276800" y="10158480"/>
            <a:ext cx="3275640" cy="532440"/>
          </a:xfrm>
          <a:custGeom>
            <a:avLst/>
            <a:gdLst>
              <a:gd name="textAreaLeft" fmla="*/ 0 w 3275640"/>
              <a:gd name="textAreaRight" fmla="*/ 3276360 w 3275640"/>
              <a:gd name="textAreaTop" fmla="*/ 0 h 532440"/>
              <a:gd name="textAreaBottom" fmla="*/ 53316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b">
            <a:noAutofit/>
          </a:bodyPr>
          <a:p>
            <a:pPr algn="r">
              <a:lnSpc>
                <a:spcPct val="100000"/>
              </a:lnSpc>
              <a:tabLst>
                <a:tab algn="l" pos="0"/>
                <a:tab algn="l" pos="723600"/>
                <a:tab algn="l" pos="1447560"/>
                <a:tab algn="l" pos="2171520"/>
                <a:tab algn="l" pos="289548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6939A6AF-5EE5-4C95-B26C-B541A2BB28C1}" type="slidenum">
              <a:rPr b="0" lang="fi-FI" sz="1400" spc="-1" strike="noStrike">
                <a:solidFill>
                  <a:srgbClr val="000000"/>
                </a:solidFill>
                <a:latin typeface="Times New Roman"/>
                <a:ea typeface="DejaVu Sans"/>
              </a:rPr>
              <a:t>&lt;number&gt;</a:t>
            </a:fld>
            <a:endParaRPr b="0" lang="en-US" sz="1400" spc="-1" strike="noStrike">
              <a:solidFill>
                <a:srgbClr val="000000"/>
              </a:solidFill>
              <a:latin typeface="Arial"/>
            </a:endParaRPr>
          </a:p>
        </p:txBody>
      </p:sp>
      <p:sp>
        <p:nvSpPr>
          <p:cNvPr id="536" name="PlaceHolder 1"/>
          <p:cNvSpPr>
            <a:spLocks noGrp="1"/>
          </p:cNvSpPr>
          <p:nvPr>
            <p:ph type="sldImg"/>
          </p:nvPr>
        </p:nvSpPr>
        <p:spPr>
          <a:xfrm>
            <a:off x="1104840" y="812880"/>
            <a:ext cx="5344560" cy="4007520"/>
          </a:xfrm>
          <a:prstGeom prst="rect">
            <a:avLst/>
          </a:prstGeom>
          <a:ln w="0">
            <a:noFill/>
          </a:ln>
        </p:spPr>
      </p:sp>
      <p:sp>
        <p:nvSpPr>
          <p:cNvPr id="537" name="PlaceHolder 2"/>
          <p:cNvSpPr>
            <a:spLocks noGrp="1"/>
          </p:cNvSpPr>
          <p:nvPr>
            <p:ph type="body"/>
          </p:nvPr>
        </p:nvSpPr>
        <p:spPr>
          <a:xfrm>
            <a:off x="755640" y="5078520"/>
            <a:ext cx="6042960" cy="472032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Rectangle 6_1"/>
          <p:cNvSpPr/>
          <p:nvPr/>
        </p:nvSpPr>
        <p:spPr>
          <a:xfrm>
            <a:off x="4276800" y="10158480"/>
            <a:ext cx="3275640" cy="532440"/>
          </a:xfrm>
          <a:custGeom>
            <a:avLst/>
            <a:gdLst>
              <a:gd name="textAreaLeft" fmla="*/ 0 w 3275640"/>
              <a:gd name="textAreaRight" fmla="*/ 3276360 w 3275640"/>
              <a:gd name="textAreaTop" fmla="*/ 0 h 532440"/>
              <a:gd name="textAreaBottom" fmla="*/ 53316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b">
            <a:noAutofit/>
          </a:bodyPr>
          <a:p>
            <a:pPr algn="r">
              <a:lnSpc>
                <a:spcPct val="100000"/>
              </a:lnSpc>
              <a:tabLst>
                <a:tab algn="l" pos="0"/>
                <a:tab algn="l" pos="723600"/>
                <a:tab algn="l" pos="1447560"/>
                <a:tab algn="l" pos="2171520"/>
                <a:tab algn="l" pos="289548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956B3C44-4C98-4AB0-BB37-404AA4311EBB}" type="slidenum">
              <a:rPr b="0" lang="fi-FI" sz="1400" spc="-1" strike="noStrike">
                <a:solidFill>
                  <a:srgbClr val="000000"/>
                </a:solidFill>
                <a:latin typeface="Times New Roman"/>
                <a:ea typeface="DejaVu Sans"/>
              </a:rPr>
              <a:t>&lt;number&gt;</a:t>
            </a:fld>
            <a:endParaRPr b="0" lang="en-US" sz="1400" spc="-1" strike="noStrike">
              <a:solidFill>
                <a:srgbClr val="000000"/>
              </a:solidFill>
              <a:latin typeface="Arial"/>
            </a:endParaRPr>
          </a:p>
        </p:txBody>
      </p:sp>
      <p:sp>
        <p:nvSpPr>
          <p:cNvPr id="539" name="PlaceHolder 1"/>
          <p:cNvSpPr>
            <a:spLocks noGrp="1"/>
          </p:cNvSpPr>
          <p:nvPr>
            <p:ph type="sldImg"/>
          </p:nvPr>
        </p:nvSpPr>
        <p:spPr>
          <a:xfrm>
            <a:off x="1104840" y="812880"/>
            <a:ext cx="5344560" cy="4007520"/>
          </a:xfrm>
          <a:prstGeom prst="rect">
            <a:avLst/>
          </a:prstGeom>
          <a:ln w="0">
            <a:noFill/>
          </a:ln>
        </p:spPr>
      </p:sp>
      <p:sp>
        <p:nvSpPr>
          <p:cNvPr id="540" name="PlaceHolder 2"/>
          <p:cNvSpPr>
            <a:spLocks noGrp="1"/>
          </p:cNvSpPr>
          <p:nvPr>
            <p:ph type="body"/>
          </p:nvPr>
        </p:nvSpPr>
        <p:spPr>
          <a:xfrm>
            <a:off x="755640" y="5078520"/>
            <a:ext cx="6042960" cy="472032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Rectangle 6_2"/>
          <p:cNvSpPr/>
          <p:nvPr/>
        </p:nvSpPr>
        <p:spPr>
          <a:xfrm>
            <a:off x="4276800" y="10158480"/>
            <a:ext cx="3275640" cy="532440"/>
          </a:xfrm>
          <a:custGeom>
            <a:avLst/>
            <a:gdLst>
              <a:gd name="textAreaLeft" fmla="*/ 0 w 3275640"/>
              <a:gd name="textAreaRight" fmla="*/ 3276360 w 3275640"/>
              <a:gd name="textAreaTop" fmla="*/ 0 h 532440"/>
              <a:gd name="textAreaBottom" fmla="*/ 53316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b">
            <a:noAutofit/>
          </a:bodyPr>
          <a:p>
            <a:pPr algn="r">
              <a:lnSpc>
                <a:spcPct val="100000"/>
              </a:lnSpc>
              <a:tabLst>
                <a:tab algn="l" pos="0"/>
                <a:tab algn="l" pos="723600"/>
                <a:tab algn="l" pos="1447560"/>
                <a:tab algn="l" pos="2171520"/>
                <a:tab algn="l" pos="289548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C8C0B1DC-82D6-44EA-B780-E562EB3B36F0}" type="slidenum">
              <a:rPr b="0" lang="fi-FI" sz="1400" spc="-1" strike="noStrike">
                <a:solidFill>
                  <a:srgbClr val="000000"/>
                </a:solidFill>
                <a:latin typeface="Times New Roman"/>
                <a:ea typeface="DejaVu Sans"/>
              </a:rPr>
              <a:t>&lt;number&gt;</a:t>
            </a:fld>
            <a:endParaRPr b="0" lang="en-US" sz="1400" spc="-1" strike="noStrike">
              <a:solidFill>
                <a:srgbClr val="000000"/>
              </a:solidFill>
              <a:latin typeface="Arial"/>
            </a:endParaRPr>
          </a:p>
        </p:txBody>
      </p:sp>
      <p:sp>
        <p:nvSpPr>
          <p:cNvPr id="542" name="PlaceHolder 1"/>
          <p:cNvSpPr>
            <a:spLocks noGrp="1"/>
          </p:cNvSpPr>
          <p:nvPr>
            <p:ph type="sldImg"/>
          </p:nvPr>
        </p:nvSpPr>
        <p:spPr>
          <a:xfrm>
            <a:off x="1104840" y="812880"/>
            <a:ext cx="5344560" cy="4007520"/>
          </a:xfrm>
          <a:prstGeom prst="rect">
            <a:avLst/>
          </a:prstGeom>
          <a:ln w="0">
            <a:noFill/>
          </a:ln>
        </p:spPr>
      </p:sp>
      <p:sp>
        <p:nvSpPr>
          <p:cNvPr id="543" name="PlaceHolder 2"/>
          <p:cNvSpPr>
            <a:spLocks noGrp="1"/>
          </p:cNvSpPr>
          <p:nvPr>
            <p:ph type="body"/>
          </p:nvPr>
        </p:nvSpPr>
        <p:spPr>
          <a:xfrm>
            <a:off x="755640" y="5078520"/>
            <a:ext cx="6042960" cy="472032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Rectangle 6_3"/>
          <p:cNvSpPr/>
          <p:nvPr/>
        </p:nvSpPr>
        <p:spPr>
          <a:xfrm>
            <a:off x="4276800" y="10158480"/>
            <a:ext cx="3275640" cy="532440"/>
          </a:xfrm>
          <a:custGeom>
            <a:avLst/>
            <a:gdLst>
              <a:gd name="textAreaLeft" fmla="*/ 0 w 3275640"/>
              <a:gd name="textAreaRight" fmla="*/ 3276360 w 3275640"/>
              <a:gd name="textAreaTop" fmla="*/ 0 h 532440"/>
              <a:gd name="textAreaBottom" fmla="*/ 53316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b">
            <a:noAutofit/>
          </a:bodyPr>
          <a:p>
            <a:pPr algn="r">
              <a:lnSpc>
                <a:spcPct val="100000"/>
              </a:lnSpc>
              <a:tabLst>
                <a:tab algn="l" pos="0"/>
                <a:tab algn="l" pos="723600"/>
                <a:tab algn="l" pos="1447560"/>
                <a:tab algn="l" pos="2171520"/>
                <a:tab algn="l" pos="289548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0ED30567-DA48-464E-88C0-6DCA673ED1BD}" type="slidenum">
              <a:rPr b="0" lang="fi-FI" sz="1400" spc="-1" strike="noStrike">
                <a:solidFill>
                  <a:srgbClr val="000000"/>
                </a:solidFill>
                <a:latin typeface="Times New Roman"/>
                <a:ea typeface="DejaVu Sans"/>
              </a:rPr>
              <a:t>&lt;number&gt;</a:t>
            </a:fld>
            <a:endParaRPr b="0" lang="en-US" sz="1400" spc="-1" strike="noStrike">
              <a:solidFill>
                <a:srgbClr val="000000"/>
              </a:solidFill>
              <a:latin typeface="Arial"/>
            </a:endParaRPr>
          </a:p>
        </p:txBody>
      </p:sp>
      <p:sp>
        <p:nvSpPr>
          <p:cNvPr id="545" name="PlaceHolder 1"/>
          <p:cNvSpPr>
            <a:spLocks noGrp="1"/>
          </p:cNvSpPr>
          <p:nvPr>
            <p:ph type="sldImg"/>
          </p:nvPr>
        </p:nvSpPr>
        <p:spPr>
          <a:xfrm>
            <a:off x="1104840" y="812880"/>
            <a:ext cx="5344560" cy="4007520"/>
          </a:xfrm>
          <a:prstGeom prst="rect">
            <a:avLst/>
          </a:prstGeom>
          <a:ln w="0">
            <a:noFill/>
          </a:ln>
        </p:spPr>
      </p:sp>
      <p:sp>
        <p:nvSpPr>
          <p:cNvPr id="546" name="PlaceHolder 2"/>
          <p:cNvSpPr>
            <a:spLocks noGrp="1"/>
          </p:cNvSpPr>
          <p:nvPr>
            <p:ph type="body"/>
          </p:nvPr>
        </p:nvSpPr>
        <p:spPr>
          <a:xfrm>
            <a:off x="755640" y="5078520"/>
            <a:ext cx="6042960" cy="472032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7" name="Rectangle 6_7"/>
          <p:cNvSpPr/>
          <p:nvPr/>
        </p:nvSpPr>
        <p:spPr>
          <a:xfrm>
            <a:off x="4276800" y="10158480"/>
            <a:ext cx="3275640" cy="532440"/>
          </a:xfrm>
          <a:custGeom>
            <a:avLst/>
            <a:gdLst>
              <a:gd name="textAreaLeft" fmla="*/ 0 w 3275640"/>
              <a:gd name="textAreaRight" fmla="*/ 3276360 w 3275640"/>
              <a:gd name="textAreaTop" fmla="*/ 0 h 532440"/>
              <a:gd name="textAreaBottom" fmla="*/ 53316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b">
            <a:noAutofit/>
          </a:bodyPr>
          <a:p>
            <a:pPr algn="r">
              <a:lnSpc>
                <a:spcPct val="100000"/>
              </a:lnSpc>
              <a:tabLst>
                <a:tab algn="l" pos="0"/>
                <a:tab algn="l" pos="723600"/>
                <a:tab algn="l" pos="1447560"/>
                <a:tab algn="l" pos="2171520"/>
                <a:tab algn="l" pos="289548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3CE2C7E6-735F-4FB0-BFF8-CFBAA5D8F272}" type="slidenum">
              <a:rPr b="0" lang="fi-FI" sz="1400" spc="-1" strike="noStrike">
                <a:solidFill>
                  <a:srgbClr val="000000"/>
                </a:solidFill>
                <a:latin typeface="Times New Roman"/>
                <a:ea typeface="DejaVu Sans"/>
              </a:rPr>
              <a:t>&lt;number&gt;</a:t>
            </a:fld>
            <a:endParaRPr b="0" lang="en-US" sz="1400" spc="-1" strike="noStrike">
              <a:solidFill>
                <a:srgbClr val="000000"/>
              </a:solidFill>
              <a:latin typeface="Arial"/>
            </a:endParaRPr>
          </a:p>
        </p:txBody>
      </p:sp>
      <p:sp>
        <p:nvSpPr>
          <p:cNvPr id="548" name="PlaceHolder 1"/>
          <p:cNvSpPr>
            <a:spLocks noGrp="1"/>
          </p:cNvSpPr>
          <p:nvPr>
            <p:ph type="sldImg"/>
          </p:nvPr>
        </p:nvSpPr>
        <p:spPr>
          <a:xfrm>
            <a:off x="1104840" y="812880"/>
            <a:ext cx="5344560" cy="4007520"/>
          </a:xfrm>
          <a:prstGeom prst="rect">
            <a:avLst/>
          </a:prstGeom>
          <a:ln w="0">
            <a:noFill/>
          </a:ln>
        </p:spPr>
      </p:sp>
      <p:sp>
        <p:nvSpPr>
          <p:cNvPr id="549" name="PlaceHolder 2"/>
          <p:cNvSpPr>
            <a:spLocks noGrp="1"/>
          </p:cNvSpPr>
          <p:nvPr>
            <p:ph type="body"/>
          </p:nvPr>
        </p:nvSpPr>
        <p:spPr>
          <a:xfrm>
            <a:off x="755640" y="5078520"/>
            <a:ext cx="6042960" cy="472032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2.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3.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5.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6.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 name="PlaceHolder 4"/>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BF6E92B0-E5BB-4441-A20D-598DC86C9879}"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4"/>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47805459-7AB3-4867-A24A-7EE39EE41ADF}"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504000" y="176904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03437A6C-D6E9-4258-8155-E800BEA5374E}"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7" name="PlaceHolder 5"/>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A45DAA5F-223D-45FE-BCB8-8A7C470EFCA8}" type="slidenum">
              <a:t>&lt;#&gt;</a:t>
            </a:fld>
          </a:p>
        </p:txBody>
      </p:sp>
      <p:sp>
        <p:nvSpPr>
          <p:cNvPr id="9" name="PlaceHolder 8"/>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7E142CA9-0503-48E9-AFE7-8616C7B40AA7}"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6422A26B-81FF-4845-90D6-CE18C1D440F6}"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2"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AF7DA665-15C9-49B7-9DC4-076CCE879D58}"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EE3C96C3-3A31-4013-AF48-A2CBACBCCB9F}"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0"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5"/>
          </p:nvPr>
        </p:nvSpPr>
        <p:spPr/>
        <p:txBody>
          <a:bodyPr/>
          <a:p>
            <a:r>
              <a:t>Footer</a:t>
            </a:r>
          </a:p>
        </p:txBody>
      </p:sp>
      <p:sp>
        <p:nvSpPr>
          <p:cNvPr id="6" name="PlaceHolder 5"/>
          <p:cNvSpPr>
            <a:spLocks noGrp="1"/>
          </p:cNvSpPr>
          <p:nvPr>
            <p:ph type="sldNum" idx="26"/>
          </p:nvPr>
        </p:nvSpPr>
        <p:spPr/>
        <p:txBody>
          <a:bodyPr/>
          <a:p>
            <a:fld id="{6A6C2AC2-8E89-4927-8928-FF7539733744}" type="slidenum">
              <a:t>&lt;#&gt;</a:t>
            </a:fld>
          </a:p>
        </p:txBody>
      </p:sp>
      <p:sp>
        <p:nvSpPr>
          <p:cNvPr id="7" name="PlaceHolder 6"/>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8"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8"/>
          </p:nvPr>
        </p:nvSpPr>
        <p:spPr/>
        <p:txBody>
          <a:bodyPr/>
          <a:p>
            <a:r>
              <a:t>Footer</a:t>
            </a:r>
          </a:p>
        </p:txBody>
      </p:sp>
      <p:sp>
        <p:nvSpPr>
          <p:cNvPr id="4" name="PlaceHolder 3"/>
          <p:cNvSpPr>
            <a:spLocks noGrp="1"/>
          </p:cNvSpPr>
          <p:nvPr>
            <p:ph type="sldNum" idx="29"/>
          </p:nvPr>
        </p:nvSpPr>
        <p:spPr/>
        <p:txBody>
          <a:bodyPr/>
          <a:p>
            <a:fld id="{B44B42DA-61A8-4078-8407-38283A503483}" type="slidenum">
              <a:t>&lt;#&gt;</a:t>
            </a:fld>
          </a:p>
        </p:txBody>
      </p:sp>
      <p:sp>
        <p:nvSpPr>
          <p:cNvPr id="5" name="PlaceHolder 4"/>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2F8BAB58-E706-4911-AC35-74B5E6CB51B9}"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2"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3"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4"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4"/>
          </p:nvPr>
        </p:nvSpPr>
        <p:spPr/>
        <p:txBody>
          <a:bodyPr/>
          <a:p>
            <a:r>
              <a:t>Footer</a:t>
            </a:r>
          </a:p>
        </p:txBody>
      </p:sp>
      <p:sp>
        <p:nvSpPr>
          <p:cNvPr id="7" name="PlaceHolder 6"/>
          <p:cNvSpPr>
            <a:spLocks noGrp="1"/>
          </p:cNvSpPr>
          <p:nvPr>
            <p:ph type="sldNum" idx="35"/>
          </p:nvPr>
        </p:nvSpPr>
        <p:spPr/>
        <p:txBody>
          <a:bodyPr/>
          <a:p>
            <a:fld id="{FA1EEB82-CCA1-4293-AAB8-CAC9106C7A2B}" type="slidenum">
              <a:t>&lt;#&gt;</a:t>
            </a:fld>
          </a:p>
        </p:txBody>
      </p:sp>
      <p:sp>
        <p:nvSpPr>
          <p:cNvPr id="8" name="PlaceHolder 7"/>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11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5"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6"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7" name="PlaceHolder 4"/>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7"/>
          </p:nvPr>
        </p:nvSpPr>
        <p:spPr/>
        <p:txBody>
          <a:bodyPr/>
          <a:p>
            <a:r>
              <a:t>Footer</a:t>
            </a:r>
          </a:p>
        </p:txBody>
      </p:sp>
      <p:sp>
        <p:nvSpPr>
          <p:cNvPr id="7" name="PlaceHolder 6"/>
          <p:cNvSpPr>
            <a:spLocks noGrp="1"/>
          </p:cNvSpPr>
          <p:nvPr>
            <p:ph type="sldNum" idx="38"/>
          </p:nvPr>
        </p:nvSpPr>
        <p:spPr/>
        <p:txBody>
          <a:bodyPr/>
          <a:p>
            <a:fld id="{03501A99-5B88-447A-A2A5-9E219009C459}" type="slidenum">
              <a:t>&lt;#&gt;</a:t>
            </a:fld>
          </a:p>
        </p:txBody>
      </p:sp>
      <p:sp>
        <p:nvSpPr>
          <p:cNvPr id="8" name="PlaceHolder 7"/>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12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7" name="PlaceHolder 2"/>
          <p:cNvSpPr>
            <a:spLocks noGrp="1"/>
          </p:cNvSpPr>
          <p:nvPr>
            <p:ph/>
          </p:nvPr>
        </p:nvSpPr>
        <p:spPr>
          <a:xfrm>
            <a:off x="504000" y="176904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8" name="PlaceHolder 3"/>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0"/>
          </p:nvPr>
        </p:nvSpPr>
        <p:spPr/>
        <p:txBody>
          <a:bodyPr/>
          <a:p>
            <a:r>
              <a:t>Footer</a:t>
            </a:r>
          </a:p>
        </p:txBody>
      </p:sp>
      <p:sp>
        <p:nvSpPr>
          <p:cNvPr id="6" name="PlaceHolder 5"/>
          <p:cNvSpPr>
            <a:spLocks noGrp="1"/>
          </p:cNvSpPr>
          <p:nvPr>
            <p:ph type="sldNum" idx="41"/>
          </p:nvPr>
        </p:nvSpPr>
        <p:spPr/>
        <p:txBody>
          <a:bodyPr/>
          <a:p>
            <a:fld id="{921E3A8E-1E35-40C1-A87A-85091313082F}" type="slidenum">
              <a:t>&lt;#&gt;</a:t>
            </a:fld>
          </a:p>
        </p:txBody>
      </p:sp>
      <p:sp>
        <p:nvSpPr>
          <p:cNvPr id="7" name="PlaceHolder 6"/>
          <p:cNvSpPr>
            <a:spLocks noGrp="1"/>
          </p:cNvSpPr>
          <p:nvPr>
            <p:ph type="dt" idx="4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13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0"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1"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2"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3" name="PlaceHolder 5"/>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3"/>
          </p:nvPr>
        </p:nvSpPr>
        <p:spPr/>
        <p:txBody>
          <a:bodyPr/>
          <a:p>
            <a:r>
              <a:t>Footer</a:t>
            </a:r>
          </a:p>
        </p:txBody>
      </p:sp>
      <p:sp>
        <p:nvSpPr>
          <p:cNvPr id="8" name="PlaceHolder 7"/>
          <p:cNvSpPr>
            <a:spLocks noGrp="1"/>
          </p:cNvSpPr>
          <p:nvPr>
            <p:ph type="sldNum" idx="44"/>
          </p:nvPr>
        </p:nvSpPr>
        <p:spPr/>
        <p:txBody>
          <a:bodyPr/>
          <a:p>
            <a:fld id="{AE1466A2-C8F2-47EE-A910-DF528F091FAC}" type="slidenum">
              <a:t>&lt;#&gt;</a:t>
            </a:fld>
          </a:p>
        </p:txBody>
      </p:sp>
      <p:sp>
        <p:nvSpPr>
          <p:cNvPr id="9" name="PlaceHolder 8"/>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ADE158FF-FD31-4AA6-A803-79B72968BC20}" type="slidenum">
              <a:t>&lt;#&gt;</a:t>
            </a:fld>
          </a:p>
        </p:txBody>
      </p:sp>
      <p:sp>
        <p:nvSpPr>
          <p:cNvPr id="4" name="PlaceHolder 3"/>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EED35C28-22F4-4973-9594-37C356D5B799}" type="slidenum">
              <a:t>&lt;#&gt;</a:t>
            </a:fld>
          </a:p>
        </p:txBody>
      </p:sp>
      <p:sp>
        <p:nvSpPr>
          <p:cNvPr id="4" name="PlaceHolder 3"/>
          <p:cNvSpPr>
            <a:spLocks noGrp="1"/>
          </p:cNvSpPr>
          <p:nvPr>
            <p:ph type="dt" idx="51"/>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16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2"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E5FDF601-4374-4C94-BA80-042BEEAFE0C2}" type="slidenum">
              <a:t>&lt;#&gt;</a:t>
            </a:fld>
          </a:p>
        </p:txBody>
      </p:sp>
      <p:sp>
        <p:nvSpPr>
          <p:cNvPr id="6" name="PlaceHolder 5"/>
          <p:cNvSpPr>
            <a:spLocks noGrp="1"/>
          </p:cNvSpPr>
          <p:nvPr>
            <p:ph type="dt" idx="5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7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1"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686EA6BE-27D2-418E-9AB2-9E31DAF29498}" type="slidenum">
              <a:t>&lt;#&gt;</a:t>
            </a:fld>
          </a:p>
        </p:txBody>
      </p:sp>
      <p:sp>
        <p:nvSpPr>
          <p:cNvPr id="6" name="PlaceHolder 5"/>
          <p:cNvSpPr>
            <a:spLocks noGrp="1"/>
          </p:cNvSpPr>
          <p:nvPr>
            <p:ph type="dt" idx="57"/>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18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1"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2"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58"/>
          </p:nvPr>
        </p:nvSpPr>
        <p:spPr/>
        <p:txBody>
          <a:bodyPr/>
          <a:p>
            <a:r>
              <a:t>Footer</a:t>
            </a:r>
          </a:p>
        </p:txBody>
      </p:sp>
      <p:sp>
        <p:nvSpPr>
          <p:cNvPr id="6" name="PlaceHolder 5"/>
          <p:cNvSpPr>
            <a:spLocks noGrp="1"/>
          </p:cNvSpPr>
          <p:nvPr>
            <p:ph type="sldNum" idx="59"/>
          </p:nvPr>
        </p:nvSpPr>
        <p:spPr/>
        <p:txBody>
          <a:bodyPr/>
          <a:p>
            <a:fld id="{3EF89792-A211-45E0-B3C3-BECCB07AC189}" type="slidenum">
              <a:t>&lt;#&gt;</a:t>
            </a:fld>
          </a:p>
        </p:txBody>
      </p:sp>
      <p:sp>
        <p:nvSpPr>
          <p:cNvPr id="7" name="PlaceHolder 6"/>
          <p:cNvSpPr>
            <a:spLocks noGrp="1"/>
          </p:cNvSpPr>
          <p:nvPr>
            <p:ph type="dt" idx="60"/>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18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61"/>
          </p:nvPr>
        </p:nvSpPr>
        <p:spPr/>
        <p:txBody>
          <a:bodyPr/>
          <a:p>
            <a:r>
              <a:t>Footer</a:t>
            </a:r>
          </a:p>
        </p:txBody>
      </p:sp>
      <p:sp>
        <p:nvSpPr>
          <p:cNvPr id="4" name="PlaceHolder 3"/>
          <p:cNvSpPr>
            <a:spLocks noGrp="1"/>
          </p:cNvSpPr>
          <p:nvPr>
            <p:ph type="sldNum" idx="62"/>
          </p:nvPr>
        </p:nvSpPr>
        <p:spPr/>
        <p:txBody>
          <a:bodyPr/>
          <a:p>
            <a:fld id="{EC228310-783D-4666-AE27-227E4DDC66D4}" type="slidenum">
              <a:t>&lt;#&gt;</a:t>
            </a:fld>
          </a:p>
        </p:txBody>
      </p:sp>
      <p:sp>
        <p:nvSpPr>
          <p:cNvPr id="5" name="PlaceHolder 4"/>
          <p:cNvSpPr>
            <a:spLocks noGrp="1"/>
          </p:cNvSpPr>
          <p:nvPr>
            <p:ph type="dt" idx="63"/>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p>
            <a:r>
              <a:t>Footer</a:t>
            </a:r>
          </a:p>
        </p:txBody>
      </p:sp>
      <p:sp>
        <p:nvSpPr>
          <p:cNvPr id="3" name="PlaceHolder 2"/>
          <p:cNvSpPr>
            <a:spLocks noGrp="1"/>
          </p:cNvSpPr>
          <p:nvPr>
            <p:ph type="sldNum" idx="65"/>
          </p:nvPr>
        </p:nvSpPr>
        <p:spPr/>
        <p:txBody>
          <a:bodyPr/>
          <a:p>
            <a:fld id="{91763D0F-68AF-4842-B100-9A4560543DF2}" type="slidenum">
              <a:t>&lt;#&gt;</a:t>
            </a:fld>
          </a:p>
        </p:txBody>
      </p:sp>
      <p:sp>
        <p:nvSpPr>
          <p:cNvPr id="4" name="PlaceHolder 3"/>
          <p:cNvSpPr>
            <a:spLocks noGrp="1"/>
          </p:cNvSpPr>
          <p:nvPr>
            <p:ph type="dt" idx="6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20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5"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6"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7"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7"/>
          </p:nvPr>
        </p:nvSpPr>
        <p:spPr/>
        <p:txBody>
          <a:bodyPr/>
          <a:p>
            <a:r>
              <a:t>Footer</a:t>
            </a:r>
          </a:p>
        </p:txBody>
      </p:sp>
      <p:sp>
        <p:nvSpPr>
          <p:cNvPr id="7" name="PlaceHolder 6"/>
          <p:cNvSpPr>
            <a:spLocks noGrp="1"/>
          </p:cNvSpPr>
          <p:nvPr>
            <p:ph type="sldNum" idx="68"/>
          </p:nvPr>
        </p:nvSpPr>
        <p:spPr/>
        <p:txBody>
          <a:bodyPr/>
          <a:p>
            <a:fld id="{E0163165-DEFA-42B0-80D4-E0E9B8ACDCFA}" type="slidenum">
              <a:t>&lt;#&gt;</a:t>
            </a:fld>
          </a:p>
        </p:txBody>
      </p:sp>
      <p:sp>
        <p:nvSpPr>
          <p:cNvPr id="8" name="PlaceHolder 7"/>
          <p:cNvSpPr>
            <a:spLocks noGrp="1"/>
          </p:cNvSpPr>
          <p:nvPr>
            <p:ph type="dt" idx="69"/>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21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8"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9"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0" name="PlaceHolder 4"/>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0"/>
          </p:nvPr>
        </p:nvSpPr>
        <p:spPr/>
        <p:txBody>
          <a:bodyPr/>
          <a:p>
            <a:r>
              <a:t>Footer</a:t>
            </a:r>
          </a:p>
        </p:txBody>
      </p:sp>
      <p:sp>
        <p:nvSpPr>
          <p:cNvPr id="7" name="PlaceHolder 6"/>
          <p:cNvSpPr>
            <a:spLocks noGrp="1"/>
          </p:cNvSpPr>
          <p:nvPr>
            <p:ph type="sldNum" idx="71"/>
          </p:nvPr>
        </p:nvSpPr>
        <p:spPr/>
        <p:txBody>
          <a:bodyPr/>
          <a:p>
            <a:fld id="{F225491C-7673-4600-A5BD-C9A7866E4E77}" type="slidenum">
              <a:t>&lt;#&gt;</a:t>
            </a:fld>
          </a:p>
        </p:txBody>
      </p:sp>
      <p:sp>
        <p:nvSpPr>
          <p:cNvPr id="8" name="PlaceHolder 7"/>
          <p:cNvSpPr>
            <a:spLocks noGrp="1"/>
          </p:cNvSpPr>
          <p:nvPr>
            <p:ph type="dt" idx="72"/>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2">
    <p:spTree>
      <p:nvGrpSpPr>
        <p:cNvPr id="1" name=""/>
        <p:cNvGrpSpPr/>
        <p:nvPr/>
      </p:nvGrpSpPr>
      <p:grpSpPr>
        <a:xfrm>
          <a:off x="0" y="0"/>
          <a:ext cx="0" cy="0"/>
          <a:chOff x="0" y="0"/>
          <a:chExt cx="0" cy="0"/>
        </a:xfrm>
      </p:grpSpPr>
      <p:sp>
        <p:nvSpPr>
          <p:cNvPr id="22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0"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1"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2" name="PlaceHolder 4"/>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73"/>
          </p:nvPr>
        </p:nvSpPr>
        <p:spPr/>
        <p:txBody>
          <a:bodyPr/>
          <a:p>
            <a:fld id="{E0FD3AE5-B1EA-44E7-A1D1-A7546D452708}"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3">
    <p:spTree>
      <p:nvGrpSpPr>
        <p:cNvPr id="1" name=""/>
        <p:cNvGrpSpPr/>
        <p:nvPr/>
      </p:nvGrpSpPr>
      <p:grpSpPr>
        <a:xfrm>
          <a:off x="0" y="0"/>
          <a:ext cx="0" cy="0"/>
          <a:chOff x="0" y="0"/>
          <a:chExt cx="0" cy="0"/>
        </a:xfrm>
      </p:grpSpPr>
      <p:sp>
        <p:nvSpPr>
          <p:cNvPr id="24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1" name="PlaceHolder 2"/>
          <p:cNvSpPr>
            <a:spLocks noGrp="1"/>
          </p:cNvSpPr>
          <p:nvPr>
            <p:ph/>
          </p:nvPr>
        </p:nvSpPr>
        <p:spPr>
          <a:xfrm>
            <a:off x="504000" y="176904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2" name="PlaceHolder 3"/>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74"/>
          </p:nvPr>
        </p:nvSpPr>
        <p:spPr/>
        <p:txBody>
          <a:bodyPr/>
          <a:p>
            <a:fld id="{04308500-BE35-46CC-A9E0-E857889C8E77}"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4">
    <p:spTree>
      <p:nvGrpSpPr>
        <p:cNvPr id="1" name=""/>
        <p:cNvGrpSpPr/>
        <p:nvPr/>
      </p:nvGrpSpPr>
      <p:grpSpPr>
        <a:xfrm>
          <a:off x="0" y="0"/>
          <a:ext cx="0" cy="0"/>
          <a:chOff x="0" y="0"/>
          <a:chExt cx="0" cy="0"/>
        </a:xfrm>
      </p:grpSpPr>
      <p:sp>
        <p:nvSpPr>
          <p:cNvPr id="252"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3"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4"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5"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6" name="PlaceHolder 5"/>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sldNum" idx="75"/>
          </p:nvPr>
        </p:nvSpPr>
        <p:spPr/>
        <p:txBody>
          <a:bodyPr/>
          <a:p>
            <a:fld id="{F9077579-E3D0-4010-BC5A-8AB9AF0B8B82}"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spTree>
      <p:nvGrpSpPr>
        <p:cNvPr id="1" name=""/>
        <p:cNvGrpSpPr/>
        <p:nvPr/>
      </p:nvGrpSpPr>
      <p:grpSpPr>
        <a:xfrm>
          <a:off x="0" y="0"/>
          <a:ext cx="0" cy="0"/>
          <a:chOff x="0" y="0"/>
          <a:chExt cx="0" cy="0"/>
        </a:xfrm>
      </p:grpSpPr>
      <p:sp>
        <p:nvSpPr>
          <p:cNvPr id="2" name="PlaceHolder 1"/>
          <p:cNvSpPr>
            <a:spLocks noGrp="1"/>
          </p:cNvSpPr>
          <p:nvPr>
            <p:ph type="sldNum" idx="76"/>
          </p:nvPr>
        </p:nvSpPr>
        <p:spPr/>
        <p:txBody>
          <a:bodyPr/>
          <a:p>
            <a:fld id="{FD135EFA-C5DA-4BD9-AEB2-44B8FD455159}"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spTree>
      <p:nvGrpSpPr>
        <p:cNvPr id="1" name=""/>
        <p:cNvGrpSpPr/>
        <p:nvPr/>
      </p:nvGrpSpPr>
      <p:grpSpPr>
        <a:xfrm>
          <a:off x="0" y="0"/>
          <a:ext cx="0" cy="0"/>
          <a:chOff x="0" y="0"/>
          <a:chExt cx="0" cy="0"/>
        </a:xfrm>
      </p:grpSpPr>
      <p:sp>
        <p:nvSpPr>
          <p:cNvPr id="2" name="PlaceHolder 1"/>
          <p:cNvSpPr>
            <a:spLocks noGrp="1"/>
          </p:cNvSpPr>
          <p:nvPr>
            <p:ph type="sldNum" idx="77"/>
          </p:nvPr>
        </p:nvSpPr>
        <p:spPr/>
        <p:txBody>
          <a:bodyPr/>
          <a:p>
            <a:fld id="{332AB6C8-95CB-4376-AD20-6B94F3A3706F}"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7">
    <p:spTree>
      <p:nvGrpSpPr>
        <p:cNvPr id="1" name=""/>
        <p:cNvGrpSpPr/>
        <p:nvPr/>
      </p:nvGrpSpPr>
      <p:grpSpPr>
        <a:xfrm>
          <a:off x="0" y="0"/>
          <a:ext cx="0" cy="0"/>
          <a:chOff x="0" y="0"/>
          <a:chExt cx="0" cy="0"/>
        </a:xfrm>
      </p:grpSpPr>
      <p:sp>
        <p:nvSpPr>
          <p:cNvPr id="27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4"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78"/>
          </p:nvPr>
        </p:nvSpPr>
        <p:spPr/>
        <p:txBody>
          <a:bodyPr/>
          <a:p>
            <a:fld id="{C950EE5D-455D-4FCF-B78B-7AA09154DE55}"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8">
    <p:spTree>
      <p:nvGrpSpPr>
        <p:cNvPr id="1" name=""/>
        <p:cNvGrpSpPr/>
        <p:nvPr/>
      </p:nvGrpSpPr>
      <p:grpSpPr>
        <a:xfrm>
          <a:off x="0" y="0"/>
          <a:ext cx="0" cy="0"/>
          <a:chOff x="0" y="0"/>
          <a:chExt cx="0" cy="0"/>
        </a:xfrm>
      </p:grpSpPr>
      <p:sp>
        <p:nvSpPr>
          <p:cNvPr id="28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2"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79"/>
          </p:nvPr>
        </p:nvSpPr>
        <p:spPr/>
        <p:txBody>
          <a:bodyPr/>
          <a:p>
            <a:fld id="{D3E20671-DFF5-41AF-93DB-E6C3BC1A56C2}"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9">
    <p:spTree>
      <p:nvGrpSpPr>
        <p:cNvPr id="1" name=""/>
        <p:cNvGrpSpPr/>
        <p:nvPr/>
      </p:nvGrpSpPr>
      <p:grpSpPr>
        <a:xfrm>
          <a:off x="0" y="0"/>
          <a:ext cx="0" cy="0"/>
          <a:chOff x="0" y="0"/>
          <a:chExt cx="0" cy="0"/>
        </a:xfrm>
      </p:grpSpPr>
      <p:sp>
        <p:nvSpPr>
          <p:cNvPr id="29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1"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2"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80"/>
          </p:nvPr>
        </p:nvSpPr>
        <p:spPr/>
        <p:txBody>
          <a:bodyPr/>
          <a:p>
            <a:fld id="{882AC43B-4F52-49B6-8640-ED0D6F2AA9AF}"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0">
    <p:spTree>
      <p:nvGrpSpPr>
        <p:cNvPr id="1" name=""/>
        <p:cNvGrpSpPr/>
        <p:nvPr/>
      </p:nvGrpSpPr>
      <p:grpSpPr>
        <a:xfrm>
          <a:off x="0" y="0"/>
          <a:ext cx="0" cy="0"/>
          <a:chOff x="0" y="0"/>
          <a:chExt cx="0" cy="0"/>
        </a:xfrm>
      </p:grpSpPr>
      <p:sp>
        <p:nvSpPr>
          <p:cNvPr id="298"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ldNum" idx="81"/>
          </p:nvPr>
        </p:nvSpPr>
        <p:spPr/>
        <p:txBody>
          <a:bodyPr/>
          <a:p>
            <a:fld id="{36233792-A4CF-43D5-9A5A-410AD8355942}"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1">
    <p:spTree>
      <p:nvGrpSpPr>
        <p:cNvPr id="1" name=""/>
        <p:cNvGrpSpPr/>
        <p:nvPr/>
      </p:nvGrpSpPr>
      <p:grpSpPr>
        <a:xfrm>
          <a:off x="0" y="0"/>
          <a:ext cx="0" cy="0"/>
          <a:chOff x="0" y="0"/>
          <a:chExt cx="0" cy="0"/>
        </a:xfrm>
      </p:grpSpPr>
      <p:sp>
        <p:nvSpPr>
          <p:cNvPr id="2" name="PlaceHolder 1"/>
          <p:cNvSpPr>
            <a:spLocks noGrp="1"/>
          </p:cNvSpPr>
          <p:nvPr>
            <p:ph type="sldNum" idx="82"/>
          </p:nvPr>
        </p:nvSpPr>
        <p:spPr/>
        <p:txBody>
          <a:bodyPr/>
          <a:p>
            <a:fld id="{BC8C69A7-D97B-4621-A5E8-E8A6E7C72D05}"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2">
    <p:spTree>
      <p:nvGrpSpPr>
        <p:cNvPr id="1" name=""/>
        <p:cNvGrpSpPr/>
        <p:nvPr/>
      </p:nvGrpSpPr>
      <p:grpSpPr>
        <a:xfrm>
          <a:off x="0" y="0"/>
          <a:ext cx="0" cy="0"/>
          <a:chOff x="0" y="0"/>
          <a:chExt cx="0" cy="0"/>
        </a:xfrm>
      </p:grpSpPr>
      <p:sp>
        <p:nvSpPr>
          <p:cNvPr id="31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2"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3"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4"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83"/>
          </p:nvPr>
        </p:nvSpPr>
        <p:spPr/>
        <p:txBody>
          <a:bodyPr/>
          <a:p>
            <a:fld id="{94E7AD15-3511-4950-99D6-AAED54F0007B}"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23">
    <p:spTree>
      <p:nvGrpSpPr>
        <p:cNvPr id="1" name=""/>
        <p:cNvGrpSpPr/>
        <p:nvPr/>
      </p:nvGrpSpPr>
      <p:grpSpPr>
        <a:xfrm>
          <a:off x="0" y="0"/>
          <a:ext cx="0" cy="0"/>
          <a:chOff x="0" y="0"/>
          <a:chExt cx="0" cy="0"/>
        </a:xfrm>
      </p:grpSpPr>
      <p:sp>
        <p:nvSpPr>
          <p:cNvPr id="32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4"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5"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6" name="PlaceHolder 4"/>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84"/>
          </p:nvPr>
        </p:nvSpPr>
        <p:spPr/>
        <p:txBody>
          <a:bodyPr/>
          <a:p>
            <a:fld id="{964A4AE8-793E-4F4F-9D43-FB9641419E3E}"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24">
    <p:spTree>
      <p:nvGrpSpPr>
        <p:cNvPr id="1" name=""/>
        <p:cNvGrpSpPr/>
        <p:nvPr/>
      </p:nvGrpSpPr>
      <p:grpSpPr>
        <a:xfrm>
          <a:off x="0" y="0"/>
          <a:ext cx="0" cy="0"/>
          <a:chOff x="0" y="0"/>
          <a:chExt cx="0" cy="0"/>
        </a:xfrm>
      </p:grpSpPr>
      <p:sp>
        <p:nvSpPr>
          <p:cNvPr id="33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2"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3"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4" name="PlaceHolder 4"/>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5">
    <p:spTree>
      <p:nvGrpSpPr>
        <p:cNvPr id="1" name=""/>
        <p:cNvGrpSpPr/>
        <p:nvPr/>
      </p:nvGrpSpPr>
      <p:grpSpPr>
        <a:xfrm>
          <a:off x="0" y="0"/>
          <a:ext cx="0" cy="0"/>
          <a:chOff x="0" y="0"/>
          <a:chExt cx="0" cy="0"/>
        </a:xfrm>
      </p:grpSpPr>
      <p:sp>
        <p:nvSpPr>
          <p:cNvPr id="338"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9" name="PlaceHolder 2"/>
          <p:cNvSpPr>
            <a:spLocks noGrp="1"/>
          </p:cNvSpPr>
          <p:nvPr>
            <p:ph/>
          </p:nvPr>
        </p:nvSpPr>
        <p:spPr>
          <a:xfrm>
            <a:off x="504000" y="176904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0" name="PlaceHolder 3"/>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6">
    <p:spTree>
      <p:nvGrpSpPr>
        <p:cNvPr id="1" name=""/>
        <p:cNvGrpSpPr/>
        <p:nvPr/>
      </p:nvGrpSpPr>
      <p:grpSpPr>
        <a:xfrm>
          <a:off x="0" y="0"/>
          <a:ext cx="0" cy="0"/>
          <a:chOff x="0" y="0"/>
          <a:chExt cx="0" cy="0"/>
        </a:xfrm>
      </p:grpSpPr>
      <p:sp>
        <p:nvSpPr>
          <p:cNvPr id="34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7"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8"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9"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0" name="PlaceHolder 5"/>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7">
    <p:spTree>
      <p:nvGrpSpPr>
        <p:cNvPr id="1" name=""/>
        <p:cNvGrpSpPr/>
        <p:nvPr/>
      </p:nvGrpSpPr>
      <p:grpSpPr>
        <a:xfrm>
          <a:off x="0" y="0"/>
          <a:ext cx="0" cy="0"/>
          <a:chOff x="0" y="0"/>
          <a:chExt cx="0" cy="0"/>
        </a:xfrm>
      </p:grpSpPr>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8">
    <p:spTree>
      <p:nvGrpSpPr>
        <p:cNvPr id="1" name=""/>
        <p:cNvGrpSpPr/>
        <p:nvPr/>
      </p:nvGrpSpPr>
      <p:grpSpPr>
        <a:xfrm>
          <a:off x="0" y="0"/>
          <a:ext cx="0" cy="0"/>
          <a:chOff x="0" y="0"/>
          <a:chExt cx="0" cy="0"/>
        </a:xfrm>
      </p:grpSpPr>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9">
    <p:spTree>
      <p:nvGrpSpPr>
        <p:cNvPr id="1" name=""/>
        <p:cNvGrpSpPr/>
        <p:nvPr/>
      </p:nvGrpSpPr>
      <p:grpSpPr>
        <a:xfrm>
          <a:off x="0" y="0"/>
          <a:ext cx="0" cy="0"/>
          <a:chOff x="0" y="0"/>
          <a:chExt cx="0" cy="0"/>
        </a:xfrm>
      </p:grpSpPr>
      <p:sp>
        <p:nvSpPr>
          <p:cNvPr id="35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6"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0">
    <p:spTree>
      <p:nvGrpSpPr>
        <p:cNvPr id="1" name=""/>
        <p:cNvGrpSpPr/>
        <p:nvPr/>
      </p:nvGrpSpPr>
      <p:grpSpPr>
        <a:xfrm>
          <a:off x="0" y="0"/>
          <a:ext cx="0" cy="0"/>
          <a:chOff x="0" y="0"/>
          <a:chExt cx="0" cy="0"/>
        </a:xfrm>
      </p:grpSpPr>
      <p:sp>
        <p:nvSpPr>
          <p:cNvPr id="35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60"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31">
    <p:spTree>
      <p:nvGrpSpPr>
        <p:cNvPr id="1" name=""/>
        <p:cNvGrpSpPr/>
        <p:nvPr/>
      </p:nvGrpSpPr>
      <p:grpSpPr>
        <a:xfrm>
          <a:off x="0" y="0"/>
          <a:ext cx="0" cy="0"/>
          <a:chOff x="0" y="0"/>
          <a:chExt cx="0" cy="0"/>
        </a:xfrm>
      </p:grpSpPr>
      <p:sp>
        <p:nvSpPr>
          <p:cNvPr id="36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65"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6"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2">
    <p:spTree>
      <p:nvGrpSpPr>
        <p:cNvPr id="1" name=""/>
        <p:cNvGrpSpPr/>
        <p:nvPr/>
      </p:nvGrpSpPr>
      <p:grpSpPr>
        <a:xfrm>
          <a:off x="0" y="0"/>
          <a:ext cx="0" cy="0"/>
          <a:chOff x="0" y="0"/>
          <a:chExt cx="0" cy="0"/>
        </a:xfrm>
      </p:grpSpPr>
      <p:sp>
        <p:nvSpPr>
          <p:cNvPr id="368"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3">
    <p:spTree>
      <p:nvGrpSpPr>
        <p:cNvPr id="1" name=""/>
        <p:cNvGrpSpPr/>
        <p:nvPr/>
      </p:nvGrpSpPr>
      <p:grpSpPr>
        <a:xfrm>
          <a:off x="0" y="0"/>
          <a:ext cx="0" cy="0"/>
          <a:chOff x="0" y="0"/>
          <a:chExt cx="0" cy="0"/>
        </a:xfrm>
      </p:grpSpPr>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34">
    <p:spTree>
      <p:nvGrpSpPr>
        <p:cNvPr id="1" name=""/>
        <p:cNvGrpSpPr/>
        <p:nvPr/>
      </p:nvGrpSpPr>
      <p:grpSpPr>
        <a:xfrm>
          <a:off x="0" y="0"/>
          <a:ext cx="0" cy="0"/>
          <a:chOff x="0" y="0"/>
          <a:chExt cx="0" cy="0"/>
        </a:xfrm>
      </p:grpSpPr>
      <p:sp>
        <p:nvSpPr>
          <p:cNvPr id="37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74"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5"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6"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35">
    <p:spTree>
      <p:nvGrpSpPr>
        <p:cNvPr id="1" name=""/>
        <p:cNvGrpSpPr/>
        <p:nvPr/>
      </p:nvGrpSpPr>
      <p:grpSpPr>
        <a:xfrm>
          <a:off x="0" y="0"/>
          <a:ext cx="0" cy="0"/>
          <a:chOff x="0" y="0"/>
          <a:chExt cx="0" cy="0"/>
        </a:xfrm>
      </p:grpSpPr>
      <p:sp>
        <p:nvSpPr>
          <p:cNvPr id="38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2"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3"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4" name="PlaceHolder 4"/>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_">
    <p:spTree>
      <p:nvGrpSpPr>
        <p:cNvPr id="1" name=""/>
        <p:cNvGrpSpPr/>
        <p:nvPr/>
      </p:nvGrpSpPr>
      <p:grpSpPr>
        <a:xfrm>
          <a:off x="0" y="0"/>
          <a:ext cx="0" cy="0"/>
          <a:chOff x="0" y="0"/>
          <a:chExt cx="0" cy="0"/>
        </a:xfrm>
      </p:grpSpPr>
      <p:sp>
        <p:nvSpPr>
          <p:cNvPr id="392"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3"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85"/>
          </p:nvPr>
        </p:nvSpPr>
        <p:spPr/>
        <p:txBody>
          <a:bodyPr/>
          <a:p>
            <a:r>
              <a:t>Footer</a:t>
            </a:r>
          </a:p>
        </p:txBody>
      </p:sp>
      <p:sp>
        <p:nvSpPr>
          <p:cNvPr id="5" name="PlaceHolder 4"/>
          <p:cNvSpPr>
            <a:spLocks noGrp="1"/>
          </p:cNvSpPr>
          <p:nvPr>
            <p:ph type="sldNum" idx="86"/>
          </p:nvPr>
        </p:nvSpPr>
        <p:spPr/>
        <p:txBody>
          <a:bodyPr/>
          <a:p>
            <a:fld id="{3DFA5857-2ADF-4B6D-8E8D-8A4407E958EA}" type="slidenum">
              <a:t>&lt;#&gt;</a:t>
            </a:fld>
          </a:p>
        </p:txBody>
      </p:sp>
      <p:sp>
        <p:nvSpPr>
          <p:cNvPr id="6" name="PlaceHolder 5"/>
          <p:cNvSpPr>
            <a:spLocks noGrp="1"/>
          </p:cNvSpPr>
          <p:nvPr>
            <p:ph type="dt" idx="87"/>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slideLayout" Target="../slideLayouts/slideLayout41.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slideLayout" Target="../slideLayouts/slideLayout42.xml"/>
</Relationships>
</file>

<file path=ppt/slideMasters/_rels/slideMaster43.xml.rels><?xml version="1.0" encoding="UTF-8"?>
<Relationships xmlns="http://schemas.openxmlformats.org/package/2006/relationships"><Relationship Id="rId1" Type="http://schemas.openxmlformats.org/officeDocument/2006/relationships/theme" Target="../theme/theme43.xml"/><Relationship Id="rId2" Type="http://schemas.openxmlformats.org/officeDocument/2006/relationships/slideLayout" Target="../slideLayouts/slideLayout43.xml"/>
</Relationships>
</file>

<file path=ppt/slideMasters/_rels/slideMaster44.xml.rels><?xml version="1.0" encoding="UTF-8"?>
<Relationships xmlns="http://schemas.openxmlformats.org/package/2006/relationships"><Relationship Id="rId1" Type="http://schemas.openxmlformats.org/officeDocument/2006/relationships/theme" Target="../theme/theme44.xml"/><Relationship Id="rId2" Type="http://schemas.openxmlformats.org/officeDocument/2006/relationships/slideLayout" Target="../slideLayouts/slideLayout44.xml"/>
</Relationships>
</file>

<file path=ppt/slideMasters/_rels/slideMaster45.xml.rels><?xml version="1.0" encoding="UTF-8"?>
<Relationships xmlns="http://schemas.openxmlformats.org/package/2006/relationships"><Relationship Id="rId1" Type="http://schemas.openxmlformats.org/officeDocument/2006/relationships/theme" Target="../theme/theme45.xml"/><Relationship Id="rId2" Type="http://schemas.openxmlformats.org/officeDocument/2006/relationships/slideLayout" Target="../slideLayouts/slideLayout45.xml"/>
</Relationships>
</file>

<file path=ppt/slideMasters/_rels/slideMaster46.xml.rels><?xml version="1.0" encoding="UTF-8"?>
<Relationships xmlns="http://schemas.openxmlformats.org/package/2006/relationships"><Relationship Id="rId1" Type="http://schemas.openxmlformats.org/officeDocument/2006/relationships/theme" Target="../theme/theme46.xml"/><Relationship Id="rId2"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47.xml"/><Relationship Id="rId2"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48.xml"/><Relationship Id="rId2"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49.xml"/><Relationship Id="rId2" Type="http://schemas.openxmlformats.org/officeDocument/2006/relationships/slideLayout" Target="../slideLayouts/slideLayout4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5806440"/>
            <a:ext cx="10078920" cy="1753560"/>
          </a:xfrm>
          <a:prstGeom prst="rect">
            <a:avLst/>
          </a:prstGeom>
          <a:ln w="0">
            <a:noFill/>
          </a:ln>
        </p:spPr>
      </p:pic>
      <p:sp>
        <p:nvSpPr>
          <p:cNvPr id="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a:t>
            </a:r>
            <a:r>
              <a:rPr b="0" lang="en-US" sz="1800" spc="-1" strike="noStrike">
                <a:solidFill>
                  <a:srgbClr val="000000"/>
                </a:solidFill>
                <a:latin typeface="Arial"/>
              </a:rPr>
              <a:t>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a:t>
            </a:r>
            <a:r>
              <a:rPr b="0" lang="en-US" sz="1800" spc="-1" strike="noStrike">
                <a:solidFill>
                  <a:srgbClr val="000000"/>
                </a:solidFill>
                <a:latin typeface="Arial"/>
              </a:rPr>
              <a:t>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a:t>
            </a:r>
            <a:r>
              <a:rPr b="0" lang="en-US" sz="1800" spc="-1" strike="noStrike">
                <a:solidFill>
                  <a:srgbClr val="000000"/>
                </a:solidFill>
                <a:latin typeface="Arial"/>
              </a:rPr>
              <a:t>Outline </a:t>
            </a:r>
            <a:r>
              <a:rPr b="0" lang="en-US" sz="1800" spc="-1" strike="noStrike">
                <a:solidFill>
                  <a:srgbClr val="000000"/>
                </a:solidFill>
                <a:latin typeface="Arial"/>
              </a:rPr>
              <a:t>Level</a:t>
            </a:r>
            <a:endParaRPr b="0" lang="en-US" sz="1800" spc="-1" strike="noStrike">
              <a:solidFill>
                <a:srgbClr val="000000"/>
              </a:solidFill>
              <a:latin typeface="Arial"/>
            </a:endParaRPr>
          </a:p>
        </p:txBody>
      </p:sp>
      <p:sp>
        <p:nvSpPr>
          <p:cNvPr id="3"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 name="PlaceHolder 4"/>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 name="PlaceHolder 5"/>
          <p:cNvSpPr>
            <a:spLocks noGrp="1"/>
          </p:cNvSpPr>
          <p:nvPr>
            <p:ph type="ftr" idx="1"/>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 name="PlaceHolder 6"/>
          <p:cNvSpPr>
            <a:spLocks noGrp="1"/>
          </p:cNvSpPr>
          <p:nvPr>
            <p:ph type="sldNum" idx="2"/>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A1FBB37A-93D4-492D-8C2D-7E0A4DEFD7E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7" name="PlaceHolder 7"/>
          <p:cNvSpPr>
            <a:spLocks noGrp="1"/>
          </p:cNvSpPr>
          <p:nvPr>
            <p:ph type="dt" idx="3"/>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 name="" descr=""/>
          <p:cNvPicPr/>
          <p:nvPr/>
        </p:nvPicPr>
        <p:blipFill>
          <a:blip r:embed="rId2"/>
          <a:stretch/>
        </p:blipFill>
        <p:spPr>
          <a:xfrm>
            <a:off x="0" y="5806440"/>
            <a:ext cx="10078920" cy="1753560"/>
          </a:xfrm>
          <a:prstGeom prst="rect">
            <a:avLst/>
          </a:prstGeom>
          <a:ln w="0">
            <a:noFill/>
          </a:ln>
        </p:spPr>
      </p:pic>
      <p:sp>
        <p:nvSpPr>
          <p:cNvPr id="1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4"/>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5"/>
          <p:cNvSpPr>
            <a:spLocks noGrp="1"/>
          </p:cNvSpPr>
          <p:nvPr>
            <p:ph type="ftr" idx="4"/>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8" name="PlaceHolder 6"/>
          <p:cNvSpPr>
            <a:spLocks noGrp="1"/>
          </p:cNvSpPr>
          <p:nvPr>
            <p:ph type="sldNum" idx="5"/>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9408AAE6-0528-42A3-9505-850F2A3DBA31}"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9" name="PlaceHolder 7"/>
          <p:cNvSpPr>
            <a:spLocks noGrp="1"/>
          </p:cNvSpPr>
          <p:nvPr>
            <p:ph type="dt" idx="6"/>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 name="" descr=""/>
          <p:cNvPicPr/>
          <p:nvPr/>
        </p:nvPicPr>
        <p:blipFill>
          <a:blip r:embed="rId2"/>
          <a:stretch/>
        </p:blipFill>
        <p:spPr>
          <a:xfrm>
            <a:off x="0" y="5806440"/>
            <a:ext cx="10078920" cy="1753560"/>
          </a:xfrm>
          <a:prstGeom prst="rect">
            <a:avLst/>
          </a:prstGeom>
          <a:ln w="0">
            <a:noFill/>
          </a:ln>
        </p:spPr>
      </p:pic>
      <p:sp>
        <p:nvSpPr>
          <p:cNvPr id="2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 name="PlaceHolder 2"/>
          <p:cNvSpPr>
            <a:spLocks noGrp="1"/>
          </p:cNvSpPr>
          <p:nvPr>
            <p:ph type="body"/>
          </p:nvPr>
        </p:nvSpPr>
        <p:spPr>
          <a:xfrm>
            <a:off x="504000" y="176904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3"/>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4"/>
          <p:cNvSpPr>
            <a:spLocks noGrp="1"/>
          </p:cNvSpPr>
          <p:nvPr>
            <p:ph type="ftr" idx="7"/>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9" name="PlaceHolder 5"/>
          <p:cNvSpPr>
            <a:spLocks noGrp="1"/>
          </p:cNvSpPr>
          <p:nvPr>
            <p:ph type="sldNum" idx="8"/>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7DDAE17-9445-4A9C-AA20-2AD3C9355FCD}"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0" name="PlaceHolder 6"/>
          <p:cNvSpPr>
            <a:spLocks noGrp="1"/>
          </p:cNvSpPr>
          <p:nvPr>
            <p:ph type="dt" idx="9"/>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 name="" descr=""/>
          <p:cNvPicPr/>
          <p:nvPr/>
        </p:nvPicPr>
        <p:blipFill>
          <a:blip r:embed="rId2"/>
          <a:stretch/>
        </p:blipFill>
        <p:spPr>
          <a:xfrm>
            <a:off x="0" y="5806440"/>
            <a:ext cx="10078920" cy="1753560"/>
          </a:xfrm>
          <a:prstGeom prst="rect">
            <a:avLst/>
          </a:prstGeom>
          <a:ln w="0">
            <a:noFill/>
          </a:ln>
        </p:spPr>
      </p:pic>
      <p:sp>
        <p:nvSpPr>
          <p:cNvPr id="3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 name="PlaceHolder 5"/>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 name="PlaceHolder 6"/>
          <p:cNvSpPr>
            <a:spLocks noGrp="1"/>
          </p:cNvSpPr>
          <p:nvPr>
            <p:ph type="ftr" idx="10"/>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1" name="PlaceHolder 7"/>
          <p:cNvSpPr>
            <a:spLocks noGrp="1"/>
          </p:cNvSpPr>
          <p:nvPr>
            <p:ph type="sldNum" idx="11"/>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1098171-C2CD-497F-B20D-A5EAF8F6718C}"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2" name="PlaceHolder 8"/>
          <p:cNvSpPr>
            <a:spLocks noGrp="1"/>
          </p:cNvSpPr>
          <p:nvPr>
            <p:ph type="dt" idx="12"/>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2"/>
          <a:stretch/>
        </p:blipFill>
        <p:spPr>
          <a:xfrm>
            <a:off x="0" y="5806440"/>
            <a:ext cx="10078920" cy="1753560"/>
          </a:xfrm>
          <a:prstGeom prst="rect">
            <a:avLst/>
          </a:prstGeom>
          <a:ln w="0">
            <a:noFill/>
          </a:ln>
        </p:spPr>
      </p:pic>
      <p:sp>
        <p:nvSpPr>
          <p:cNvPr id="49" name="PlaceHolder 1"/>
          <p:cNvSpPr>
            <a:spLocks noGrp="1"/>
          </p:cNvSpPr>
          <p:nvPr>
            <p:ph type="ftr" idx="13"/>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50" name="PlaceHolder 2"/>
          <p:cNvSpPr>
            <a:spLocks noGrp="1"/>
          </p:cNvSpPr>
          <p:nvPr>
            <p:ph type="sldNum" idx="14"/>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4A21EC12-B19B-49A0-8F0C-85788091C53D}"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51" name="PlaceHolder 3"/>
          <p:cNvSpPr>
            <a:spLocks noGrp="1"/>
          </p:cNvSpPr>
          <p:nvPr>
            <p:ph type="dt" idx="15"/>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 name="" descr=""/>
          <p:cNvPicPr/>
          <p:nvPr/>
        </p:nvPicPr>
        <p:blipFill>
          <a:blip r:embed="rId2"/>
          <a:stretch/>
        </p:blipFill>
        <p:spPr>
          <a:xfrm>
            <a:off x="0" y="5806440"/>
            <a:ext cx="10078920" cy="1753560"/>
          </a:xfrm>
          <a:prstGeom prst="rect">
            <a:avLst/>
          </a:prstGeom>
          <a:ln w="0">
            <a:noFill/>
          </a:ln>
        </p:spPr>
      </p:pic>
      <p:sp>
        <p:nvSpPr>
          <p:cNvPr id="53" name="PlaceHolder 1"/>
          <p:cNvSpPr>
            <a:spLocks noGrp="1"/>
          </p:cNvSpPr>
          <p:nvPr>
            <p:ph type="ftr" idx="16"/>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54" name="PlaceHolder 2"/>
          <p:cNvSpPr>
            <a:spLocks noGrp="1"/>
          </p:cNvSpPr>
          <p:nvPr>
            <p:ph type="sldNum" idx="17"/>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F5E783E1-D0B6-43A4-B291-FD2006105975}"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55" name="PlaceHolder 3"/>
          <p:cNvSpPr>
            <a:spLocks noGrp="1"/>
          </p:cNvSpPr>
          <p:nvPr>
            <p:ph type="dt" idx="18"/>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 name="" descr=""/>
          <p:cNvPicPr/>
          <p:nvPr/>
        </p:nvPicPr>
        <p:blipFill>
          <a:blip r:embed="rId2"/>
          <a:stretch/>
        </p:blipFill>
        <p:spPr>
          <a:xfrm>
            <a:off x="0" y="5806440"/>
            <a:ext cx="10078920" cy="1753560"/>
          </a:xfrm>
          <a:prstGeom prst="rect">
            <a:avLst/>
          </a:prstGeom>
          <a:ln w="0">
            <a:noFill/>
          </a:ln>
        </p:spPr>
      </p:pic>
      <p:sp>
        <p:nvSpPr>
          <p:cNvPr id="5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8"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 name="PlaceHolder 3"/>
          <p:cNvSpPr>
            <a:spLocks noGrp="1"/>
          </p:cNvSpPr>
          <p:nvPr>
            <p:ph type="ftr" idx="19"/>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0" name="PlaceHolder 4"/>
          <p:cNvSpPr>
            <a:spLocks noGrp="1"/>
          </p:cNvSpPr>
          <p:nvPr>
            <p:ph type="sldNum" idx="20"/>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D93327C3-6A9B-4E9C-BB48-4080A7295A4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61" name="PlaceHolder 5"/>
          <p:cNvSpPr>
            <a:spLocks noGrp="1"/>
          </p:cNvSpPr>
          <p:nvPr>
            <p:ph type="dt" idx="21"/>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 descr=""/>
          <p:cNvPicPr/>
          <p:nvPr/>
        </p:nvPicPr>
        <p:blipFill>
          <a:blip r:embed="rId2"/>
          <a:stretch/>
        </p:blipFill>
        <p:spPr>
          <a:xfrm>
            <a:off x="0" y="5806440"/>
            <a:ext cx="10078920" cy="1753560"/>
          </a:xfrm>
          <a:prstGeom prst="rect">
            <a:avLst/>
          </a:prstGeom>
          <a:ln w="0">
            <a:noFill/>
          </a:ln>
        </p:spPr>
      </p:pic>
      <p:sp>
        <p:nvSpPr>
          <p:cNvPr id="6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6"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7" name="PlaceHolder 3"/>
          <p:cNvSpPr>
            <a:spLocks noGrp="1"/>
          </p:cNvSpPr>
          <p:nvPr>
            <p:ph type="ftr" idx="22"/>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8" name="PlaceHolder 4"/>
          <p:cNvSpPr>
            <a:spLocks noGrp="1"/>
          </p:cNvSpPr>
          <p:nvPr>
            <p:ph type="sldNum" idx="23"/>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5E2755E8-99AC-4052-8730-84AE5FBBF957}"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69" name="PlaceHolder 5"/>
          <p:cNvSpPr>
            <a:spLocks noGrp="1"/>
          </p:cNvSpPr>
          <p:nvPr>
            <p:ph type="dt" idx="24"/>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 descr=""/>
          <p:cNvPicPr/>
          <p:nvPr/>
        </p:nvPicPr>
        <p:blipFill>
          <a:blip r:embed="rId2"/>
          <a:stretch/>
        </p:blipFill>
        <p:spPr>
          <a:xfrm>
            <a:off x="0" y="5806440"/>
            <a:ext cx="10078920" cy="1753560"/>
          </a:xfrm>
          <a:prstGeom prst="rect">
            <a:avLst/>
          </a:prstGeom>
          <a:ln w="0">
            <a:noFill/>
          </a:ln>
        </p:spPr>
      </p:pic>
      <p:sp>
        <p:nvSpPr>
          <p:cNvPr id="7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4"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5"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6" name="PlaceHolder 4"/>
          <p:cNvSpPr>
            <a:spLocks noGrp="1"/>
          </p:cNvSpPr>
          <p:nvPr>
            <p:ph type="ftr" idx="25"/>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77" name="PlaceHolder 5"/>
          <p:cNvSpPr>
            <a:spLocks noGrp="1"/>
          </p:cNvSpPr>
          <p:nvPr>
            <p:ph type="sldNum" idx="26"/>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1249A1D9-021D-4C68-B2F2-D7C68975900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78" name="PlaceHolder 6"/>
          <p:cNvSpPr>
            <a:spLocks noGrp="1"/>
          </p:cNvSpPr>
          <p:nvPr>
            <p:ph type="dt" idx="27"/>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 descr=""/>
          <p:cNvPicPr/>
          <p:nvPr/>
        </p:nvPicPr>
        <p:blipFill>
          <a:blip r:embed="rId2"/>
          <a:stretch/>
        </p:blipFill>
        <p:spPr>
          <a:xfrm>
            <a:off x="0" y="5806440"/>
            <a:ext cx="10078920" cy="1753560"/>
          </a:xfrm>
          <a:prstGeom prst="rect">
            <a:avLst/>
          </a:prstGeom>
          <a:ln w="0">
            <a:noFill/>
          </a:ln>
        </p:spPr>
      </p:pic>
      <p:sp>
        <p:nvSpPr>
          <p:cNvPr id="8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4" name="PlaceHolder 2"/>
          <p:cNvSpPr>
            <a:spLocks noGrp="1"/>
          </p:cNvSpPr>
          <p:nvPr>
            <p:ph type="ftr" idx="28"/>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85" name="PlaceHolder 3"/>
          <p:cNvSpPr>
            <a:spLocks noGrp="1"/>
          </p:cNvSpPr>
          <p:nvPr>
            <p:ph type="sldNum" idx="29"/>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0F3F78C6-2B11-4840-AE26-8488E9B593B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86" name="PlaceHolder 4"/>
          <p:cNvSpPr>
            <a:spLocks noGrp="1"/>
          </p:cNvSpPr>
          <p:nvPr>
            <p:ph type="dt" idx="30"/>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7" name="PlaceHolder 5"/>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 name="" descr=""/>
          <p:cNvPicPr/>
          <p:nvPr/>
        </p:nvPicPr>
        <p:blipFill>
          <a:blip r:embed="rId2"/>
          <a:stretch/>
        </p:blipFill>
        <p:spPr>
          <a:xfrm>
            <a:off x="0" y="5806440"/>
            <a:ext cx="10078920" cy="1753560"/>
          </a:xfrm>
          <a:prstGeom prst="rect">
            <a:avLst/>
          </a:prstGeom>
          <a:ln w="0">
            <a:noFill/>
          </a:ln>
        </p:spPr>
      </p:pic>
      <p:sp>
        <p:nvSpPr>
          <p:cNvPr id="90" name="PlaceHolder 1"/>
          <p:cNvSpPr>
            <a:spLocks noGrp="1"/>
          </p:cNvSpPr>
          <p:nvPr>
            <p:ph type="ftr" idx="31"/>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91" name="PlaceHolder 2"/>
          <p:cNvSpPr>
            <a:spLocks noGrp="1"/>
          </p:cNvSpPr>
          <p:nvPr>
            <p:ph type="sldNum" idx="32"/>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349C3291-51D3-496C-A337-D04F694A1982}"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92" name="PlaceHolder 3"/>
          <p:cNvSpPr>
            <a:spLocks noGrp="1"/>
          </p:cNvSpPr>
          <p:nvPr>
            <p:ph type="dt" idx="33"/>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 descr=""/>
          <p:cNvPicPr/>
          <p:nvPr/>
        </p:nvPicPr>
        <p:blipFill>
          <a:blip r:embed="rId2"/>
          <a:stretch/>
        </p:blipFill>
        <p:spPr>
          <a:xfrm>
            <a:off x="0" y="5806440"/>
            <a:ext cx="10078920" cy="1753560"/>
          </a:xfrm>
          <a:prstGeom prst="rect">
            <a:avLst/>
          </a:prstGeom>
          <a:ln w="0">
            <a:noFill/>
          </a:ln>
        </p:spPr>
      </p:pic>
      <p:sp>
        <p:nvSpPr>
          <p:cNvPr id="9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5"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6"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7"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8" name="PlaceHolder 5"/>
          <p:cNvSpPr>
            <a:spLocks noGrp="1"/>
          </p:cNvSpPr>
          <p:nvPr>
            <p:ph type="ftr" idx="34"/>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99" name="PlaceHolder 6"/>
          <p:cNvSpPr>
            <a:spLocks noGrp="1"/>
          </p:cNvSpPr>
          <p:nvPr>
            <p:ph type="sldNum" idx="35"/>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B4C40DF4-A71F-4565-93F7-92BD557C69C2}"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00" name="PlaceHolder 7"/>
          <p:cNvSpPr>
            <a:spLocks noGrp="1"/>
          </p:cNvSpPr>
          <p:nvPr>
            <p:ph type="dt" idx="36"/>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6"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8"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9"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0" name="PlaceHolder 4"/>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1" name="PlaceHolder 5"/>
          <p:cNvSpPr>
            <a:spLocks noGrp="1"/>
          </p:cNvSpPr>
          <p:nvPr>
            <p:ph type="ftr" idx="37"/>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12" name="PlaceHolder 6"/>
          <p:cNvSpPr>
            <a:spLocks noGrp="1"/>
          </p:cNvSpPr>
          <p:nvPr>
            <p:ph type="sldNum" idx="38"/>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59349831-8BDC-4BFC-BE35-84CC6309E39D}"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13" name="PlaceHolder 7"/>
          <p:cNvSpPr>
            <a:spLocks noGrp="1"/>
          </p:cNvSpPr>
          <p:nvPr>
            <p:ph type="dt" idx="39"/>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9"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1" name="PlaceHolder 2"/>
          <p:cNvSpPr>
            <a:spLocks noGrp="1"/>
          </p:cNvSpPr>
          <p:nvPr>
            <p:ph type="body"/>
          </p:nvPr>
        </p:nvSpPr>
        <p:spPr>
          <a:xfrm>
            <a:off x="504000" y="176904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2" name="PlaceHolder 3"/>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3" name="PlaceHolder 4"/>
          <p:cNvSpPr>
            <a:spLocks noGrp="1"/>
          </p:cNvSpPr>
          <p:nvPr>
            <p:ph type="ftr" idx="40"/>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24" name="PlaceHolder 5"/>
          <p:cNvSpPr>
            <a:spLocks noGrp="1"/>
          </p:cNvSpPr>
          <p:nvPr>
            <p:ph type="sldNum" idx="41"/>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DDC0BF07-7028-422A-9712-1AA461BE5B7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25" name="PlaceHolder 6"/>
          <p:cNvSpPr>
            <a:spLocks noGrp="1"/>
          </p:cNvSpPr>
          <p:nvPr>
            <p:ph type="dt" idx="42"/>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0"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2"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3"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4"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5" name="PlaceHolder 5"/>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6" name="PlaceHolder 6"/>
          <p:cNvSpPr>
            <a:spLocks noGrp="1"/>
          </p:cNvSpPr>
          <p:nvPr>
            <p:ph type="ftr" idx="43"/>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37" name="PlaceHolder 7"/>
          <p:cNvSpPr>
            <a:spLocks noGrp="1"/>
          </p:cNvSpPr>
          <p:nvPr>
            <p:ph type="sldNum" idx="44"/>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807C98D5-55E4-46BB-A87B-6E4AC1A576C2}"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38" name="PlaceHolder 8"/>
          <p:cNvSpPr>
            <a:spLocks noGrp="1"/>
          </p:cNvSpPr>
          <p:nvPr>
            <p:ph type="dt" idx="45"/>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5"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6" name="PlaceHolder 1"/>
          <p:cNvSpPr>
            <a:spLocks noGrp="1"/>
          </p:cNvSpPr>
          <p:nvPr>
            <p:ph type="ftr" idx="46"/>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47" name="PlaceHolder 2"/>
          <p:cNvSpPr>
            <a:spLocks noGrp="1"/>
          </p:cNvSpPr>
          <p:nvPr>
            <p:ph type="sldNum" idx="47"/>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5397576-6E50-4A15-8D5F-63F674E1CAF7}"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48" name="PlaceHolder 3"/>
          <p:cNvSpPr>
            <a:spLocks noGrp="1"/>
          </p:cNvSpPr>
          <p:nvPr>
            <p:ph type="dt" idx="48"/>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0"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1" name="PlaceHolder 1"/>
          <p:cNvSpPr>
            <a:spLocks noGrp="1"/>
          </p:cNvSpPr>
          <p:nvPr>
            <p:ph type="ftr" idx="49"/>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52" name="PlaceHolder 2"/>
          <p:cNvSpPr>
            <a:spLocks noGrp="1"/>
          </p:cNvSpPr>
          <p:nvPr>
            <p:ph type="sldNum" idx="50"/>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BA4B8C38-519A-445C-AC6E-29238A1BE49C}"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53" name="PlaceHolder 3"/>
          <p:cNvSpPr>
            <a:spLocks noGrp="1"/>
          </p:cNvSpPr>
          <p:nvPr>
            <p:ph type="dt" idx="51"/>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5"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7"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8" name="PlaceHolder 3"/>
          <p:cNvSpPr>
            <a:spLocks noGrp="1"/>
          </p:cNvSpPr>
          <p:nvPr>
            <p:ph type="ftr" idx="52"/>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59" name="PlaceHolder 4"/>
          <p:cNvSpPr>
            <a:spLocks noGrp="1"/>
          </p:cNvSpPr>
          <p:nvPr>
            <p:ph type="sldNum" idx="53"/>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541CB00F-FF92-4F3D-ADC7-1231CB67C8E2}"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60" name="PlaceHolder 5"/>
          <p:cNvSpPr>
            <a:spLocks noGrp="1"/>
          </p:cNvSpPr>
          <p:nvPr>
            <p:ph type="dt" idx="54"/>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4"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66"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7" name="PlaceHolder 3"/>
          <p:cNvSpPr>
            <a:spLocks noGrp="1"/>
          </p:cNvSpPr>
          <p:nvPr>
            <p:ph type="ftr" idx="55"/>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68" name="PlaceHolder 4"/>
          <p:cNvSpPr>
            <a:spLocks noGrp="1"/>
          </p:cNvSpPr>
          <p:nvPr>
            <p:ph type="sldNum" idx="56"/>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F0CCF77B-1233-4155-983B-2D9D6BB84F6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69" name="PlaceHolder 5"/>
          <p:cNvSpPr>
            <a:spLocks noGrp="1"/>
          </p:cNvSpPr>
          <p:nvPr>
            <p:ph type="dt" idx="57"/>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3"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5"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6"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7" name="PlaceHolder 4"/>
          <p:cNvSpPr>
            <a:spLocks noGrp="1"/>
          </p:cNvSpPr>
          <p:nvPr>
            <p:ph type="ftr" idx="58"/>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78" name="PlaceHolder 5"/>
          <p:cNvSpPr>
            <a:spLocks noGrp="1"/>
          </p:cNvSpPr>
          <p:nvPr>
            <p:ph type="sldNum" idx="59"/>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4C8F99A9-C85A-4AD5-8C65-A4E1157EB782}"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79" name="PlaceHolder 6"/>
          <p:cNvSpPr>
            <a:spLocks noGrp="1"/>
          </p:cNvSpPr>
          <p:nvPr>
            <p:ph type="dt" idx="60"/>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4"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86" name="PlaceHolder 2"/>
          <p:cNvSpPr>
            <a:spLocks noGrp="1"/>
          </p:cNvSpPr>
          <p:nvPr>
            <p:ph type="ftr" idx="61"/>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87" name="PlaceHolder 3"/>
          <p:cNvSpPr>
            <a:spLocks noGrp="1"/>
          </p:cNvSpPr>
          <p:nvPr>
            <p:ph type="sldNum" idx="62"/>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E67F52B1-761F-4773-9962-AAD4C3C68AD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88" name="PlaceHolder 4"/>
          <p:cNvSpPr>
            <a:spLocks noGrp="1"/>
          </p:cNvSpPr>
          <p:nvPr>
            <p:ph type="dt" idx="63"/>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1"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2" name="PlaceHolder 1"/>
          <p:cNvSpPr>
            <a:spLocks noGrp="1"/>
          </p:cNvSpPr>
          <p:nvPr>
            <p:ph type="ftr" idx="64"/>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93" name="PlaceHolder 2"/>
          <p:cNvSpPr>
            <a:spLocks noGrp="1"/>
          </p:cNvSpPr>
          <p:nvPr>
            <p:ph type="sldNum" idx="65"/>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6B03831F-D489-43F4-A68F-857A851EAF5B}"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94" name="PlaceHolder 3"/>
          <p:cNvSpPr>
            <a:spLocks noGrp="1"/>
          </p:cNvSpPr>
          <p:nvPr>
            <p:ph type="dt" idx="66"/>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6"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98"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9"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0"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1" name="PlaceHolder 5"/>
          <p:cNvSpPr>
            <a:spLocks noGrp="1"/>
          </p:cNvSpPr>
          <p:nvPr>
            <p:ph type="ftr" idx="67"/>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02" name="PlaceHolder 6"/>
          <p:cNvSpPr>
            <a:spLocks noGrp="1"/>
          </p:cNvSpPr>
          <p:nvPr>
            <p:ph type="sldNum" idx="68"/>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BC58E118-D3C3-4A45-8D12-DAFFB31CCF2F}"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03" name="PlaceHolder 7"/>
          <p:cNvSpPr>
            <a:spLocks noGrp="1"/>
          </p:cNvSpPr>
          <p:nvPr>
            <p:ph type="dt" idx="69"/>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9"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1"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2"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3" name="PlaceHolder 4"/>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4" name="PlaceHolder 5"/>
          <p:cNvSpPr>
            <a:spLocks noGrp="1"/>
          </p:cNvSpPr>
          <p:nvPr>
            <p:ph type="ftr" idx="70"/>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15" name="PlaceHolder 6"/>
          <p:cNvSpPr>
            <a:spLocks noGrp="1"/>
          </p:cNvSpPr>
          <p:nvPr>
            <p:ph type="sldNum" idx="71"/>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E38AAED2-0EFE-4F9A-97F8-DDCC75C1D3B2}"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16" name="PlaceHolder 7"/>
          <p:cNvSpPr>
            <a:spLocks noGrp="1"/>
          </p:cNvSpPr>
          <p:nvPr>
            <p:ph type="dt" idx="72"/>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1" name="Freeform 1"/>
          <p:cNvSpPr/>
          <p:nvPr/>
        </p:nvSpPr>
        <p:spPr>
          <a:xfrm>
            <a:off x="0" y="0"/>
            <a:ext cx="10080000" cy="3779280"/>
          </a:xfrm>
          <a:custGeom>
            <a:avLst/>
            <a:gdLst>
              <a:gd name="textAreaLeft" fmla="*/ 0 w 10080000"/>
              <a:gd name="textAreaRight" fmla="*/ 10080720 w 10080000"/>
              <a:gd name="textAreaTop" fmla="*/ 0 h 3779280"/>
              <a:gd name="textAreaBottom" fmla="*/ 3780000 h 3779280"/>
            </a:gdLst>
            <a:ah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cccccc"/>
              </a:gs>
              <a:gs pos="100000">
                <a:srgbClr val="ffffff"/>
              </a:gs>
            </a:gsLst>
            <a:lin ang="54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2" name="Text Box 2"/>
          <p:cNvSpPr/>
          <p:nvPr/>
        </p:nvSpPr>
        <p:spPr>
          <a:xfrm>
            <a:off x="503280" y="6886440"/>
            <a:ext cx="2347200" cy="520200"/>
          </a:xfrm>
          <a:custGeom>
            <a:avLst/>
            <a:gdLst>
              <a:gd name="textAreaLeft" fmla="*/ 0 w 2347200"/>
              <a:gd name="textAreaRight" fmla="*/ 2347920 w 23472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3" name="Text Box 3"/>
          <p:cNvSpPr/>
          <p:nvPr/>
        </p:nvSpPr>
        <p:spPr>
          <a:xfrm>
            <a:off x="3448080" y="6886440"/>
            <a:ext cx="3195000" cy="520200"/>
          </a:xfrm>
          <a:custGeom>
            <a:avLst/>
            <a:gdLst>
              <a:gd name="textAreaLeft" fmla="*/ 0 w 3195000"/>
              <a:gd name="textAreaRight" fmla="*/ 3195720 w 31950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5"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6"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7" name="PlaceHolder 4"/>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8" name="PlaceHolder 5"/>
          <p:cNvSpPr>
            <a:spLocks noGrp="1"/>
          </p:cNvSpPr>
          <p:nvPr>
            <p:ph type="sldNum" idx="73"/>
          </p:nvPr>
        </p:nvSpPr>
        <p:spPr>
          <a:xfrm>
            <a:off x="7226280" y="6886440"/>
            <a:ext cx="2345760" cy="518400"/>
          </a:xfrm>
          <a:prstGeom prst="rect">
            <a:avLst/>
          </a:prstGeom>
          <a:noFill/>
          <a:ln w="0">
            <a:noFill/>
          </a:ln>
        </p:spPr>
        <p:txBody>
          <a:bodyPr lIns="0" rIns="0" tIns="0" bIns="0" anchor="t">
            <a:noAutofit/>
          </a:bodyPr>
          <a:lstStyle>
            <a:lvl1pPr indent="0" algn="r">
              <a:lnSpc>
                <a:spcPct val="100000"/>
              </a:lnSpc>
              <a:buNone/>
              <a:tabLst>
                <a:tab algn="l" pos="0"/>
              </a:tabLst>
              <a:defRPr b="0" lang="fi-FI" sz="1400" spc="-1" strike="noStrike">
                <a:solidFill>
                  <a:srgbClr val="000000"/>
                </a:solidFill>
                <a:latin typeface="Times New Roman"/>
                <a:ea typeface="Arial"/>
              </a:defRPr>
            </a:lvl1pPr>
          </a:lstStyle>
          <a:p>
            <a:pPr indent="0" algn="r">
              <a:lnSpc>
                <a:spcPct val="100000"/>
              </a:lnSpc>
              <a:buNone/>
              <a:tabLst>
                <a:tab algn="l" pos="0"/>
              </a:tabLst>
            </a:pPr>
            <a:fld id="{6F3C9D94-4019-489A-B708-5BB932CC4C43}" type="slidenum">
              <a:rPr b="0" lang="fi-FI" sz="1400" spc="-1" strike="noStrike">
                <a:solidFill>
                  <a:srgbClr val="000000"/>
                </a:solidFill>
                <a:latin typeface="Times New Roman"/>
                <a:ea typeface="Arial"/>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3" name="Freeform 1"/>
          <p:cNvSpPr/>
          <p:nvPr/>
        </p:nvSpPr>
        <p:spPr>
          <a:xfrm>
            <a:off x="0" y="0"/>
            <a:ext cx="10080000" cy="3779280"/>
          </a:xfrm>
          <a:custGeom>
            <a:avLst/>
            <a:gdLst>
              <a:gd name="textAreaLeft" fmla="*/ 0 w 10080000"/>
              <a:gd name="textAreaRight" fmla="*/ 10080720 w 10080000"/>
              <a:gd name="textAreaTop" fmla="*/ 0 h 3779280"/>
              <a:gd name="textAreaBottom" fmla="*/ 3780000 h 3779280"/>
            </a:gdLst>
            <a:ah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cccccc"/>
              </a:gs>
              <a:gs pos="100000">
                <a:srgbClr val="ffffff"/>
              </a:gs>
            </a:gsLst>
            <a:lin ang="54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4" name="Text Box 2"/>
          <p:cNvSpPr/>
          <p:nvPr/>
        </p:nvSpPr>
        <p:spPr>
          <a:xfrm>
            <a:off x="503280" y="6886440"/>
            <a:ext cx="2347200" cy="520200"/>
          </a:xfrm>
          <a:custGeom>
            <a:avLst/>
            <a:gdLst>
              <a:gd name="textAreaLeft" fmla="*/ 0 w 2347200"/>
              <a:gd name="textAreaRight" fmla="*/ 2347920 w 23472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5" name="Text Box 3"/>
          <p:cNvSpPr/>
          <p:nvPr/>
        </p:nvSpPr>
        <p:spPr>
          <a:xfrm>
            <a:off x="3448080" y="6886440"/>
            <a:ext cx="3195000" cy="520200"/>
          </a:xfrm>
          <a:custGeom>
            <a:avLst/>
            <a:gdLst>
              <a:gd name="textAreaLeft" fmla="*/ 0 w 3195000"/>
              <a:gd name="textAreaRight" fmla="*/ 3195720 w 31950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7" name="PlaceHolder 2"/>
          <p:cNvSpPr>
            <a:spLocks noGrp="1"/>
          </p:cNvSpPr>
          <p:nvPr>
            <p:ph type="body"/>
          </p:nvPr>
        </p:nvSpPr>
        <p:spPr>
          <a:xfrm>
            <a:off x="504000" y="176904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8" name="PlaceHolder 3"/>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9" name="PlaceHolder 4"/>
          <p:cNvSpPr>
            <a:spLocks noGrp="1"/>
          </p:cNvSpPr>
          <p:nvPr>
            <p:ph type="sldNum" idx="74"/>
          </p:nvPr>
        </p:nvSpPr>
        <p:spPr>
          <a:xfrm>
            <a:off x="7226280" y="6886440"/>
            <a:ext cx="2345760" cy="518400"/>
          </a:xfrm>
          <a:prstGeom prst="rect">
            <a:avLst/>
          </a:prstGeom>
          <a:noFill/>
          <a:ln w="0">
            <a:noFill/>
          </a:ln>
        </p:spPr>
        <p:txBody>
          <a:bodyPr lIns="0" rIns="0" tIns="0" bIns="0" anchor="t">
            <a:noAutofit/>
          </a:bodyPr>
          <a:lstStyle>
            <a:lvl1pPr indent="0" algn="r">
              <a:lnSpc>
                <a:spcPct val="100000"/>
              </a:lnSpc>
              <a:buNone/>
              <a:tabLst>
                <a:tab algn="l" pos="0"/>
              </a:tabLst>
              <a:defRPr b="0" lang="fi-FI" sz="1400" spc="-1" strike="noStrike">
                <a:solidFill>
                  <a:srgbClr val="000000"/>
                </a:solidFill>
                <a:latin typeface="Times New Roman"/>
                <a:ea typeface="Arial"/>
              </a:defRPr>
            </a:lvl1pPr>
          </a:lstStyle>
          <a:p>
            <a:pPr indent="0" algn="r">
              <a:lnSpc>
                <a:spcPct val="100000"/>
              </a:lnSpc>
              <a:buNone/>
              <a:tabLst>
                <a:tab algn="l" pos="0"/>
              </a:tabLst>
            </a:pPr>
            <a:fld id="{4F5A5BB5-E498-4173-A5B2-3EBF3B0E6022}" type="slidenum">
              <a:rPr b="0" lang="fi-FI" sz="1400" spc="-1" strike="noStrike">
                <a:solidFill>
                  <a:srgbClr val="000000"/>
                </a:solidFill>
                <a:latin typeface="Times New Roman"/>
                <a:ea typeface="Arial"/>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3" name="Freeform 1"/>
          <p:cNvSpPr/>
          <p:nvPr/>
        </p:nvSpPr>
        <p:spPr>
          <a:xfrm>
            <a:off x="0" y="0"/>
            <a:ext cx="10080000" cy="3779280"/>
          </a:xfrm>
          <a:custGeom>
            <a:avLst/>
            <a:gdLst>
              <a:gd name="textAreaLeft" fmla="*/ 0 w 10080000"/>
              <a:gd name="textAreaRight" fmla="*/ 10080720 w 10080000"/>
              <a:gd name="textAreaTop" fmla="*/ 0 h 3779280"/>
              <a:gd name="textAreaBottom" fmla="*/ 3780000 h 3779280"/>
            </a:gdLst>
            <a:ah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cccccc"/>
              </a:gs>
              <a:gs pos="100000">
                <a:srgbClr val="ffffff"/>
              </a:gs>
            </a:gsLst>
            <a:lin ang="54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4" name="Text Box 2"/>
          <p:cNvSpPr/>
          <p:nvPr/>
        </p:nvSpPr>
        <p:spPr>
          <a:xfrm>
            <a:off x="503280" y="6886440"/>
            <a:ext cx="2347200" cy="520200"/>
          </a:xfrm>
          <a:custGeom>
            <a:avLst/>
            <a:gdLst>
              <a:gd name="textAreaLeft" fmla="*/ 0 w 2347200"/>
              <a:gd name="textAreaRight" fmla="*/ 2347920 w 23472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5" name="Text Box 3"/>
          <p:cNvSpPr/>
          <p:nvPr/>
        </p:nvSpPr>
        <p:spPr>
          <a:xfrm>
            <a:off x="3448080" y="6886440"/>
            <a:ext cx="3195000" cy="520200"/>
          </a:xfrm>
          <a:custGeom>
            <a:avLst/>
            <a:gdLst>
              <a:gd name="textAreaLeft" fmla="*/ 0 w 3195000"/>
              <a:gd name="textAreaRight" fmla="*/ 3195720 w 31950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7"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8"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9"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0" name="PlaceHolder 5"/>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1" name="PlaceHolder 6"/>
          <p:cNvSpPr>
            <a:spLocks noGrp="1"/>
          </p:cNvSpPr>
          <p:nvPr>
            <p:ph type="sldNum" idx="75"/>
          </p:nvPr>
        </p:nvSpPr>
        <p:spPr>
          <a:xfrm>
            <a:off x="7226280" y="6886440"/>
            <a:ext cx="2345760" cy="518400"/>
          </a:xfrm>
          <a:prstGeom prst="rect">
            <a:avLst/>
          </a:prstGeom>
          <a:noFill/>
          <a:ln w="0">
            <a:noFill/>
          </a:ln>
        </p:spPr>
        <p:txBody>
          <a:bodyPr lIns="0" rIns="0" tIns="0" bIns="0" anchor="t">
            <a:noAutofit/>
          </a:bodyPr>
          <a:lstStyle>
            <a:lvl1pPr indent="0" algn="r">
              <a:lnSpc>
                <a:spcPct val="100000"/>
              </a:lnSpc>
              <a:buNone/>
              <a:tabLst>
                <a:tab algn="l" pos="0"/>
              </a:tabLst>
              <a:defRPr b="0" lang="fi-FI" sz="1400" spc="-1" strike="noStrike">
                <a:solidFill>
                  <a:srgbClr val="000000"/>
                </a:solidFill>
                <a:latin typeface="Times New Roman"/>
                <a:ea typeface="Arial"/>
              </a:defRPr>
            </a:lvl1pPr>
          </a:lstStyle>
          <a:p>
            <a:pPr indent="0" algn="r">
              <a:lnSpc>
                <a:spcPct val="100000"/>
              </a:lnSpc>
              <a:buNone/>
              <a:tabLst>
                <a:tab algn="l" pos="0"/>
              </a:tabLst>
            </a:pPr>
            <a:fld id="{5611C187-4A9B-4523-BBB3-B8FE8337446B}" type="slidenum">
              <a:rPr b="0" lang="fi-FI" sz="1400" spc="-1" strike="noStrike">
                <a:solidFill>
                  <a:srgbClr val="000000"/>
                </a:solidFill>
                <a:latin typeface="Times New Roman"/>
                <a:ea typeface="Arial"/>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7" name="Freeform 1"/>
          <p:cNvSpPr/>
          <p:nvPr/>
        </p:nvSpPr>
        <p:spPr>
          <a:xfrm>
            <a:off x="0" y="0"/>
            <a:ext cx="10080000" cy="3779280"/>
          </a:xfrm>
          <a:custGeom>
            <a:avLst/>
            <a:gdLst>
              <a:gd name="textAreaLeft" fmla="*/ 0 w 10080000"/>
              <a:gd name="textAreaRight" fmla="*/ 10080720 w 10080000"/>
              <a:gd name="textAreaTop" fmla="*/ 0 h 3779280"/>
              <a:gd name="textAreaBottom" fmla="*/ 3780000 h 3779280"/>
            </a:gdLst>
            <a:ah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cccccc"/>
              </a:gs>
              <a:gs pos="100000">
                <a:srgbClr val="ffffff"/>
              </a:gs>
            </a:gsLst>
            <a:lin ang="54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8" name="Text Box 2"/>
          <p:cNvSpPr/>
          <p:nvPr/>
        </p:nvSpPr>
        <p:spPr>
          <a:xfrm>
            <a:off x="503280" y="6886440"/>
            <a:ext cx="2347200" cy="520200"/>
          </a:xfrm>
          <a:custGeom>
            <a:avLst/>
            <a:gdLst>
              <a:gd name="textAreaLeft" fmla="*/ 0 w 2347200"/>
              <a:gd name="textAreaRight" fmla="*/ 2347920 w 23472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9" name="Text Box 3"/>
          <p:cNvSpPr/>
          <p:nvPr/>
        </p:nvSpPr>
        <p:spPr>
          <a:xfrm>
            <a:off x="3448080" y="6886440"/>
            <a:ext cx="3195000" cy="520200"/>
          </a:xfrm>
          <a:custGeom>
            <a:avLst/>
            <a:gdLst>
              <a:gd name="textAreaLeft" fmla="*/ 0 w 3195000"/>
              <a:gd name="textAreaRight" fmla="*/ 3195720 w 31950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0" name="PlaceHolder 1"/>
          <p:cNvSpPr>
            <a:spLocks noGrp="1"/>
          </p:cNvSpPr>
          <p:nvPr>
            <p:ph type="sldNum" idx="76"/>
          </p:nvPr>
        </p:nvSpPr>
        <p:spPr>
          <a:xfrm>
            <a:off x="7226280" y="6886440"/>
            <a:ext cx="2345760" cy="518400"/>
          </a:xfrm>
          <a:prstGeom prst="rect">
            <a:avLst/>
          </a:prstGeom>
          <a:noFill/>
          <a:ln w="0">
            <a:noFill/>
          </a:ln>
        </p:spPr>
        <p:txBody>
          <a:bodyPr lIns="0" rIns="0" tIns="0" bIns="0" anchor="t">
            <a:noAutofit/>
          </a:bodyPr>
          <a:lstStyle>
            <a:lvl1pPr indent="0" algn="r">
              <a:lnSpc>
                <a:spcPct val="100000"/>
              </a:lnSpc>
              <a:buNone/>
              <a:tabLst>
                <a:tab algn="l" pos="0"/>
              </a:tabLst>
              <a:defRPr b="0" lang="fi-FI" sz="1400" spc="-1" strike="noStrike">
                <a:solidFill>
                  <a:srgbClr val="000000"/>
                </a:solidFill>
                <a:latin typeface="Times New Roman"/>
                <a:ea typeface="Arial"/>
              </a:defRPr>
            </a:lvl1pPr>
          </a:lstStyle>
          <a:p>
            <a:pPr indent="0" algn="r">
              <a:lnSpc>
                <a:spcPct val="100000"/>
              </a:lnSpc>
              <a:buNone/>
              <a:tabLst>
                <a:tab algn="l" pos="0"/>
              </a:tabLst>
            </a:pPr>
            <a:fld id="{1312D71C-74C5-4D3D-ACEC-0311B8C2A371}" type="slidenum">
              <a:rPr b="0" lang="fi-FI" sz="1400" spc="-1" strike="noStrike">
                <a:solidFill>
                  <a:srgbClr val="000000"/>
                </a:solidFill>
                <a:latin typeface="Times New Roman"/>
                <a:ea typeface="Arial"/>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1" name="Freeform 1"/>
          <p:cNvSpPr/>
          <p:nvPr/>
        </p:nvSpPr>
        <p:spPr>
          <a:xfrm>
            <a:off x="0" y="0"/>
            <a:ext cx="10080000" cy="3779280"/>
          </a:xfrm>
          <a:custGeom>
            <a:avLst/>
            <a:gdLst>
              <a:gd name="textAreaLeft" fmla="*/ 0 w 10080000"/>
              <a:gd name="textAreaRight" fmla="*/ 10080720 w 10080000"/>
              <a:gd name="textAreaTop" fmla="*/ 0 h 3779280"/>
              <a:gd name="textAreaBottom" fmla="*/ 3780000 h 3779280"/>
            </a:gdLst>
            <a:ah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cccccc"/>
              </a:gs>
              <a:gs pos="100000">
                <a:srgbClr val="ffffff"/>
              </a:gs>
            </a:gsLst>
            <a:lin ang="54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2" name="Text Box 2"/>
          <p:cNvSpPr/>
          <p:nvPr/>
        </p:nvSpPr>
        <p:spPr>
          <a:xfrm>
            <a:off x="503280" y="6886440"/>
            <a:ext cx="2347200" cy="520200"/>
          </a:xfrm>
          <a:custGeom>
            <a:avLst/>
            <a:gdLst>
              <a:gd name="textAreaLeft" fmla="*/ 0 w 2347200"/>
              <a:gd name="textAreaRight" fmla="*/ 2347920 w 23472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3" name="Text Box 3"/>
          <p:cNvSpPr/>
          <p:nvPr/>
        </p:nvSpPr>
        <p:spPr>
          <a:xfrm>
            <a:off x="3448080" y="6886440"/>
            <a:ext cx="3195000" cy="520200"/>
          </a:xfrm>
          <a:custGeom>
            <a:avLst/>
            <a:gdLst>
              <a:gd name="textAreaLeft" fmla="*/ 0 w 3195000"/>
              <a:gd name="textAreaRight" fmla="*/ 3195720 w 31950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4" name="PlaceHolder 1"/>
          <p:cNvSpPr>
            <a:spLocks noGrp="1"/>
          </p:cNvSpPr>
          <p:nvPr>
            <p:ph type="sldNum" idx="77"/>
          </p:nvPr>
        </p:nvSpPr>
        <p:spPr>
          <a:xfrm>
            <a:off x="7226280" y="6886440"/>
            <a:ext cx="2345760" cy="518400"/>
          </a:xfrm>
          <a:prstGeom prst="rect">
            <a:avLst/>
          </a:prstGeom>
          <a:noFill/>
          <a:ln w="0">
            <a:noFill/>
          </a:ln>
        </p:spPr>
        <p:txBody>
          <a:bodyPr lIns="0" rIns="0" tIns="0" bIns="0" anchor="t">
            <a:noAutofit/>
          </a:bodyPr>
          <a:lstStyle>
            <a:lvl1pPr indent="0" algn="r">
              <a:lnSpc>
                <a:spcPct val="100000"/>
              </a:lnSpc>
              <a:buNone/>
              <a:tabLst>
                <a:tab algn="l" pos="0"/>
              </a:tabLst>
              <a:defRPr b="0" lang="fi-FI" sz="1400" spc="-1" strike="noStrike">
                <a:solidFill>
                  <a:srgbClr val="000000"/>
                </a:solidFill>
                <a:latin typeface="Times New Roman"/>
                <a:ea typeface="Arial"/>
              </a:defRPr>
            </a:lvl1pPr>
          </a:lstStyle>
          <a:p>
            <a:pPr indent="0" algn="r">
              <a:lnSpc>
                <a:spcPct val="100000"/>
              </a:lnSpc>
              <a:buNone/>
              <a:tabLst>
                <a:tab algn="l" pos="0"/>
              </a:tabLst>
            </a:pPr>
            <a:fld id="{D27F4525-F8A9-4CF1-ABEE-F4A17C774990}" type="slidenum">
              <a:rPr b="0" lang="fi-FI" sz="1400" spc="-1" strike="noStrike">
                <a:solidFill>
                  <a:srgbClr val="000000"/>
                </a:solidFill>
                <a:latin typeface="Times New Roman"/>
                <a:ea typeface="Arial"/>
              </a:rPr>
              <a:t>&lt;number&gt;</a:t>
            </a:fld>
            <a:endParaRPr b="0" lang="en-US" sz="1400" spc="-1" strike="noStrike">
              <a:solidFill>
                <a:srgbClr val="000000"/>
              </a:solidFill>
              <a:latin typeface="Times New Roman"/>
            </a:endParaRPr>
          </a:p>
        </p:txBody>
      </p:sp>
      <p:sp>
        <p:nvSpPr>
          <p:cNvPr id="265" name="PlaceHolder 2"/>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66" name="PlaceHolder 3"/>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7" name="Freeform 1"/>
          <p:cNvSpPr/>
          <p:nvPr/>
        </p:nvSpPr>
        <p:spPr>
          <a:xfrm>
            <a:off x="0" y="0"/>
            <a:ext cx="10080000" cy="3779280"/>
          </a:xfrm>
          <a:custGeom>
            <a:avLst/>
            <a:gdLst>
              <a:gd name="textAreaLeft" fmla="*/ 0 w 10080000"/>
              <a:gd name="textAreaRight" fmla="*/ 10080720 w 10080000"/>
              <a:gd name="textAreaTop" fmla="*/ 0 h 3779280"/>
              <a:gd name="textAreaBottom" fmla="*/ 3780000 h 3779280"/>
            </a:gdLst>
            <a:ah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cccccc"/>
              </a:gs>
              <a:gs pos="100000">
                <a:srgbClr val="ffffff"/>
              </a:gs>
            </a:gsLst>
            <a:lin ang="54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8" name="Text Box 2"/>
          <p:cNvSpPr/>
          <p:nvPr/>
        </p:nvSpPr>
        <p:spPr>
          <a:xfrm>
            <a:off x="503280" y="6886440"/>
            <a:ext cx="2347200" cy="520200"/>
          </a:xfrm>
          <a:custGeom>
            <a:avLst/>
            <a:gdLst>
              <a:gd name="textAreaLeft" fmla="*/ 0 w 2347200"/>
              <a:gd name="textAreaRight" fmla="*/ 2347920 w 23472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9" name="Text Box 3"/>
          <p:cNvSpPr/>
          <p:nvPr/>
        </p:nvSpPr>
        <p:spPr>
          <a:xfrm>
            <a:off x="3448080" y="6886440"/>
            <a:ext cx="3195000" cy="520200"/>
          </a:xfrm>
          <a:custGeom>
            <a:avLst/>
            <a:gdLst>
              <a:gd name="textAreaLeft" fmla="*/ 0 w 3195000"/>
              <a:gd name="textAreaRight" fmla="*/ 3195720 w 31950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1"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2" name="PlaceHolder 3"/>
          <p:cNvSpPr>
            <a:spLocks noGrp="1"/>
          </p:cNvSpPr>
          <p:nvPr>
            <p:ph type="sldNum" idx="78"/>
          </p:nvPr>
        </p:nvSpPr>
        <p:spPr>
          <a:xfrm>
            <a:off x="7226280" y="6886440"/>
            <a:ext cx="2345760" cy="518400"/>
          </a:xfrm>
          <a:prstGeom prst="rect">
            <a:avLst/>
          </a:prstGeom>
          <a:noFill/>
          <a:ln w="0">
            <a:noFill/>
          </a:ln>
        </p:spPr>
        <p:txBody>
          <a:bodyPr lIns="0" rIns="0" tIns="0" bIns="0" anchor="t">
            <a:noAutofit/>
          </a:bodyPr>
          <a:lstStyle>
            <a:lvl1pPr indent="0" algn="r">
              <a:lnSpc>
                <a:spcPct val="100000"/>
              </a:lnSpc>
              <a:buNone/>
              <a:tabLst>
                <a:tab algn="l" pos="0"/>
              </a:tabLst>
              <a:defRPr b="0" lang="fi-FI" sz="1400" spc="-1" strike="noStrike">
                <a:solidFill>
                  <a:srgbClr val="000000"/>
                </a:solidFill>
                <a:latin typeface="Times New Roman"/>
                <a:ea typeface="Arial"/>
              </a:defRPr>
            </a:lvl1pPr>
          </a:lstStyle>
          <a:p>
            <a:pPr indent="0" algn="r">
              <a:lnSpc>
                <a:spcPct val="100000"/>
              </a:lnSpc>
              <a:buNone/>
              <a:tabLst>
                <a:tab algn="l" pos="0"/>
              </a:tabLst>
            </a:pPr>
            <a:fld id="{6147B061-09C4-4300-8ED7-CD1F14968FD5}" type="slidenum">
              <a:rPr b="0" lang="fi-FI" sz="1400" spc="-1" strike="noStrike">
                <a:solidFill>
                  <a:srgbClr val="000000"/>
                </a:solidFill>
                <a:latin typeface="Times New Roman"/>
                <a:ea typeface="Arial"/>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5" name="Freeform 1"/>
          <p:cNvSpPr/>
          <p:nvPr/>
        </p:nvSpPr>
        <p:spPr>
          <a:xfrm>
            <a:off x="0" y="0"/>
            <a:ext cx="10080000" cy="3779280"/>
          </a:xfrm>
          <a:custGeom>
            <a:avLst/>
            <a:gdLst>
              <a:gd name="textAreaLeft" fmla="*/ 0 w 10080000"/>
              <a:gd name="textAreaRight" fmla="*/ 10080720 w 10080000"/>
              <a:gd name="textAreaTop" fmla="*/ 0 h 3779280"/>
              <a:gd name="textAreaBottom" fmla="*/ 3780000 h 3779280"/>
            </a:gdLst>
            <a:ah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cccccc"/>
              </a:gs>
              <a:gs pos="100000">
                <a:srgbClr val="ffffff"/>
              </a:gs>
            </a:gsLst>
            <a:lin ang="54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6" name="Text Box 2"/>
          <p:cNvSpPr/>
          <p:nvPr/>
        </p:nvSpPr>
        <p:spPr>
          <a:xfrm>
            <a:off x="503280" y="6886440"/>
            <a:ext cx="2347200" cy="520200"/>
          </a:xfrm>
          <a:custGeom>
            <a:avLst/>
            <a:gdLst>
              <a:gd name="textAreaLeft" fmla="*/ 0 w 2347200"/>
              <a:gd name="textAreaRight" fmla="*/ 2347920 w 23472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7" name="Text Box 3"/>
          <p:cNvSpPr/>
          <p:nvPr/>
        </p:nvSpPr>
        <p:spPr>
          <a:xfrm>
            <a:off x="3448080" y="6886440"/>
            <a:ext cx="3195000" cy="520200"/>
          </a:xfrm>
          <a:custGeom>
            <a:avLst/>
            <a:gdLst>
              <a:gd name="textAreaLeft" fmla="*/ 0 w 3195000"/>
              <a:gd name="textAreaRight" fmla="*/ 3195720 w 31950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8"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9"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0" name="PlaceHolder 3"/>
          <p:cNvSpPr>
            <a:spLocks noGrp="1"/>
          </p:cNvSpPr>
          <p:nvPr>
            <p:ph type="sldNum" idx="79"/>
          </p:nvPr>
        </p:nvSpPr>
        <p:spPr>
          <a:xfrm>
            <a:off x="7226280" y="6886440"/>
            <a:ext cx="2345760" cy="518400"/>
          </a:xfrm>
          <a:prstGeom prst="rect">
            <a:avLst/>
          </a:prstGeom>
          <a:noFill/>
          <a:ln w="0">
            <a:noFill/>
          </a:ln>
        </p:spPr>
        <p:txBody>
          <a:bodyPr lIns="0" rIns="0" tIns="0" bIns="0" anchor="t">
            <a:noAutofit/>
          </a:bodyPr>
          <a:lstStyle>
            <a:lvl1pPr indent="0" algn="r">
              <a:lnSpc>
                <a:spcPct val="100000"/>
              </a:lnSpc>
              <a:buNone/>
              <a:tabLst>
                <a:tab algn="l" pos="0"/>
              </a:tabLst>
              <a:defRPr b="0" lang="fi-FI" sz="1400" spc="-1" strike="noStrike">
                <a:solidFill>
                  <a:srgbClr val="000000"/>
                </a:solidFill>
                <a:latin typeface="Times New Roman"/>
                <a:ea typeface="Arial"/>
              </a:defRPr>
            </a:lvl1pPr>
          </a:lstStyle>
          <a:p>
            <a:pPr indent="0" algn="r">
              <a:lnSpc>
                <a:spcPct val="100000"/>
              </a:lnSpc>
              <a:buNone/>
              <a:tabLst>
                <a:tab algn="l" pos="0"/>
              </a:tabLst>
            </a:pPr>
            <a:fld id="{E64A4FD0-C0E0-414F-A9E9-2B718F00AECA}" type="slidenum">
              <a:rPr b="0" lang="fi-FI" sz="1400" spc="-1" strike="noStrike">
                <a:solidFill>
                  <a:srgbClr val="000000"/>
                </a:solidFill>
                <a:latin typeface="Times New Roman"/>
                <a:ea typeface="Arial"/>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3" name="Freeform 1"/>
          <p:cNvSpPr/>
          <p:nvPr/>
        </p:nvSpPr>
        <p:spPr>
          <a:xfrm>
            <a:off x="0" y="0"/>
            <a:ext cx="10080000" cy="3779280"/>
          </a:xfrm>
          <a:custGeom>
            <a:avLst/>
            <a:gdLst>
              <a:gd name="textAreaLeft" fmla="*/ 0 w 10080000"/>
              <a:gd name="textAreaRight" fmla="*/ 10080720 w 10080000"/>
              <a:gd name="textAreaTop" fmla="*/ 0 h 3779280"/>
              <a:gd name="textAreaBottom" fmla="*/ 3780000 h 3779280"/>
            </a:gdLst>
            <a:ah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cccccc"/>
              </a:gs>
              <a:gs pos="100000">
                <a:srgbClr val="ffffff"/>
              </a:gs>
            </a:gsLst>
            <a:lin ang="54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84" name="Text Box 2"/>
          <p:cNvSpPr/>
          <p:nvPr/>
        </p:nvSpPr>
        <p:spPr>
          <a:xfrm>
            <a:off x="503280" y="6886440"/>
            <a:ext cx="2347200" cy="520200"/>
          </a:xfrm>
          <a:custGeom>
            <a:avLst/>
            <a:gdLst>
              <a:gd name="textAreaLeft" fmla="*/ 0 w 2347200"/>
              <a:gd name="textAreaRight" fmla="*/ 2347920 w 23472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85" name="Text Box 3"/>
          <p:cNvSpPr/>
          <p:nvPr/>
        </p:nvSpPr>
        <p:spPr>
          <a:xfrm>
            <a:off x="3448080" y="6886440"/>
            <a:ext cx="3195000" cy="520200"/>
          </a:xfrm>
          <a:custGeom>
            <a:avLst/>
            <a:gdLst>
              <a:gd name="textAreaLeft" fmla="*/ 0 w 3195000"/>
              <a:gd name="textAreaRight" fmla="*/ 3195720 w 31950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8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87"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8"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9" name="PlaceHolder 4"/>
          <p:cNvSpPr>
            <a:spLocks noGrp="1"/>
          </p:cNvSpPr>
          <p:nvPr>
            <p:ph type="sldNum" idx="80"/>
          </p:nvPr>
        </p:nvSpPr>
        <p:spPr>
          <a:xfrm>
            <a:off x="7226280" y="6886440"/>
            <a:ext cx="2345760" cy="518400"/>
          </a:xfrm>
          <a:prstGeom prst="rect">
            <a:avLst/>
          </a:prstGeom>
          <a:noFill/>
          <a:ln w="0">
            <a:noFill/>
          </a:ln>
        </p:spPr>
        <p:txBody>
          <a:bodyPr lIns="0" rIns="0" tIns="0" bIns="0" anchor="t">
            <a:noAutofit/>
          </a:bodyPr>
          <a:lstStyle>
            <a:lvl1pPr indent="0" algn="r">
              <a:lnSpc>
                <a:spcPct val="100000"/>
              </a:lnSpc>
              <a:buNone/>
              <a:tabLst>
                <a:tab algn="l" pos="0"/>
              </a:tabLst>
              <a:defRPr b="0" lang="fi-FI" sz="1400" spc="-1" strike="noStrike">
                <a:solidFill>
                  <a:srgbClr val="000000"/>
                </a:solidFill>
                <a:latin typeface="Times New Roman"/>
                <a:ea typeface="Arial"/>
              </a:defRPr>
            </a:lvl1pPr>
          </a:lstStyle>
          <a:p>
            <a:pPr indent="0" algn="r">
              <a:lnSpc>
                <a:spcPct val="100000"/>
              </a:lnSpc>
              <a:buNone/>
              <a:tabLst>
                <a:tab algn="l" pos="0"/>
              </a:tabLst>
            </a:pPr>
            <a:fld id="{E3C9E85F-091D-4DCB-8342-46249DBFE002}" type="slidenum">
              <a:rPr b="0" lang="fi-FI" sz="1400" spc="-1" strike="noStrike">
                <a:solidFill>
                  <a:srgbClr val="000000"/>
                </a:solidFill>
                <a:latin typeface="Times New Roman"/>
                <a:ea typeface="Arial"/>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3" name="Freeform 1"/>
          <p:cNvSpPr/>
          <p:nvPr/>
        </p:nvSpPr>
        <p:spPr>
          <a:xfrm>
            <a:off x="0" y="0"/>
            <a:ext cx="10080000" cy="3779280"/>
          </a:xfrm>
          <a:custGeom>
            <a:avLst/>
            <a:gdLst>
              <a:gd name="textAreaLeft" fmla="*/ 0 w 10080000"/>
              <a:gd name="textAreaRight" fmla="*/ 10080720 w 10080000"/>
              <a:gd name="textAreaTop" fmla="*/ 0 h 3779280"/>
              <a:gd name="textAreaBottom" fmla="*/ 3780000 h 3779280"/>
            </a:gdLst>
            <a:ah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cccccc"/>
              </a:gs>
              <a:gs pos="100000">
                <a:srgbClr val="ffffff"/>
              </a:gs>
            </a:gsLst>
            <a:lin ang="54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94" name="Text Box 2"/>
          <p:cNvSpPr/>
          <p:nvPr/>
        </p:nvSpPr>
        <p:spPr>
          <a:xfrm>
            <a:off x="503280" y="6886440"/>
            <a:ext cx="2347200" cy="520200"/>
          </a:xfrm>
          <a:custGeom>
            <a:avLst/>
            <a:gdLst>
              <a:gd name="textAreaLeft" fmla="*/ 0 w 2347200"/>
              <a:gd name="textAreaRight" fmla="*/ 2347920 w 23472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95" name="Text Box 3"/>
          <p:cNvSpPr/>
          <p:nvPr/>
        </p:nvSpPr>
        <p:spPr>
          <a:xfrm>
            <a:off x="3448080" y="6886440"/>
            <a:ext cx="3195000" cy="520200"/>
          </a:xfrm>
          <a:custGeom>
            <a:avLst/>
            <a:gdLst>
              <a:gd name="textAreaLeft" fmla="*/ 0 w 3195000"/>
              <a:gd name="textAreaRight" fmla="*/ 3195720 w 31950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9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97" name="PlaceHolder 2"/>
          <p:cNvSpPr>
            <a:spLocks noGrp="1"/>
          </p:cNvSpPr>
          <p:nvPr>
            <p:ph type="sldNum" idx="81"/>
          </p:nvPr>
        </p:nvSpPr>
        <p:spPr>
          <a:xfrm>
            <a:off x="7226280" y="6886440"/>
            <a:ext cx="2345760" cy="518400"/>
          </a:xfrm>
          <a:prstGeom prst="rect">
            <a:avLst/>
          </a:prstGeom>
          <a:noFill/>
          <a:ln w="0">
            <a:noFill/>
          </a:ln>
        </p:spPr>
        <p:txBody>
          <a:bodyPr lIns="0" rIns="0" tIns="0" bIns="0" anchor="t">
            <a:noAutofit/>
          </a:bodyPr>
          <a:lstStyle>
            <a:lvl1pPr indent="0" algn="r">
              <a:lnSpc>
                <a:spcPct val="100000"/>
              </a:lnSpc>
              <a:buNone/>
              <a:tabLst>
                <a:tab algn="l" pos="0"/>
              </a:tabLst>
              <a:defRPr b="0" lang="fi-FI" sz="1400" spc="-1" strike="noStrike">
                <a:solidFill>
                  <a:srgbClr val="000000"/>
                </a:solidFill>
                <a:latin typeface="Times New Roman"/>
                <a:ea typeface="Arial"/>
              </a:defRPr>
            </a:lvl1pPr>
          </a:lstStyle>
          <a:p>
            <a:pPr indent="0" algn="r">
              <a:lnSpc>
                <a:spcPct val="100000"/>
              </a:lnSpc>
              <a:buNone/>
              <a:tabLst>
                <a:tab algn="l" pos="0"/>
              </a:tabLst>
            </a:pPr>
            <a:fld id="{79CDAA40-D8A4-40AC-A29E-82EA7D32A8DF}" type="slidenum">
              <a:rPr b="0" lang="fi-FI" sz="1400" spc="-1" strike="noStrike">
                <a:solidFill>
                  <a:srgbClr val="000000"/>
                </a:solidFill>
                <a:latin typeface="Times New Roman"/>
                <a:ea typeface="Arial"/>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9" name="Freeform 1"/>
          <p:cNvSpPr/>
          <p:nvPr/>
        </p:nvSpPr>
        <p:spPr>
          <a:xfrm>
            <a:off x="0" y="0"/>
            <a:ext cx="10080000" cy="3779280"/>
          </a:xfrm>
          <a:custGeom>
            <a:avLst/>
            <a:gdLst>
              <a:gd name="textAreaLeft" fmla="*/ 0 w 10080000"/>
              <a:gd name="textAreaRight" fmla="*/ 10080720 w 10080000"/>
              <a:gd name="textAreaTop" fmla="*/ 0 h 3779280"/>
              <a:gd name="textAreaBottom" fmla="*/ 3780000 h 3779280"/>
            </a:gdLst>
            <a:ah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cccccc"/>
              </a:gs>
              <a:gs pos="100000">
                <a:srgbClr val="ffffff"/>
              </a:gs>
            </a:gsLst>
            <a:lin ang="54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0" name="Text Box 2"/>
          <p:cNvSpPr/>
          <p:nvPr/>
        </p:nvSpPr>
        <p:spPr>
          <a:xfrm>
            <a:off x="503280" y="6886440"/>
            <a:ext cx="2347200" cy="520200"/>
          </a:xfrm>
          <a:custGeom>
            <a:avLst/>
            <a:gdLst>
              <a:gd name="textAreaLeft" fmla="*/ 0 w 2347200"/>
              <a:gd name="textAreaRight" fmla="*/ 2347920 w 23472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1" name="Text Box 3"/>
          <p:cNvSpPr/>
          <p:nvPr/>
        </p:nvSpPr>
        <p:spPr>
          <a:xfrm>
            <a:off x="3448080" y="6886440"/>
            <a:ext cx="3195000" cy="520200"/>
          </a:xfrm>
          <a:custGeom>
            <a:avLst/>
            <a:gdLst>
              <a:gd name="textAreaLeft" fmla="*/ 0 w 3195000"/>
              <a:gd name="textAreaRight" fmla="*/ 3195720 w 31950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2" name="PlaceHolder 1"/>
          <p:cNvSpPr>
            <a:spLocks noGrp="1"/>
          </p:cNvSpPr>
          <p:nvPr>
            <p:ph type="sldNum" idx="82"/>
          </p:nvPr>
        </p:nvSpPr>
        <p:spPr>
          <a:xfrm>
            <a:off x="7226280" y="6886440"/>
            <a:ext cx="2345760" cy="518400"/>
          </a:xfrm>
          <a:prstGeom prst="rect">
            <a:avLst/>
          </a:prstGeom>
          <a:noFill/>
          <a:ln w="0">
            <a:noFill/>
          </a:ln>
        </p:spPr>
        <p:txBody>
          <a:bodyPr lIns="0" rIns="0" tIns="0" bIns="0" anchor="t">
            <a:noAutofit/>
          </a:bodyPr>
          <a:lstStyle>
            <a:lvl1pPr indent="0" algn="r">
              <a:lnSpc>
                <a:spcPct val="100000"/>
              </a:lnSpc>
              <a:buNone/>
              <a:tabLst>
                <a:tab algn="l" pos="0"/>
              </a:tabLst>
              <a:defRPr b="0" lang="fi-FI" sz="1400" spc="-1" strike="noStrike">
                <a:solidFill>
                  <a:srgbClr val="000000"/>
                </a:solidFill>
                <a:latin typeface="Times New Roman"/>
                <a:ea typeface="Arial"/>
              </a:defRPr>
            </a:lvl1pPr>
          </a:lstStyle>
          <a:p>
            <a:pPr indent="0" algn="r">
              <a:lnSpc>
                <a:spcPct val="100000"/>
              </a:lnSpc>
              <a:buNone/>
              <a:tabLst>
                <a:tab algn="l" pos="0"/>
              </a:tabLst>
            </a:pPr>
            <a:fld id="{6C13A41F-23D3-4063-A989-2F618DBBFDD9}" type="slidenum">
              <a:rPr b="0" lang="fi-FI" sz="1400" spc="-1" strike="noStrike">
                <a:solidFill>
                  <a:srgbClr val="000000"/>
                </a:solidFill>
                <a:latin typeface="Times New Roman"/>
                <a:ea typeface="Arial"/>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3" name="Freeform 1"/>
          <p:cNvSpPr/>
          <p:nvPr/>
        </p:nvSpPr>
        <p:spPr>
          <a:xfrm>
            <a:off x="0" y="0"/>
            <a:ext cx="10080000" cy="3779280"/>
          </a:xfrm>
          <a:custGeom>
            <a:avLst/>
            <a:gdLst>
              <a:gd name="textAreaLeft" fmla="*/ 0 w 10080000"/>
              <a:gd name="textAreaRight" fmla="*/ 10080720 w 10080000"/>
              <a:gd name="textAreaTop" fmla="*/ 0 h 3779280"/>
              <a:gd name="textAreaBottom" fmla="*/ 3780000 h 3779280"/>
            </a:gdLst>
            <a:ah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cccccc"/>
              </a:gs>
              <a:gs pos="100000">
                <a:srgbClr val="ffffff"/>
              </a:gs>
            </a:gsLst>
            <a:lin ang="54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4" name="Text Box 2"/>
          <p:cNvSpPr/>
          <p:nvPr/>
        </p:nvSpPr>
        <p:spPr>
          <a:xfrm>
            <a:off x="503280" y="6886440"/>
            <a:ext cx="2347200" cy="520200"/>
          </a:xfrm>
          <a:custGeom>
            <a:avLst/>
            <a:gdLst>
              <a:gd name="textAreaLeft" fmla="*/ 0 w 2347200"/>
              <a:gd name="textAreaRight" fmla="*/ 2347920 w 23472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5" name="Text Box 3"/>
          <p:cNvSpPr/>
          <p:nvPr/>
        </p:nvSpPr>
        <p:spPr>
          <a:xfrm>
            <a:off x="3448080" y="6886440"/>
            <a:ext cx="3195000" cy="520200"/>
          </a:xfrm>
          <a:custGeom>
            <a:avLst/>
            <a:gdLst>
              <a:gd name="textAreaLeft" fmla="*/ 0 w 3195000"/>
              <a:gd name="textAreaRight" fmla="*/ 3195720 w 31950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07"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8"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9"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0" name="PlaceHolder 5"/>
          <p:cNvSpPr>
            <a:spLocks noGrp="1"/>
          </p:cNvSpPr>
          <p:nvPr>
            <p:ph type="sldNum" idx="83"/>
          </p:nvPr>
        </p:nvSpPr>
        <p:spPr>
          <a:xfrm>
            <a:off x="7226280" y="6886440"/>
            <a:ext cx="2345760" cy="518400"/>
          </a:xfrm>
          <a:prstGeom prst="rect">
            <a:avLst/>
          </a:prstGeom>
          <a:noFill/>
          <a:ln w="0">
            <a:noFill/>
          </a:ln>
        </p:spPr>
        <p:txBody>
          <a:bodyPr lIns="0" rIns="0" tIns="0" bIns="0" anchor="t">
            <a:noAutofit/>
          </a:bodyPr>
          <a:lstStyle>
            <a:lvl1pPr indent="0" algn="r">
              <a:lnSpc>
                <a:spcPct val="100000"/>
              </a:lnSpc>
              <a:buNone/>
              <a:tabLst>
                <a:tab algn="l" pos="0"/>
              </a:tabLst>
              <a:defRPr b="0" lang="fi-FI" sz="1400" spc="-1" strike="noStrike">
                <a:solidFill>
                  <a:srgbClr val="000000"/>
                </a:solidFill>
                <a:latin typeface="Times New Roman"/>
                <a:ea typeface="Arial"/>
              </a:defRPr>
            </a:lvl1pPr>
          </a:lstStyle>
          <a:p>
            <a:pPr indent="0" algn="r">
              <a:lnSpc>
                <a:spcPct val="100000"/>
              </a:lnSpc>
              <a:buNone/>
              <a:tabLst>
                <a:tab algn="l" pos="0"/>
              </a:tabLst>
            </a:pPr>
            <a:fld id="{54D56217-18D2-4686-BCDD-3E777298D322}" type="slidenum">
              <a:rPr b="0" lang="fi-FI" sz="1400" spc="-1" strike="noStrike">
                <a:solidFill>
                  <a:srgbClr val="000000"/>
                </a:solidFill>
                <a:latin typeface="Times New Roman"/>
                <a:ea typeface="Arial"/>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5" name="Freeform 1"/>
          <p:cNvSpPr/>
          <p:nvPr/>
        </p:nvSpPr>
        <p:spPr>
          <a:xfrm>
            <a:off x="0" y="0"/>
            <a:ext cx="10080000" cy="3779280"/>
          </a:xfrm>
          <a:custGeom>
            <a:avLst/>
            <a:gdLst>
              <a:gd name="textAreaLeft" fmla="*/ 0 w 10080000"/>
              <a:gd name="textAreaRight" fmla="*/ 10080720 w 10080000"/>
              <a:gd name="textAreaTop" fmla="*/ 0 h 3779280"/>
              <a:gd name="textAreaBottom" fmla="*/ 3780000 h 3779280"/>
            </a:gdLst>
            <a:ah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cccccc"/>
              </a:gs>
              <a:gs pos="100000">
                <a:srgbClr val="ffffff"/>
              </a:gs>
            </a:gsLst>
            <a:lin ang="54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16" name="Text Box 2"/>
          <p:cNvSpPr/>
          <p:nvPr/>
        </p:nvSpPr>
        <p:spPr>
          <a:xfrm>
            <a:off x="503280" y="6886440"/>
            <a:ext cx="2347200" cy="520200"/>
          </a:xfrm>
          <a:custGeom>
            <a:avLst/>
            <a:gdLst>
              <a:gd name="textAreaLeft" fmla="*/ 0 w 2347200"/>
              <a:gd name="textAreaRight" fmla="*/ 2347920 w 23472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17" name="Text Box 3"/>
          <p:cNvSpPr/>
          <p:nvPr/>
        </p:nvSpPr>
        <p:spPr>
          <a:xfrm>
            <a:off x="3448080" y="6886440"/>
            <a:ext cx="3195000" cy="520200"/>
          </a:xfrm>
          <a:custGeom>
            <a:avLst/>
            <a:gdLst>
              <a:gd name="textAreaLeft" fmla="*/ 0 w 3195000"/>
              <a:gd name="textAreaRight" fmla="*/ 3195720 w 3195000"/>
              <a:gd name="textAreaTop" fmla="*/ 0 h 520200"/>
              <a:gd name="textAreaBottom" fmla="*/ 520920 h 520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18"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19"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0"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1" name="PlaceHolder 4"/>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2" name="PlaceHolder 5"/>
          <p:cNvSpPr>
            <a:spLocks noGrp="1"/>
          </p:cNvSpPr>
          <p:nvPr>
            <p:ph type="sldNum" idx="84"/>
          </p:nvPr>
        </p:nvSpPr>
        <p:spPr>
          <a:xfrm>
            <a:off x="7226280" y="6886440"/>
            <a:ext cx="2345760" cy="518400"/>
          </a:xfrm>
          <a:prstGeom prst="rect">
            <a:avLst/>
          </a:prstGeom>
          <a:noFill/>
          <a:ln w="0">
            <a:noFill/>
          </a:ln>
        </p:spPr>
        <p:txBody>
          <a:bodyPr lIns="0" rIns="0" tIns="0" bIns="0" anchor="t">
            <a:noAutofit/>
          </a:bodyPr>
          <a:lstStyle>
            <a:lvl1pPr indent="0" algn="r">
              <a:lnSpc>
                <a:spcPct val="100000"/>
              </a:lnSpc>
              <a:buNone/>
              <a:tabLst>
                <a:tab algn="l" pos="0"/>
              </a:tabLst>
              <a:defRPr b="0" lang="fi-FI" sz="1400" spc="-1" strike="noStrike">
                <a:solidFill>
                  <a:srgbClr val="000000"/>
                </a:solidFill>
                <a:latin typeface="Times New Roman"/>
                <a:ea typeface="Arial"/>
              </a:defRPr>
            </a:lvl1pPr>
          </a:lstStyle>
          <a:p>
            <a:pPr indent="0" algn="r">
              <a:lnSpc>
                <a:spcPct val="100000"/>
              </a:lnSpc>
              <a:buNone/>
              <a:tabLst>
                <a:tab algn="l" pos="0"/>
              </a:tabLst>
            </a:pPr>
            <a:fld id="{D99943A9-89DD-40C9-B7FA-6212F35D6A92}" type="slidenum">
              <a:rPr b="0" lang="fi-FI" sz="1400" spc="-1" strike="noStrike">
                <a:solidFill>
                  <a:srgbClr val="000000"/>
                </a:solidFill>
                <a:latin typeface="Times New Roman"/>
                <a:ea typeface="Arial"/>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9"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28"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9"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30" name="PlaceHolder 4"/>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1" r:id="rId2"/>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36" name="PlaceHolder 2"/>
          <p:cNvSpPr>
            <a:spLocks noGrp="1"/>
          </p:cNvSpPr>
          <p:nvPr>
            <p:ph type="body"/>
          </p:nvPr>
        </p:nvSpPr>
        <p:spPr>
          <a:xfrm>
            <a:off x="504000" y="176904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37" name="PlaceHolder 3"/>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3" r:id="rId2"/>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42"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3"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4"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5" name="PlaceHolder 5"/>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5" r:id="rId2"/>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27" r:id="rId2"/>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52"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9" r:id="rId2"/>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4"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1" r:id="rId2"/>
  </p:sldLayoutIdLst>
</p:sldMaster>
</file>

<file path=ppt/slideMasters/slideMaster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8"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3" r:id="rId2"/>
  </p:sldLayoutIdLst>
</p:sldMaster>
</file>

<file path=ppt/slideMasters/slideMaster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2"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63"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5" r:id="rId2"/>
  </p:sldLayoutIdLst>
</p:sldMaster>
</file>

<file path=ppt/slideMasters/slideMaster4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7" r:id="rId2"/>
  </p:sldLayoutIdLst>
</p:sldMaster>
</file>

<file path=ppt/slideMasters/slideMaster4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39" r:id="rId2"/>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0"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1"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2"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1" r:id="rId2"/>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8"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9"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0" name="PlaceHolder 4"/>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3" r:id="rId2"/>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a typeface="DejaVu Sans"/>
            </a:endParaRPr>
          </a:p>
        </p:txBody>
      </p:sp>
      <p:sp>
        <p:nvSpPr>
          <p:cNvPr id="386" name=""/>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a typeface="DejaVu Sans"/>
            </a:endParaRPr>
          </a:p>
        </p:txBody>
      </p:sp>
      <p:sp>
        <p:nvSpPr>
          <p:cNvPr id="38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88"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9" name="PlaceHolder 3"/>
          <p:cNvSpPr>
            <a:spLocks noGrp="1"/>
          </p:cNvSpPr>
          <p:nvPr>
            <p:ph type="ftr" idx="85"/>
          </p:nvPr>
        </p:nvSpPr>
        <p:spPr>
          <a:xfrm>
            <a:off x="3447360" y="6887160"/>
            <a:ext cx="3194280" cy="52056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90" name="PlaceHolder 4"/>
          <p:cNvSpPr>
            <a:spLocks noGrp="1"/>
          </p:cNvSpPr>
          <p:nvPr>
            <p:ph type="sldNum" idx="86"/>
          </p:nvPr>
        </p:nvSpPr>
        <p:spPr>
          <a:xfrm>
            <a:off x="7227360" y="6887160"/>
            <a:ext cx="2347560" cy="52056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2A7D7287-13AA-490B-9B18-5D93EDBCBD1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91" name="PlaceHolder 5"/>
          <p:cNvSpPr>
            <a:spLocks noGrp="1"/>
          </p:cNvSpPr>
          <p:nvPr>
            <p:ph type="dt" idx="87"/>
          </p:nvPr>
        </p:nvSpPr>
        <p:spPr>
          <a:xfrm>
            <a:off x="504000" y="6887160"/>
            <a:ext cx="2347560" cy="52056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9.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9.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1.xml"/>
</Relationships>
</file>

<file path=ppt/slides/_rels/slide1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title"/>
          </p:nvPr>
        </p:nvSpPr>
        <p:spPr>
          <a:xfrm>
            <a:off x="0" y="2341080"/>
            <a:ext cx="9070920" cy="12614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6699"/>
                </a:solidFill>
                <a:latin typeface="Arial"/>
              </a:rPr>
              <a:t>Threads</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Freeform 1_9"/>
          <p:cNvSpPr/>
          <p:nvPr/>
        </p:nvSpPr>
        <p:spPr>
          <a:xfrm>
            <a:off x="539640" y="228600"/>
            <a:ext cx="9076680" cy="761400"/>
          </a:xfrm>
          <a:custGeom>
            <a:avLst/>
            <a:gdLst>
              <a:gd name="textAreaLeft" fmla="*/ 0 w 9076680"/>
              <a:gd name="textAreaRight" fmla="*/ 9077400 w 9076680"/>
              <a:gd name="textAreaTop" fmla="*/ 0 h 761400"/>
              <a:gd name="textAreaBottom" fmla="*/ 762120 h 76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ctr" anchorCtr="1">
            <a:noAutofit/>
          </a:bodyPr>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000" spc="-1" strike="noStrike">
                <a:solidFill>
                  <a:srgbClr val="000000"/>
                </a:solidFill>
                <a:latin typeface="Times New Roman"/>
                <a:ea typeface="msmincho"/>
              </a:rPr>
              <a:t>Why Threads: Balloon Shooter Game</a:t>
            </a:r>
            <a:endParaRPr b="0" lang="en-US" sz="4000" spc="-1" strike="noStrike">
              <a:solidFill>
                <a:srgbClr val="000000"/>
              </a:solidFill>
              <a:latin typeface="Arial"/>
            </a:endParaRPr>
          </a:p>
        </p:txBody>
      </p:sp>
      <p:sp>
        <p:nvSpPr>
          <p:cNvPr id="402" name="Straight Connector 2_1"/>
          <p:cNvSpPr/>
          <p:nvPr/>
        </p:nvSpPr>
        <p:spPr>
          <a:xfrm>
            <a:off x="0" y="1143000"/>
            <a:ext cx="10054440" cy="720"/>
          </a:xfrm>
          <a:custGeom>
            <a:avLst/>
            <a:gdLst>
              <a:gd name="textAreaLeft" fmla="*/ 0 w 10054440"/>
              <a:gd name="textAreaRight" fmla="*/ 10055160 w 10054440"/>
              <a:gd name="textAreaTop" fmla="*/ 0 h 720"/>
              <a:gd name="textAreaBottom" fmla="*/ 1440 h 720"/>
            </a:gdLst>
            <a:ahLst/>
            <a:rect l="textAreaLeft" t="textAreaTop" r="textAreaRight" b="textAreaBottom"/>
            <a:pathLst>
              <a:path w="10055225" h="1588">
                <a:moveTo>
                  <a:pt x="0" y="0"/>
                </a:moveTo>
                <a:lnTo>
                  <a:pt x="10055225" y="1588"/>
                </a:lnTo>
              </a:path>
            </a:pathLst>
          </a:custGeom>
          <a:noFill/>
          <a:ln w="54720">
            <a:solidFill>
              <a:srgbClr val="ff8d00"/>
            </a:solidFill>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403" name="Freeform 4_9"/>
          <p:cNvSpPr/>
          <p:nvPr/>
        </p:nvSpPr>
        <p:spPr>
          <a:xfrm>
            <a:off x="264960" y="1657440"/>
            <a:ext cx="9600480" cy="4742640"/>
          </a:xfrm>
          <a:custGeom>
            <a:avLst/>
            <a:gdLst>
              <a:gd name="textAreaLeft" fmla="*/ 0 w 9600480"/>
              <a:gd name="textAreaRight" fmla="*/ 9601200 w 9600480"/>
              <a:gd name="textAreaTop" fmla="*/ 0 h 4742640"/>
              <a:gd name="textAreaBottom" fmla="*/ 4743360 h 47426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t">
            <a:noAutofit/>
          </a:bodyPr>
          <a:p>
            <a:pPr marL="423720" indent="-214200">
              <a:lnSpc>
                <a:spcPct val="93000"/>
              </a:lnSpc>
              <a:tabLst>
                <a:tab algn="l" pos="0"/>
              </a:tabLst>
            </a:pPr>
            <a:r>
              <a:rPr b="0" lang="en-GB" sz="3200" spc="-1" strike="noStrike">
                <a:solidFill>
                  <a:srgbClr val="c5000b"/>
                </a:solidFill>
                <a:latin typeface="Times New Roman"/>
                <a:ea typeface="msmincho"/>
              </a:rPr>
              <a:t>Basic modules required</a:t>
            </a:r>
            <a:endParaRPr b="0" lang="en-US" sz="3200" spc="-1" strike="noStrike">
              <a:solidFill>
                <a:srgbClr val="000000"/>
              </a:solidFill>
              <a:latin typeface="Arial"/>
            </a:endParaRPr>
          </a:p>
          <a:p>
            <a:pPr marL="423720" indent="-214200">
              <a:lnSpc>
                <a:spcPct val="93000"/>
              </a:lnSpc>
              <a:tabLst>
                <a:tab algn="l" pos="0"/>
              </a:tabLst>
            </a:pPr>
            <a:endParaRPr b="0" lang="en-US" sz="3200" spc="-1" strike="noStrike">
              <a:solidFill>
                <a:srgbClr val="000000"/>
              </a:solidFill>
              <a:latin typeface="Arial"/>
            </a:endParaRPr>
          </a:p>
          <a:p>
            <a:pPr marL="423720" indent="-214200">
              <a:lnSpc>
                <a:spcPct val="93000"/>
              </a:lnSpc>
              <a:tabLst>
                <a:tab algn="l" pos="0"/>
              </a:tabLst>
            </a:pPr>
            <a:r>
              <a:rPr b="0" lang="en-GB" sz="2600" spc="-1" strike="noStrike">
                <a:solidFill>
                  <a:srgbClr val="000080"/>
                </a:solidFill>
                <a:latin typeface="Times New Roman"/>
                <a:ea typeface="msmincho"/>
              </a:rPr>
              <a:t>User Interface Module</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	</a:t>
            </a:r>
            <a:r>
              <a:rPr b="0" lang="en-GB" sz="2600" spc="-1" strike="noStrike">
                <a:solidFill>
                  <a:srgbClr val="000000"/>
                </a:solidFill>
                <a:latin typeface="Times New Roman"/>
                <a:ea typeface="msmincho"/>
              </a:rPr>
              <a:t>Which interacts with user</a:t>
            </a:r>
            <a:endParaRPr b="0" lang="en-US" sz="2600" spc="-1" strike="noStrike">
              <a:solidFill>
                <a:srgbClr val="000000"/>
              </a:solidFill>
              <a:latin typeface="Arial"/>
            </a:endParaRPr>
          </a:p>
          <a:p>
            <a:pPr marL="423720" indent="-214200">
              <a:lnSpc>
                <a:spcPct val="93000"/>
              </a:lnSpc>
              <a:tabLst>
                <a:tab algn="l" pos="0"/>
              </a:tabLst>
            </a:pP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80"/>
                </a:solidFill>
                <a:latin typeface="Times New Roman"/>
                <a:ea typeface="msmincho"/>
              </a:rPr>
              <a:t>Graphics Module</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	</a:t>
            </a:r>
            <a:r>
              <a:rPr b="0" lang="en-GB" sz="2600" spc="-1" strike="noStrike">
                <a:solidFill>
                  <a:srgbClr val="000000"/>
                </a:solidFill>
                <a:latin typeface="Times New Roman"/>
                <a:ea typeface="msmincho"/>
              </a:rPr>
              <a:t>Which paints the screen with graphics</a:t>
            </a:r>
            <a:endParaRPr b="0" lang="en-US" sz="2600" spc="-1" strike="noStrike">
              <a:solidFill>
                <a:srgbClr val="000000"/>
              </a:solidFill>
              <a:latin typeface="Arial"/>
            </a:endParaRPr>
          </a:p>
          <a:p>
            <a:pPr marL="423720" indent="-214200">
              <a:lnSpc>
                <a:spcPct val="93000"/>
              </a:lnSpc>
              <a:tabLst>
                <a:tab algn="l" pos="0"/>
              </a:tabLst>
            </a:pP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80"/>
                </a:solidFill>
                <a:latin typeface="Times New Roman"/>
                <a:ea typeface="msmincho"/>
              </a:rPr>
              <a:t>Action Module</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	</a:t>
            </a:r>
            <a:r>
              <a:rPr b="0" lang="en-GB" sz="2600" spc="-1" strike="noStrike">
                <a:solidFill>
                  <a:srgbClr val="000000"/>
                </a:solidFill>
                <a:latin typeface="Times New Roman"/>
                <a:ea typeface="msmincho"/>
              </a:rPr>
              <a:t>Which process the action event when pressed any key by user</a:t>
            </a:r>
            <a:endParaRPr b="0" lang="en-US" sz="2600" spc="-1" strike="noStrike">
              <a:solidFill>
                <a:srgbClr val="000000"/>
              </a:solidFill>
              <a:latin typeface="Arial"/>
            </a:endParaRPr>
          </a:p>
          <a:p>
            <a:pPr marL="423720" indent="-214200">
              <a:lnSpc>
                <a:spcPct val="93000"/>
              </a:lnSpc>
              <a:tabLst>
                <a:tab algn="l" pos="0"/>
              </a:tabLst>
            </a:pP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80"/>
                </a:solidFill>
                <a:latin typeface="Times New Roman"/>
                <a:ea typeface="msmincho"/>
              </a:rPr>
              <a:t>Score Module</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	</a:t>
            </a:r>
            <a:r>
              <a:rPr b="0" lang="en-GB" sz="2600" spc="-1" strike="noStrike">
                <a:solidFill>
                  <a:srgbClr val="000000"/>
                </a:solidFill>
                <a:latin typeface="Times New Roman"/>
                <a:ea typeface="msmincho"/>
              </a:rPr>
              <a:t>Increments the score by one when hit</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	</a:t>
            </a:r>
            <a:r>
              <a:rPr b="0" lang="en-GB" sz="2600" spc="-1" strike="noStrike">
                <a:solidFill>
                  <a:srgbClr val="000000"/>
                </a:solidFill>
                <a:latin typeface="Times New Roman"/>
                <a:ea typeface="msmincho"/>
              </a:rPr>
              <a:t>Decrements the score by one when misses</a:t>
            </a: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Freeform 1_10"/>
          <p:cNvSpPr/>
          <p:nvPr/>
        </p:nvSpPr>
        <p:spPr>
          <a:xfrm>
            <a:off x="539640" y="228600"/>
            <a:ext cx="9076680" cy="761400"/>
          </a:xfrm>
          <a:custGeom>
            <a:avLst/>
            <a:gdLst>
              <a:gd name="textAreaLeft" fmla="*/ 0 w 9076680"/>
              <a:gd name="textAreaRight" fmla="*/ 9077400 w 9076680"/>
              <a:gd name="textAreaTop" fmla="*/ 0 h 761400"/>
              <a:gd name="textAreaBottom" fmla="*/ 762120 h 76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ctr" anchorCtr="1">
            <a:noAutofit/>
          </a:bodyPr>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000" spc="-1" strike="noStrike">
                <a:solidFill>
                  <a:srgbClr val="000000"/>
                </a:solidFill>
                <a:latin typeface="Times New Roman"/>
                <a:ea typeface="msmincho"/>
              </a:rPr>
              <a:t>Balloon Shooter Game</a:t>
            </a:r>
            <a:endParaRPr b="0" lang="en-US" sz="4000" spc="-1" strike="noStrike">
              <a:solidFill>
                <a:srgbClr val="000000"/>
              </a:solidFill>
              <a:latin typeface="Arial"/>
            </a:endParaRPr>
          </a:p>
        </p:txBody>
      </p:sp>
      <p:sp>
        <p:nvSpPr>
          <p:cNvPr id="405" name="Straight Connector 2_0"/>
          <p:cNvSpPr/>
          <p:nvPr/>
        </p:nvSpPr>
        <p:spPr>
          <a:xfrm>
            <a:off x="23760" y="1143000"/>
            <a:ext cx="10054440" cy="720"/>
          </a:xfrm>
          <a:custGeom>
            <a:avLst/>
            <a:gdLst>
              <a:gd name="textAreaLeft" fmla="*/ 0 w 10054440"/>
              <a:gd name="textAreaRight" fmla="*/ 10055160 w 10054440"/>
              <a:gd name="textAreaTop" fmla="*/ 0 h 720"/>
              <a:gd name="textAreaBottom" fmla="*/ 1440 h 720"/>
            </a:gdLst>
            <a:ahLst/>
            <a:rect l="textAreaLeft" t="textAreaTop" r="textAreaRight" b="textAreaBottom"/>
            <a:pathLst>
              <a:path w="10055225" h="1588">
                <a:moveTo>
                  <a:pt x="0" y="0"/>
                </a:moveTo>
                <a:lnTo>
                  <a:pt x="10055225" y="1588"/>
                </a:lnTo>
              </a:path>
            </a:pathLst>
          </a:custGeom>
          <a:noFill/>
          <a:ln w="54720">
            <a:solidFill>
              <a:srgbClr val="ff8d00"/>
            </a:solidFill>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406" name="Freeform 4_10"/>
          <p:cNvSpPr/>
          <p:nvPr/>
        </p:nvSpPr>
        <p:spPr>
          <a:xfrm>
            <a:off x="264960" y="1657440"/>
            <a:ext cx="9600480" cy="4742640"/>
          </a:xfrm>
          <a:custGeom>
            <a:avLst/>
            <a:gdLst>
              <a:gd name="textAreaLeft" fmla="*/ 0 w 9600480"/>
              <a:gd name="textAreaRight" fmla="*/ 9601200 w 9600480"/>
              <a:gd name="textAreaTop" fmla="*/ 0 h 4742640"/>
              <a:gd name="textAreaBottom" fmla="*/ 4743360 h 47426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t">
            <a:noAutofit/>
          </a:bodyPr>
          <a:p>
            <a:pPr marL="423720" indent="-214200">
              <a:lnSpc>
                <a:spcPct val="93000"/>
              </a:lnSpc>
              <a:tabLst>
                <a:tab algn="l" pos="0"/>
              </a:tabLst>
            </a:pPr>
            <a:r>
              <a:rPr b="0" lang="en-GB" sz="2600" spc="-1" strike="noStrike">
                <a:solidFill>
                  <a:srgbClr val="000080"/>
                </a:solidFill>
                <a:latin typeface="Times New Roman"/>
                <a:ea typeface="msmincho"/>
              </a:rPr>
              <a:t>Sequential Approach</a:t>
            </a:r>
            <a:endParaRPr b="0" lang="en-US" sz="2600" spc="-1" strike="noStrike">
              <a:solidFill>
                <a:srgbClr val="000000"/>
              </a:solidFill>
              <a:latin typeface="Arial"/>
            </a:endParaRPr>
          </a:p>
          <a:p>
            <a:pPr marL="423720" indent="-214200">
              <a:lnSpc>
                <a:spcPct val="93000"/>
              </a:lnSpc>
              <a:tabLst>
                <a:tab algn="l" pos="0"/>
              </a:tabLst>
            </a:pP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int hit = 0;</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int inc = 0;</a:t>
            </a:r>
            <a:r>
              <a:rPr b="0" lang="en-GB" sz="2600" spc="-1" strike="noStrike">
                <a:solidFill>
                  <a:srgbClr val="000080"/>
                </a:solidFill>
                <a:latin typeface="Times New Roman"/>
                <a:ea typeface="msmincho"/>
              </a:rPr>
              <a:t>	</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int main()</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	</a:t>
            </a:r>
            <a:r>
              <a:rPr b="0" lang="en-GB" sz="2600" spc="-1" strike="noStrike">
                <a:solidFill>
                  <a:srgbClr val="000000"/>
                </a:solidFill>
                <a:latin typeface="Times New Roman"/>
                <a:ea typeface="msmincho"/>
              </a:rPr>
              <a:t>UI();</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	</a:t>
            </a:r>
            <a:r>
              <a:rPr b="0" lang="en-GB" sz="2600" spc="-1" strike="noStrike">
                <a:solidFill>
                  <a:srgbClr val="000000"/>
                </a:solidFill>
                <a:latin typeface="Times New Roman"/>
                <a:ea typeface="msmincho"/>
              </a:rPr>
              <a:t>Display();</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	</a:t>
            </a:r>
            <a:r>
              <a:rPr b="0" lang="en-GB" sz="2600" spc="-1" strike="noStrike">
                <a:solidFill>
                  <a:srgbClr val="000000"/>
                </a:solidFill>
                <a:latin typeface="Times New Roman"/>
                <a:ea typeface="msmincho"/>
              </a:rPr>
              <a:t>Action();</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	</a:t>
            </a:r>
            <a:r>
              <a:rPr b="0" lang="en-GB" sz="2600" spc="-1" strike="noStrike">
                <a:solidFill>
                  <a:srgbClr val="000000"/>
                </a:solidFill>
                <a:latin typeface="Times New Roman"/>
                <a:ea typeface="msmincho"/>
              </a:rPr>
              <a:t>Score();</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a:t>
            </a:r>
            <a:endParaRPr b="0" lang="en-US" sz="2600" spc="-1" strike="noStrike">
              <a:solidFill>
                <a:srgbClr val="000000"/>
              </a:solidFill>
              <a:latin typeface="Arial"/>
            </a:endParaRPr>
          </a:p>
          <a:p>
            <a:pPr marL="423720" indent="-214200">
              <a:lnSpc>
                <a:spcPct val="93000"/>
              </a:lnSpc>
              <a:tabLst>
                <a:tab algn="l" pos="0"/>
              </a:tabLst>
            </a:pP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Freeform 1_11"/>
          <p:cNvSpPr/>
          <p:nvPr/>
        </p:nvSpPr>
        <p:spPr>
          <a:xfrm>
            <a:off x="539640" y="228600"/>
            <a:ext cx="9076680" cy="761400"/>
          </a:xfrm>
          <a:custGeom>
            <a:avLst/>
            <a:gdLst>
              <a:gd name="textAreaLeft" fmla="*/ 0 w 9076680"/>
              <a:gd name="textAreaRight" fmla="*/ 9077400 w 9076680"/>
              <a:gd name="textAreaTop" fmla="*/ 0 h 761400"/>
              <a:gd name="textAreaBottom" fmla="*/ 762120 h 76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ctr" anchorCtr="1">
            <a:noAutofit/>
          </a:bodyPr>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000" spc="-1" strike="noStrike">
                <a:solidFill>
                  <a:srgbClr val="000000"/>
                </a:solidFill>
                <a:latin typeface="Times New Roman"/>
                <a:ea typeface="msmincho"/>
              </a:rPr>
              <a:t>Balloon Shooter Game</a:t>
            </a:r>
            <a:endParaRPr b="0" lang="en-US" sz="4000" spc="-1" strike="noStrike">
              <a:solidFill>
                <a:srgbClr val="000000"/>
              </a:solidFill>
              <a:latin typeface="Arial"/>
            </a:endParaRPr>
          </a:p>
        </p:txBody>
      </p:sp>
      <p:sp>
        <p:nvSpPr>
          <p:cNvPr id="408" name="Straight Connector 2_3"/>
          <p:cNvSpPr/>
          <p:nvPr/>
        </p:nvSpPr>
        <p:spPr>
          <a:xfrm>
            <a:off x="0" y="1143000"/>
            <a:ext cx="10054440" cy="720"/>
          </a:xfrm>
          <a:custGeom>
            <a:avLst/>
            <a:gdLst>
              <a:gd name="textAreaLeft" fmla="*/ 0 w 10054440"/>
              <a:gd name="textAreaRight" fmla="*/ 10055160 w 10054440"/>
              <a:gd name="textAreaTop" fmla="*/ 0 h 720"/>
              <a:gd name="textAreaBottom" fmla="*/ 1440 h 720"/>
            </a:gdLst>
            <a:ahLst/>
            <a:rect l="textAreaLeft" t="textAreaTop" r="textAreaRight" b="textAreaBottom"/>
            <a:pathLst>
              <a:path w="10055225" h="1588">
                <a:moveTo>
                  <a:pt x="0" y="0"/>
                </a:moveTo>
                <a:lnTo>
                  <a:pt x="10055225" y="1588"/>
                </a:lnTo>
              </a:path>
            </a:pathLst>
          </a:custGeom>
          <a:noFill/>
          <a:ln w="54720">
            <a:solidFill>
              <a:srgbClr val="ff8d00"/>
            </a:solidFill>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409" name="Freeform 4_11"/>
          <p:cNvSpPr/>
          <p:nvPr/>
        </p:nvSpPr>
        <p:spPr>
          <a:xfrm>
            <a:off x="264960" y="1657440"/>
            <a:ext cx="9600480" cy="4742640"/>
          </a:xfrm>
          <a:custGeom>
            <a:avLst/>
            <a:gdLst>
              <a:gd name="textAreaLeft" fmla="*/ 0 w 9600480"/>
              <a:gd name="textAreaRight" fmla="*/ 9601200 w 9600480"/>
              <a:gd name="textAreaTop" fmla="*/ 0 h 4742640"/>
              <a:gd name="textAreaBottom" fmla="*/ 4743360 h 47426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t">
            <a:noAutofit/>
          </a:bodyPr>
          <a:p>
            <a:pPr marL="423720" indent="-214200">
              <a:lnSpc>
                <a:spcPct val="93000"/>
              </a:lnSpc>
              <a:tabLst>
                <a:tab algn="l" pos="0"/>
              </a:tabLst>
            </a:pPr>
            <a:r>
              <a:rPr b="0" lang="en-GB" sz="2600" spc="-1" strike="noStrike">
                <a:solidFill>
                  <a:srgbClr val="000080"/>
                </a:solidFill>
                <a:latin typeface="Times New Roman"/>
                <a:ea typeface="msmincho"/>
              </a:rPr>
              <a:t>Concurrent Approach</a:t>
            </a:r>
            <a:endParaRPr b="0" lang="en-US" sz="2600" spc="-1" strike="noStrike">
              <a:solidFill>
                <a:srgbClr val="000000"/>
              </a:solidFill>
              <a:latin typeface="Arial"/>
            </a:endParaRPr>
          </a:p>
          <a:p>
            <a:pPr marL="423720" indent="-214200">
              <a:lnSpc>
                <a:spcPct val="93000"/>
              </a:lnSpc>
              <a:tabLst>
                <a:tab algn="l" pos="0"/>
              </a:tabLst>
            </a:pP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int main()</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	</a:t>
            </a:r>
            <a:r>
              <a:rPr b="0" lang="en-GB" sz="2600" spc="-1" strike="noStrike">
                <a:solidFill>
                  <a:srgbClr val="000000"/>
                </a:solidFill>
                <a:latin typeface="Times New Roman"/>
                <a:ea typeface="msmincho"/>
              </a:rPr>
              <a:t>UI;</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	</a:t>
            </a:r>
            <a:r>
              <a:rPr b="0" lang="en-GB" sz="2600" spc="-1" strike="noStrike">
                <a:solidFill>
                  <a:srgbClr val="000000"/>
                </a:solidFill>
                <a:latin typeface="Times New Roman"/>
                <a:ea typeface="msmincho"/>
              </a:rPr>
              <a:t>createthread (Display);</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	</a:t>
            </a:r>
            <a:r>
              <a:rPr b="0" lang="en-GB" sz="2600" spc="-1" strike="noStrike">
                <a:solidFill>
                  <a:srgbClr val="000000"/>
                </a:solidFill>
                <a:latin typeface="Times New Roman"/>
                <a:ea typeface="msmincho"/>
              </a:rPr>
              <a:t>createthread (Action);</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	</a:t>
            </a:r>
            <a:r>
              <a:rPr b="0" lang="en-GB" sz="2600" spc="-1" strike="noStrike">
                <a:solidFill>
                  <a:srgbClr val="000000"/>
                </a:solidFill>
                <a:latin typeface="Times New Roman"/>
                <a:ea typeface="msmincho"/>
              </a:rPr>
              <a:t>createthread (Socre);</a:t>
            </a: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000000"/>
                </a:solidFill>
                <a:latin typeface="Times New Roman"/>
                <a:ea typeface="msmincho"/>
              </a:rPr>
              <a:t>}</a:t>
            </a:r>
            <a:endParaRPr b="0" lang="en-US" sz="2600" spc="-1" strike="noStrike">
              <a:solidFill>
                <a:srgbClr val="000000"/>
              </a:solidFill>
              <a:latin typeface="Arial"/>
            </a:endParaRPr>
          </a:p>
          <a:p>
            <a:pPr marL="423720" indent="-214200">
              <a:lnSpc>
                <a:spcPct val="93000"/>
              </a:lnSpc>
              <a:tabLst>
                <a:tab algn="l" pos="0"/>
              </a:tabLst>
            </a:pPr>
            <a:endParaRPr b="0" lang="en-US" sz="2600" spc="-1" strike="noStrike">
              <a:solidFill>
                <a:srgbClr val="000000"/>
              </a:solidFill>
              <a:latin typeface="Arial"/>
            </a:endParaRPr>
          </a:p>
          <a:p>
            <a:pPr marL="423720" indent="-214200">
              <a:lnSpc>
                <a:spcPct val="93000"/>
              </a:lnSpc>
              <a:tabLst>
                <a:tab algn="l" pos="0"/>
              </a:tabLst>
            </a:pPr>
            <a:r>
              <a:rPr b="0" lang="en-GB" sz="2600" spc="-1" strike="noStrike">
                <a:solidFill>
                  <a:srgbClr val="c5000b"/>
                </a:solidFill>
                <a:latin typeface="Times New Roman"/>
                <a:ea typeface="msmincho"/>
              </a:rPr>
              <a:t>All modules run concurrently</a:t>
            </a: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Slide Number Placeholder 3"/>
          <p:cNvSpPr/>
          <p:nvPr/>
        </p:nvSpPr>
        <p:spPr>
          <a:xfrm>
            <a:off x="503280" y="6886440"/>
            <a:ext cx="2348640" cy="521640"/>
          </a:xfrm>
          <a:custGeom>
            <a:avLst/>
            <a:gdLst>
              <a:gd name="textAreaLeft" fmla="*/ 0 w 2348640"/>
              <a:gd name="textAreaRight" fmla="*/ 2349360 w 2348640"/>
              <a:gd name="textAreaTop" fmla="*/ 0 h 521640"/>
              <a:gd name="textAreaBottom" fmla="*/ 522360 h 5216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25B3B23-A16E-454E-A577-5CEB2E1AAF4C}" type="slidenum">
              <a:rPr b="0" lang="en-US" sz="1400" spc="-1" strike="noStrike">
                <a:solidFill>
                  <a:srgbClr val="000000"/>
                </a:solidFill>
                <a:latin typeface="Times New Roman"/>
                <a:ea typeface="Arial"/>
              </a:rPr>
              <a:t>&lt;number&gt;</a:t>
            </a:fld>
            <a:endParaRPr b="0" lang="en-US" sz="1400" spc="-1" strike="noStrike">
              <a:solidFill>
                <a:srgbClr val="000000"/>
              </a:solidFill>
              <a:latin typeface="Arial"/>
            </a:endParaRPr>
          </a:p>
        </p:txBody>
      </p:sp>
      <p:sp>
        <p:nvSpPr>
          <p:cNvPr id="411" name="PlaceHolder 1"/>
          <p:cNvSpPr>
            <a:spLocks noGrp="1"/>
          </p:cNvSpPr>
          <p:nvPr>
            <p:ph type="title"/>
          </p:nvPr>
        </p:nvSpPr>
        <p:spPr>
          <a:xfrm>
            <a:off x="502920" y="301680"/>
            <a:ext cx="9071640" cy="1261440"/>
          </a:xfrm>
          <a:prstGeom prst="rect">
            <a:avLst/>
          </a:prstGeom>
          <a:noFill/>
          <a:ln w="0">
            <a:noFill/>
          </a:ln>
        </p:spPr>
        <p:txBody>
          <a:bodyPr lIns="0" rIns="0" tIns="0" bIns="0" anchor="ctr" anchorCtr="1">
            <a:noAutofit/>
          </a:bodyPr>
          <a:p>
            <a:pPr marL="216000" indent="-216000" algn="ctr">
              <a:lnSpc>
                <a:spcPct val="100000"/>
              </a:lnSpc>
              <a:buClr>
                <a:srgbClr val="f579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4400" spc="-1" strike="noStrike">
                <a:solidFill>
                  <a:srgbClr val="f57900"/>
                </a:solidFill>
                <a:latin typeface="Bitstream Vera Sans"/>
              </a:rPr>
              <a:t>Concurrent processes</a:t>
            </a:r>
            <a:endParaRPr b="0" lang="en-US" sz="4400" spc="-1" strike="noStrike">
              <a:solidFill>
                <a:srgbClr val="000000"/>
              </a:solidFill>
              <a:latin typeface="Arial"/>
            </a:endParaRPr>
          </a:p>
        </p:txBody>
      </p:sp>
      <p:sp>
        <p:nvSpPr>
          <p:cNvPr id="412" name="PlaceHolder 2"/>
          <p:cNvSpPr>
            <a:spLocks noGrp="1"/>
          </p:cNvSpPr>
          <p:nvPr>
            <p:ph/>
          </p:nvPr>
        </p:nvSpPr>
        <p:spPr>
          <a:xfrm>
            <a:off x="420840" y="1679400"/>
            <a:ext cx="3936240" cy="4955760"/>
          </a:xfrm>
          <a:prstGeom prst="rect">
            <a:avLst/>
          </a:prstGeom>
          <a:noFill/>
          <a:ln w="0">
            <a:noFill/>
          </a:ln>
        </p:spPr>
        <p:txBody>
          <a:bodyPr lIns="0" rIns="0" tIns="0" bIns="0" anchor="t">
            <a:normAutofit/>
          </a:bodyPr>
          <a:p>
            <a:pPr marL="431640" indent="-324000">
              <a:lnSpc>
                <a:spcPct val="100000"/>
              </a:lnSpc>
              <a:spcAft>
                <a:spcPts val="1412"/>
              </a:spcAft>
              <a:buClr>
                <a:srgbClr val="f579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pc="-1" strike="noStrike">
                <a:solidFill>
                  <a:srgbClr val="000000"/>
                </a:solidFill>
                <a:latin typeface="Times New Roman"/>
              </a:rPr>
              <a:t>Consider two examples having separate tasks running independently but sharing data</a:t>
            </a:r>
            <a:endParaRPr b="0" lang="en-US" sz="2200" spc="-1" strike="noStrike">
              <a:solidFill>
                <a:srgbClr val="000000"/>
              </a:solidFill>
              <a:latin typeface="Arial"/>
            </a:endParaRPr>
          </a:p>
          <a:p>
            <a:pPr marL="431640" indent="-324000">
              <a:lnSpc>
                <a:spcPct val="100000"/>
              </a:lnSpc>
              <a:spcAft>
                <a:spcPts val="1412"/>
              </a:spcAft>
              <a:buClr>
                <a:srgbClr val="f579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pc="-1" strike="noStrike">
                <a:solidFill>
                  <a:srgbClr val="000000"/>
                </a:solidFill>
                <a:latin typeface="Times New Roman"/>
              </a:rPr>
              <a:t>Difficult to write system using sequential program model</a:t>
            </a:r>
            <a:endParaRPr b="0" lang="en-US" sz="2200" spc="-1" strike="noStrike">
              <a:solidFill>
                <a:srgbClr val="000000"/>
              </a:solidFill>
              <a:latin typeface="Arial"/>
            </a:endParaRPr>
          </a:p>
          <a:p>
            <a:pPr marL="431640" indent="-324000">
              <a:lnSpc>
                <a:spcPct val="100000"/>
              </a:lnSpc>
              <a:spcAft>
                <a:spcPts val="1412"/>
              </a:spcAft>
              <a:buClr>
                <a:srgbClr val="f579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pc="-1" strike="noStrike">
                <a:solidFill>
                  <a:srgbClr val="000000"/>
                </a:solidFill>
                <a:latin typeface="Times New Roman"/>
              </a:rPr>
              <a:t>Concurrent process model easier</a:t>
            </a:r>
            <a:endParaRPr b="0" lang="en-US" sz="2200" spc="-1" strike="noStrike">
              <a:solidFill>
                <a:srgbClr val="000000"/>
              </a:solidFill>
              <a:latin typeface="Arial"/>
            </a:endParaRPr>
          </a:p>
          <a:p>
            <a:pPr lvl="1" marL="863280" indent="-287280">
              <a:lnSpc>
                <a:spcPct val="100000"/>
              </a:lnSpc>
              <a:spcAft>
                <a:spcPts val="1137"/>
              </a:spcAft>
              <a:buClr>
                <a:srgbClr val="f579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Times New Roman"/>
              </a:rPr>
              <a:t>Separate sequential programs (processes) for each task</a:t>
            </a:r>
            <a:endParaRPr b="0" lang="en-US" sz="2000" spc="-1" strike="noStrike">
              <a:solidFill>
                <a:srgbClr val="000000"/>
              </a:solidFill>
              <a:latin typeface="Arial"/>
            </a:endParaRPr>
          </a:p>
          <a:p>
            <a:pPr lvl="1" marL="863280" indent="-287280">
              <a:lnSpc>
                <a:spcPct val="100000"/>
              </a:lnSpc>
              <a:spcAft>
                <a:spcPts val="1137"/>
              </a:spcAft>
              <a:buClr>
                <a:srgbClr val="f579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Times New Roman"/>
              </a:rPr>
              <a:t>Programs communicate with each other</a:t>
            </a:r>
            <a:endParaRPr b="0" lang="en-US" sz="2000" spc="-1" strike="noStrike">
              <a:solidFill>
                <a:srgbClr val="000000"/>
              </a:solidFill>
              <a:latin typeface="Arial"/>
            </a:endParaRPr>
          </a:p>
        </p:txBody>
      </p:sp>
      <p:grpSp>
        <p:nvGrpSpPr>
          <p:cNvPr id="413" name="Group 28_1"/>
          <p:cNvGrpSpPr/>
          <p:nvPr/>
        </p:nvGrpSpPr>
        <p:grpSpPr>
          <a:xfrm>
            <a:off x="4432320" y="1874880"/>
            <a:ext cx="4941000" cy="1976760"/>
            <a:chOff x="4432320" y="1874880"/>
            <a:chExt cx="4941000" cy="1976760"/>
          </a:xfrm>
        </p:grpSpPr>
        <p:sp>
          <p:nvSpPr>
            <p:cNvPr id="414" name="Text Box 5_1"/>
            <p:cNvSpPr/>
            <p:nvPr/>
          </p:nvSpPr>
          <p:spPr>
            <a:xfrm>
              <a:off x="5647320" y="1874880"/>
              <a:ext cx="3179520" cy="272160"/>
            </a:xfrm>
            <a:custGeom>
              <a:avLst/>
              <a:gdLst>
                <a:gd name="textAreaLeft" fmla="*/ 0 w 3179520"/>
                <a:gd name="textAreaRight" fmla="*/ 3180240 w 3179520"/>
                <a:gd name="textAreaTop" fmla="*/ 0 h 272160"/>
                <a:gd name="textAreaBottom" fmla="*/ 272880 h 272160"/>
              </a:gdLst>
              <a:ah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Calibri"/>
                  <a:ea typeface="DejaVu Sans"/>
                </a:rPr>
                <a:t>Heartbeat Monitoring System</a:t>
              </a:r>
              <a:endParaRPr b="0" lang="en-US" sz="1800" spc="-1" strike="noStrike">
                <a:solidFill>
                  <a:srgbClr val="000000"/>
                </a:solidFill>
                <a:latin typeface="Arial"/>
              </a:endParaRPr>
            </a:p>
          </p:txBody>
        </p:sp>
        <p:sp>
          <p:nvSpPr>
            <p:cNvPr id="415" name="Rectangle 6_10"/>
            <p:cNvSpPr/>
            <p:nvPr/>
          </p:nvSpPr>
          <p:spPr>
            <a:xfrm>
              <a:off x="5652360" y="2228040"/>
              <a:ext cx="3167280" cy="1623600"/>
            </a:xfrm>
            <a:prstGeom prst="rect">
              <a:avLst/>
            </a:pr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16" name="Text Box 7_1"/>
            <p:cNvSpPr/>
            <p:nvPr/>
          </p:nvSpPr>
          <p:spPr>
            <a:xfrm>
              <a:off x="4432320" y="2360880"/>
              <a:ext cx="972360" cy="1193040"/>
            </a:xfrm>
            <a:custGeom>
              <a:avLst/>
              <a:gdLst>
                <a:gd name="textAreaLeft" fmla="*/ 0 w 972360"/>
                <a:gd name="textAreaRight" fmla="*/ 973080 w 972360"/>
                <a:gd name="textAreaTop" fmla="*/ 0 h 1193040"/>
                <a:gd name="textAreaBottom" fmla="*/ 1193760 h 11930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Calibri"/>
                  <a:ea typeface="DejaVu Sans"/>
                </a:rPr>
                <a:t>B[1..4]</a:t>
              </a:r>
              <a:endParaRPr b="0" lang="en-US" sz="11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9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7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Calibri"/>
                  <a:ea typeface="DejaVu Sans"/>
                </a:rPr>
                <a:t>Heart-beat pulse</a:t>
              </a:r>
              <a:endParaRPr b="0" lang="en-US" sz="1100" spc="-1" strike="noStrike">
                <a:solidFill>
                  <a:srgbClr val="000000"/>
                </a:solidFill>
                <a:latin typeface="Arial"/>
              </a:endParaRPr>
            </a:p>
          </p:txBody>
        </p:sp>
        <p:sp>
          <p:nvSpPr>
            <p:cNvPr id="417" name="Line 8_1"/>
            <p:cNvSpPr/>
            <p:nvPr/>
          </p:nvSpPr>
          <p:spPr>
            <a:xfrm>
              <a:off x="5309280" y="3281760"/>
              <a:ext cx="342720" cy="5040"/>
            </a:xfrm>
            <a:prstGeom prst="line">
              <a:avLst/>
            </a:prstGeom>
            <a:ln w="9360">
              <a:solidFill>
                <a:srgbClr val="000000"/>
              </a:solidFill>
              <a:miter/>
              <a:tailEnd len="med" type="triangle" w="sm"/>
            </a:ln>
          </p:spPr>
          <p:style>
            <a:lnRef idx="0"/>
            <a:fillRef idx="0"/>
            <a:effectRef idx="0"/>
            <a:fontRef idx="minor"/>
          </p:style>
          <p:txBody>
            <a:bodyPr lIns="90000" rIns="90000" tIns="-39960" bIns="-39960" anchor="t" anchorCtr="1">
              <a:noAutofit/>
            </a:bodyPr>
            <a:p>
              <a:endParaRPr b="0" lang="en-US" sz="1800" spc="-1" strike="noStrike">
                <a:solidFill>
                  <a:srgbClr val="000000"/>
                </a:solidFill>
                <a:latin typeface="Arial"/>
                <a:ea typeface="DejaVu Sans"/>
              </a:endParaRPr>
            </a:p>
          </p:txBody>
        </p:sp>
        <p:sp>
          <p:nvSpPr>
            <p:cNvPr id="418" name="Text Box 9_1"/>
            <p:cNvSpPr/>
            <p:nvPr/>
          </p:nvSpPr>
          <p:spPr>
            <a:xfrm>
              <a:off x="5739840" y="2291040"/>
              <a:ext cx="1368360" cy="1511280"/>
            </a:xfrm>
            <a:custGeom>
              <a:avLst/>
              <a:gdLst>
                <a:gd name="textAreaLeft" fmla="*/ 0 w 1368360"/>
                <a:gd name="textAreaRight" fmla="*/ 1369080 w 1368360"/>
                <a:gd name="textAreaTop" fmla="*/ 0 h 1511280"/>
                <a:gd name="textAreaBottom" fmla="*/ 1512000 h 1511280"/>
              </a:gdLst>
              <a:ah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Task 1:</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Read pulse</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If pulse &lt; Lo then</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    </a:t>
              </a:r>
              <a:r>
                <a:rPr b="0" lang="en-US" sz="1000" spc="-1" strike="noStrike">
                  <a:solidFill>
                    <a:srgbClr val="000000"/>
                  </a:solidFill>
                  <a:latin typeface="Calibri"/>
                  <a:ea typeface="DejaVu Sans"/>
                </a:rPr>
                <a:t>Activate Siren</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If pulse &gt; Hi then</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    </a:t>
              </a:r>
              <a:r>
                <a:rPr b="0" lang="en-US" sz="1000" spc="-1" strike="noStrike">
                  <a:solidFill>
                    <a:srgbClr val="000000"/>
                  </a:solidFill>
                  <a:latin typeface="Calibri"/>
                  <a:ea typeface="DejaVu Sans"/>
                </a:rPr>
                <a:t>Activate Siren</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Sleep 1 second</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Repeat</a:t>
              </a:r>
              <a:endParaRPr b="0" lang="en-US" sz="1000" spc="-1" strike="noStrike">
                <a:solidFill>
                  <a:srgbClr val="000000"/>
                </a:solidFill>
                <a:latin typeface="Arial"/>
              </a:endParaRPr>
            </a:p>
          </p:txBody>
        </p:sp>
        <p:sp>
          <p:nvSpPr>
            <p:cNvPr id="419" name="Text Box 10_1"/>
            <p:cNvSpPr/>
            <p:nvPr/>
          </p:nvSpPr>
          <p:spPr>
            <a:xfrm>
              <a:off x="7152480" y="2291040"/>
              <a:ext cx="1591920" cy="1511280"/>
            </a:xfrm>
            <a:custGeom>
              <a:avLst/>
              <a:gdLst>
                <a:gd name="textAreaLeft" fmla="*/ 0 w 1591920"/>
                <a:gd name="textAreaRight" fmla="*/ 1592640 w 1591920"/>
                <a:gd name="textAreaTop" fmla="*/ 0 h 1511280"/>
                <a:gd name="textAreaBottom" fmla="*/ 1512000 h 1511280"/>
              </a:gdLst>
              <a:ah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Task 2:</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If B1/B2 pressed then</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    </a:t>
              </a:r>
              <a:r>
                <a:rPr b="0" lang="en-US" sz="1000" spc="-1" strike="noStrike">
                  <a:solidFill>
                    <a:srgbClr val="000000"/>
                  </a:solidFill>
                  <a:latin typeface="Calibri"/>
                  <a:ea typeface="DejaVu Sans"/>
                </a:rPr>
                <a:t>Lo = Lo +/– 1</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If B3/B4 pressed then</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    </a:t>
              </a:r>
              <a:r>
                <a:rPr b="0" lang="en-US" sz="1000" spc="-1" strike="noStrike">
                  <a:solidFill>
                    <a:srgbClr val="000000"/>
                  </a:solidFill>
                  <a:latin typeface="Calibri"/>
                  <a:ea typeface="DejaVu Sans"/>
                </a:rPr>
                <a:t>Hi = Hi +/– 1</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Sleep 500 ms</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Repeat</a:t>
              </a:r>
              <a:endParaRPr b="0" lang="en-US" sz="1000" spc="-1" strike="noStrike">
                <a:solidFill>
                  <a:srgbClr val="000000"/>
                </a:solidFill>
                <a:latin typeface="Arial"/>
              </a:endParaRPr>
            </a:p>
          </p:txBody>
        </p:sp>
        <p:sp>
          <p:nvSpPr>
            <p:cNvPr id="420" name="Line 11_1"/>
            <p:cNvSpPr/>
            <p:nvPr/>
          </p:nvSpPr>
          <p:spPr>
            <a:xfrm>
              <a:off x="5297040" y="2508120"/>
              <a:ext cx="342720" cy="6840"/>
            </a:xfrm>
            <a:prstGeom prst="line">
              <a:avLst/>
            </a:prstGeom>
            <a:ln w="9360">
              <a:solidFill>
                <a:srgbClr val="000000"/>
              </a:solidFill>
              <a:miter/>
              <a:tailEnd len="med" type="triangle" w="sm"/>
            </a:ln>
          </p:spPr>
          <p:style>
            <a:lnRef idx="0"/>
            <a:fillRef idx="0"/>
            <a:effectRef idx="0"/>
            <a:fontRef idx="minor"/>
          </p:style>
          <p:txBody>
            <a:bodyPr lIns="90000" rIns="90000" tIns="-38160" bIns="-38160" anchor="t" anchorCtr="1">
              <a:noAutofit/>
            </a:bodyPr>
            <a:p>
              <a:endParaRPr b="0" lang="en-US" sz="1800" spc="-1" strike="noStrike">
                <a:solidFill>
                  <a:srgbClr val="000000"/>
                </a:solidFill>
                <a:latin typeface="Arial"/>
                <a:ea typeface="DejaVu Sans"/>
              </a:endParaRPr>
            </a:p>
          </p:txBody>
        </p:sp>
        <p:sp>
          <p:nvSpPr>
            <p:cNvPr id="421" name="AutoShape 12_1"/>
            <p:cNvSpPr/>
            <p:nvPr/>
          </p:nvSpPr>
          <p:spPr>
            <a:xfrm rot="5400000">
              <a:off x="8987040" y="2509560"/>
              <a:ext cx="534960" cy="237240"/>
            </a:xfrm>
            <a:custGeom>
              <a:avLst/>
              <a:gdLst>
                <a:gd name="textAreaLeft" fmla="*/ 0 w 534960"/>
                <a:gd name="textAreaRight" fmla="*/ 535680 w 534960"/>
                <a:gd name="textAreaTop" fmla="*/ 0 h 237240"/>
                <a:gd name="textAreaBottom" fmla="*/ 237960 h 237240"/>
              </a:gdLst>
              <a:ahLst/>
              <a:rect l="textAreaLeft" t="textAreaTop" r="textAreaRight" b="textAreaBottom"/>
              <a:pathLst>
                <a:path w="21600" h="21600">
                  <a:moveTo>
                    <a:pt x="0" y="0"/>
                  </a:moveTo>
                  <a:lnTo>
                    <a:pt x="5400" y="21600"/>
                  </a:lnTo>
                  <a:lnTo>
                    <a:pt x="16200" y="21600"/>
                  </a:lnTo>
                  <a:lnTo>
                    <a:pt x="21600" y="0"/>
                  </a:lnTo>
                  <a:lnTo>
                    <a:pt x="0" y="0"/>
                  </a:lnTo>
                  <a:close/>
                </a:path>
              </a:pathLst>
            </a:cu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22" name="Rectangle 13_1"/>
            <p:cNvSpPr/>
            <p:nvPr/>
          </p:nvSpPr>
          <p:spPr>
            <a:xfrm>
              <a:off x="8945280" y="2495880"/>
              <a:ext cx="193320" cy="259920"/>
            </a:xfrm>
            <a:prstGeom prst="rect">
              <a:avLst/>
            </a:pr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23" name="Line 14_1"/>
            <p:cNvSpPr/>
            <p:nvPr/>
          </p:nvSpPr>
          <p:spPr>
            <a:xfrm>
              <a:off x="8827560" y="2588760"/>
              <a:ext cx="111600" cy="360"/>
            </a:xfrm>
            <a:prstGeom prst="line">
              <a:avLst/>
            </a:prstGeom>
            <a:ln w="9360">
              <a:solidFill>
                <a:srgbClr val="000000"/>
              </a:solidFill>
              <a:miter/>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a typeface="DejaVu Sans"/>
              </a:endParaRPr>
            </a:p>
          </p:txBody>
        </p:sp>
        <p:sp>
          <p:nvSpPr>
            <p:cNvPr id="424" name="Line 15_1"/>
            <p:cNvSpPr/>
            <p:nvPr/>
          </p:nvSpPr>
          <p:spPr>
            <a:xfrm>
              <a:off x="8827560" y="2695680"/>
              <a:ext cx="111600" cy="360"/>
            </a:xfrm>
            <a:prstGeom prst="line">
              <a:avLst/>
            </a:prstGeom>
            <a:ln w="9360">
              <a:solidFill>
                <a:srgbClr val="000000"/>
              </a:solidFill>
              <a:miter/>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a typeface="DejaVu Sans"/>
              </a:endParaRPr>
            </a:p>
          </p:txBody>
        </p:sp>
      </p:grpSp>
      <p:grpSp>
        <p:nvGrpSpPr>
          <p:cNvPr id="425" name="Group 29_1"/>
          <p:cNvGrpSpPr/>
          <p:nvPr/>
        </p:nvGrpSpPr>
        <p:grpSpPr>
          <a:xfrm>
            <a:off x="4770360" y="4511520"/>
            <a:ext cx="4926600" cy="1897560"/>
            <a:chOff x="4770360" y="4511520"/>
            <a:chExt cx="4926600" cy="1897560"/>
          </a:xfrm>
        </p:grpSpPr>
        <p:sp>
          <p:nvSpPr>
            <p:cNvPr id="426" name="Text Box 16_1"/>
            <p:cNvSpPr/>
            <p:nvPr/>
          </p:nvSpPr>
          <p:spPr>
            <a:xfrm>
              <a:off x="5624280" y="4511520"/>
              <a:ext cx="3179880" cy="272160"/>
            </a:xfrm>
            <a:custGeom>
              <a:avLst/>
              <a:gdLst>
                <a:gd name="textAreaLeft" fmla="*/ 0 w 3179880"/>
                <a:gd name="textAreaRight" fmla="*/ 3180600 w 3179880"/>
                <a:gd name="textAreaTop" fmla="*/ 0 h 272160"/>
                <a:gd name="textAreaBottom" fmla="*/ 272880 h 272160"/>
              </a:gdLst>
              <a:ah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Calibri"/>
                  <a:ea typeface="DejaVu Sans"/>
                </a:rPr>
                <a:t>Set-top Box</a:t>
              </a:r>
              <a:endParaRPr b="0" lang="en-US" sz="1800" spc="-1" strike="noStrike">
                <a:solidFill>
                  <a:srgbClr val="000000"/>
                </a:solidFill>
                <a:latin typeface="Arial"/>
              </a:endParaRPr>
            </a:p>
          </p:txBody>
        </p:sp>
        <p:sp>
          <p:nvSpPr>
            <p:cNvPr id="427" name="Rectangle 17_1"/>
            <p:cNvSpPr/>
            <p:nvPr/>
          </p:nvSpPr>
          <p:spPr>
            <a:xfrm>
              <a:off x="5643720" y="4785840"/>
              <a:ext cx="3166920" cy="1623240"/>
            </a:xfrm>
            <a:prstGeom prst="rect">
              <a:avLst/>
            </a:pr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28" name="Text Box 18_1"/>
            <p:cNvSpPr/>
            <p:nvPr/>
          </p:nvSpPr>
          <p:spPr>
            <a:xfrm>
              <a:off x="4770360" y="5401800"/>
              <a:ext cx="594360" cy="405000"/>
            </a:xfrm>
            <a:custGeom>
              <a:avLst/>
              <a:gdLst>
                <a:gd name="textAreaLeft" fmla="*/ 0 w 594360"/>
                <a:gd name="textAreaRight" fmla="*/ 595080 w 594360"/>
                <a:gd name="textAreaTop" fmla="*/ 0 h 405000"/>
                <a:gd name="textAreaBottom" fmla="*/ 405720 h 4050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Calibri"/>
                  <a:ea typeface="DejaVu Sans"/>
                </a:rPr>
                <a:t>Input Signal</a:t>
              </a:r>
              <a:endParaRPr b="0" lang="en-US" sz="1100" spc="-1" strike="noStrike">
                <a:solidFill>
                  <a:srgbClr val="000000"/>
                </a:solidFill>
                <a:latin typeface="Arial"/>
              </a:endParaRPr>
            </a:p>
          </p:txBody>
        </p:sp>
        <p:sp>
          <p:nvSpPr>
            <p:cNvPr id="429" name="Text Box 19_1"/>
            <p:cNvSpPr/>
            <p:nvPr/>
          </p:nvSpPr>
          <p:spPr>
            <a:xfrm>
              <a:off x="5731200" y="4847040"/>
              <a:ext cx="1368000" cy="1479960"/>
            </a:xfrm>
            <a:custGeom>
              <a:avLst/>
              <a:gdLst>
                <a:gd name="textAreaLeft" fmla="*/ 0 w 1368000"/>
                <a:gd name="textAreaRight" fmla="*/ 1368720 w 1368000"/>
                <a:gd name="textAreaTop" fmla="*/ 0 h 1479960"/>
                <a:gd name="textAreaBottom" fmla="*/ 1480680 h 1479960"/>
              </a:gdLst>
              <a:ah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Task 1:</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Read Signal</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Separate Audio/Video</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Send Audio to Task 2</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Send Video to Task 3</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Repeat</a:t>
              </a:r>
              <a:endParaRPr b="0" lang="en-US" sz="1000" spc="-1" strike="noStrike">
                <a:solidFill>
                  <a:srgbClr val="000000"/>
                </a:solidFill>
                <a:latin typeface="Arial"/>
              </a:endParaRPr>
            </a:p>
          </p:txBody>
        </p:sp>
        <p:sp>
          <p:nvSpPr>
            <p:cNvPr id="430" name="Text Box 20_1"/>
            <p:cNvSpPr/>
            <p:nvPr/>
          </p:nvSpPr>
          <p:spPr>
            <a:xfrm>
              <a:off x="7143840" y="4854240"/>
              <a:ext cx="1591920" cy="714960"/>
            </a:xfrm>
            <a:custGeom>
              <a:avLst/>
              <a:gdLst>
                <a:gd name="textAreaLeft" fmla="*/ 0 w 1591920"/>
                <a:gd name="textAreaRight" fmla="*/ 1592640 w 1591920"/>
                <a:gd name="textAreaTop" fmla="*/ 0 h 714960"/>
                <a:gd name="textAreaBottom" fmla="*/ 715680 h 714960"/>
              </a:gdLst>
              <a:ah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Task 2:</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Wait on Task 1</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Decode/output Audio</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Repeat</a:t>
              </a:r>
              <a:endParaRPr b="0" lang="en-US" sz="1000" spc="-1" strike="noStrike">
                <a:solidFill>
                  <a:srgbClr val="000000"/>
                </a:solidFill>
                <a:latin typeface="Arial"/>
              </a:endParaRPr>
            </a:p>
          </p:txBody>
        </p:sp>
        <p:sp>
          <p:nvSpPr>
            <p:cNvPr id="431" name="Text Box 21_1"/>
            <p:cNvSpPr/>
            <p:nvPr/>
          </p:nvSpPr>
          <p:spPr>
            <a:xfrm>
              <a:off x="7148880" y="5589360"/>
              <a:ext cx="1586880" cy="739080"/>
            </a:xfrm>
            <a:custGeom>
              <a:avLst/>
              <a:gdLst>
                <a:gd name="textAreaLeft" fmla="*/ 0 w 1586880"/>
                <a:gd name="textAreaRight" fmla="*/ 1587600 w 1586880"/>
                <a:gd name="textAreaTop" fmla="*/ 0 h 739080"/>
                <a:gd name="textAreaBottom" fmla="*/ 739800 h 739080"/>
              </a:gdLst>
              <a:ah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Task 3:</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Wait on Task 1</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Decode/output Video</a:t>
              </a: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Calibri"/>
                  <a:ea typeface="DejaVu Sans"/>
                </a:rPr>
                <a:t>Repeat</a:t>
              </a:r>
              <a:endParaRPr b="0" lang="en-US" sz="1000" spc="-1" strike="noStrike">
                <a:solidFill>
                  <a:srgbClr val="000000"/>
                </a:solidFill>
                <a:latin typeface="Arial"/>
              </a:endParaRPr>
            </a:p>
          </p:txBody>
        </p:sp>
        <p:sp>
          <p:nvSpPr>
            <p:cNvPr id="432" name="Line 22_1"/>
            <p:cNvSpPr/>
            <p:nvPr/>
          </p:nvSpPr>
          <p:spPr>
            <a:xfrm>
              <a:off x="5281560" y="5608800"/>
              <a:ext cx="342720" cy="6480"/>
            </a:xfrm>
            <a:prstGeom prst="line">
              <a:avLst/>
            </a:prstGeom>
            <a:ln w="9360">
              <a:solidFill>
                <a:srgbClr val="000000"/>
              </a:solidFill>
              <a:miter/>
              <a:tailEnd len="med" type="triangle" w="sm"/>
            </a:ln>
          </p:spPr>
          <p:style>
            <a:lnRef idx="0"/>
            <a:fillRef idx="0"/>
            <a:effectRef idx="0"/>
            <a:fontRef idx="minor"/>
          </p:style>
          <p:txBody>
            <a:bodyPr lIns="90000" rIns="90000" tIns="-38520" bIns="-38520" anchor="t" anchorCtr="1">
              <a:noAutofit/>
            </a:bodyPr>
            <a:p>
              <a:endParaRPr b="0" lang="en-US" sz="1800" spc="-1" strike="noStrike">
                <a:solidFill>
                  <a:srgbClr val="000000"/>
                </a:solidFill>
                <a:latin typeface="Arial"/>
                <a:ea typeface="DejaVu Sans"/>
              </a:endParaRPr>
            </a:p>
          </p:txBody>
        </p:sp>
        <p:sp>
          <p:nvSpPr>
            <p:cNvPr id="433" name="Line 23_1"/>
            <p:cNvSpPr/>
            <p:nvPr/>
          </p:nvSpPr>
          <p:spPr>
            <a:xfrm>
              <a:off x="8822520" y="5171040"/>
              <a:ext cx="342720" cy="6840"/>
            </a:xfrm>
            <a:prstGeom prst="line">
              <a:avLst/>
            </a:prstGeom>
            <a:ln w="9360">
              <a:solidFill>
                <a:srgbClr val="000000"/>
              </a:solidFill>
              <a:miter/>
              <a:tailEnd len="med" type="triangle" w="sm"/>
            </a:ln>
          </p:spPr>
          <p:style>
            <a:lnRef idx="0"/>
            <a:fillRef idx="0"/>
            <a:effectRef idx="0"/>
            <a:fontRef idx="minor"/>
          </p:style>
          <p:txBody>
            <a:bodyPr lIns="90000" rIns="90000" tIns="-38160" bIns="-38160" anchor="t" anchorCtr="1">
              <a:noAutofit/>
            </a:bodyPr>
            <a:p>
              <a:endParaRPr b="0" lang="en-US" sz="1800" spc="-1" strike="noStrike">
                <a:solidFill>
                  <a:srgbClr val="000000"/>
                </a:solidFill>
                <a:latin typeface="Arial"/>
                <a:ea typeface="DejaVu Sans"/>
              </a:endParaRPr>
            </a:p>
          </p:txBody>
        </p:sp>
        <p:sp>
          <p:nvSpPr>
            <p:cNvPr id="434" name="Text Box 24_1"/>
            <p:cNvSpPr/>
            <p:nvPr/>
          </p:nvSpPr>
          <p:spPr>
            <a:xfrm>
              <a:off x="9050040" y="5087160"/>
              <a:ext cx="646920" cy="1013760"/>
            </a:xfrm>
            <a:custGeom>
              <a:avLst/>
              <a:gdLst>
                <a:gd name="textAreaLeft" fmla="*/ 0 w 646920"/>
                <a:gd name="textAreaRight" fmla="*/ 647640 w 646920"/>
                <a:gd name="textAreaTop" fmla="*/ 0 h 1013760"/>
                <a:gd name="textAreaBottom" fmla="*/ 1014480 h 10137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Calibri"/>
                  <a:ea typeface="DejaVu Sans"/>
                </a:rPr>
                <a:t>Video</a:t>
              </a:r>
              <a:endParaRPr b="0" lang="en-US" sz="11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1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Calibri"/>
                  <a:ea typeface="DejaVu Sans"/>
                </a:rPr>
                <a:t>Audio</a:t>
              </a:r>
              <a:endParaRPr b="0" lang="en-US" sz="1100" spc="-1" strike="noStrike">
                <a:solidFill>
                  <a:srgbClr val="000000"/>
                </a:solidFill>
                <a:latin typeface="Arial"/>
              </a:endParaRPr>
            </a:p>
          </p:txBody>
        </p:sp>
        <p:sp>
          <p:nvSpPr>
            <p:cNvPr id="435" name="Line 25_1"/>
            <p:cNvSpPr/>
            <p:nvPr/>
          </p:nvSpPr>
          <p:spPr>
            <a:xfrm>
              <a:off x="8817480" y="5718600"/>
              <a:ext cx="342720" cy="6840"/>
            </a:xfrm>
            <a:prstGeom prst="line">
              <a:avLst/>
            </a:prstGeom>
            <a:ln w="9360">
              <a:solidFill>
                <a:srgbClr val="000000"/>
              </a:solidFill>
              <a:miter/>
              <a:tailEnd len="med" type="triangle" w="sm"/>
            </a:ln>
          </p:spPr>
          <p:style>
            <a:lnRef idx="0"/>
            <a:fillRef idx="0"/>
            <a:effectRef idx="0"/>
            <a:fontRef idx="minor"/>
          </p:style>
          <p:txBody>
            <a:bodyPr lIns="90000" rIns="90000" tIns="-38160" bIns="-38160" anchor="t" anchorCtr="1">
              <a:noAutofit/>
            </a:bodyPr>
            <a:p>
              <a:endParaRPr b="0" lang="en-US" sz="1800" spc="-1" strike="noStrike">
                <a:solidFill>
                  <a:srgbClr val="000000"/>
                </a:solidFill>
                <a:latin typeface="Arial"/>
                <a:ea typeface="DejaVu Sans"/>
              </a:endParaRPr>
            </a:p>
          </p:txBody>
        </p:sp>
      </p:gr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37" name=""/>
          <p:cNvSpPr/>
          <p:nvPr/>
        </p:nvSpPr>
        <p:spPr>
          <a:xfrm>
            <a:off x="15480" y="1077480"/>
            <a:ext cx="9847800" cy="1369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Like processes, threads are a mechanism that permits an application to perform multiple tasks concurrently. A single process can contain multiple threads, as illustrated in Figure  All of these threads are independently executing the same program, and they all share the same global memory, including the initialized data, uninitialized data, and heap segments. The threads in a process can execute concurrently. On a multiprocessor system, multiple threads can execute in parallel. If one thread is blocked on I/O, other threads are still eligible to execute</a:t>
            </a:r>
            <a:endParaRPr b="0" lang="en-US" sz="1400" spc="-1" strike="noStrike">
              <a:solidFill>
                <a:srgbClr val="000000"/>
              </a:solidFill>
              <a:latin typeface="Arial"/>
            </a:endParaRPr>
          </a:p>
        </p:txBody>
      </p:sp>
      <p:pic>
        <p:nvPicPr>
          <p:cNvPr id="438" name="" descr=""/>
          <p:cNvPicPr/>
          <p:nvPr/>
        </p:nvPicPr>
        <p:blipFill>
          <a:blip r:embed="rId1"/>
          <a:stretch/>
        </p:blipFill>
        <p:spPr>
          <a:xfrm>
            <a:off x="3960000" y="2160000"/>
            <a:ext cx="5718240" cy="577260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9" name="Freeform 1_4"/>
          <p:cNvSpPr/>
          <p:nvPr/>
        </p:nvSpPr>
        <p:spPr>
          <a:xfrm>
            <a:off x="20520" y="1143000"/>
            <a:ext cx="10054800" cy="720"/>
          </a:xfrm>
          <a:custGeom>
            <a:avLst/>
            <a:gdLst>
              <a:gd name="textAreaLeft" fmla="*/ 0 w 10054800"/>
              <a:gd name="textAreaRight" fmla="*/ 10055520 w 10054800"/>
              <a:gd name="textAreaTop" fmla="*/ 0 h 720"/>
              <a:gd name="textAreaBottom" fmla="*/ 1440 h 720"/>
            </a:gdLst>
            <a:ahLst/>
            <a:rect l="textAreaLeft" t="textAreaTop" r="textAreaRight" b="textAreaBottom"/>
            <a:pathLst>
              <a:path w="21600" h="21600">
                <a:moveTo>
                  <a:pt x="0" y="0"/>
                </a:moveTo>
                <a:lnTo>
                  <a:pt x="2" y="21600"/>
                </a:lnTo>
              </a:path>
            </a:pathLst>
          </a:custGeom>
          <a:noFill/>
          <a:ln w="54720">
            <a:solidFill>
              <a:srgbClr val="ff8d00"/>
            </a:solidFill>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440" name="Freeform 2_4"/>
          <p:cNvSpPr/>
          <p:nvPr/>
        </p:nvSpPr>
        <p:spPr>
          <a:xfrm>
            <a:off x="539640" y="228600"/>
            <a:ext cx="9076680" cy="761400"/>
          </a:xfrm>
          <a:custGeom>
            <a:avLst/>
            <a:gdLst>
              <a:gd name="textAreaLeft" fmla="*/ 0 w 9076680"/>
              <a:gd name="textAreaRight" fmla="*/ 9077400 w 9076680"/>
              <a:gd name="textAreaTop" fmla="*/ 0 h 761400"/>
              <a:gd name="textAreaBottom" fmla="*/ 762120 h 76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ctr" anchorCtr="1">
            <a:noAutofit/>
          </a:bodyPr>
          <a:p>
            <a:pPr algn="ctr">
              <a:lnSpc>
                <a:spcPct val="102000"/>
              </a:lnSpc>
              <a:tabLst>
                <a:tab algn="l" pos="0"/>
                <a:tab algn="l" pos="53316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144000"/>
                <a:tab algn="l" pos="9601200"/>
                <a:tab algn="l" pos="10058400"/>
                <a:tab algn="l" pos="10515600"/>
              </a:tabLst>
            </a:pPr>
            <a:r>
              <a:rPr b="0" lang="en-GB" sz="4000" spc="-1" strike="noStrike">
                <a:solidFill>
                  <a:srgbClr val="000000"/>
                </a:solidFill>
                <a:latin typeface="Times New Roman"/>
                <a:ea typeface="msmincho"/>
              </a:rPr>
              <a:t>Threads</a:t>
            </a:r>
            <a:endParaRPr b="0" lang="en-US" sz="4000" spc="-1" strike="noStrike">
              <a:solidFill>
                <a:srgbClr val="000000"/>
              </a:solidFill>
              <a:latin typeface="Arial"/>
            </a:endParaRPr>
          </a:p>
        </p:txBody>
      </p:sp>
      <p:pic>
        <p:nvPicPr>
          <p:cNvPr id="441" name="Picture 4_1" descr=""/>
          <p:cNvPicPr/>
          <p:nvPr/>
        </p:nvPicPr>
        <p:blipFill>
          <a:blip r:embed="rId1"/>
          <a:stretch/>
        </p:blipFill>
        <p:spPr>
          <a:xfrm>
            <a:off x="84240" y="1398600"/>
            <a:ext cx="9911520" cy="519984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43" name=""/>
          <p:cNvSpPr/>
          <p:nvPr/>
        </p:nvSpPr>
        <p:spPr>
          <a:xfrm>
            <a:off x="144000" y="1077480"/>
            <a:ext cx="9791280" cy="3417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Threads offer advantages over processes in certain applications. Consider the traditional UNIX approach to achieving concurrency by creating multiple processes. An example of this is a network server design in which a parent process accepts incoming connections from clients, and then uses fork() to create a separate child process to handle communication with each client. Such a design makes it possible to serve multiple clients simultaneously. While this approach works well for many scenarios, it does have the following limitations in some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applications: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It is difficult to share information between processes. Since the parent and child don’t share memory (other than the read-only text segment), we must use some form of interprocess communication in order to exchange information between processes.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Process creation with fork() is relatively expensive. Even with the copy-on-write technique, the need to duplicate various process attributes such as page tables and file descriptor tables means that a fork() call is still time-consuming.</a:t>
            </a:r>
            <a:endParaRPr b="0" lang="en-US" sz="1800" spc="-1" strike="noStrike">
              <a:solidFill>
                <a:srgbClr val="000000"/>
              </a:solidFill>
              <a:latin typeface="Arial"/>
            </a:endParaRPr>
          </a:p>
        </p:txBody>
      </p:sp>
      <p:sp>
        <p:nvSpPr>
          <p:cNvPr id="444" name=""/>
          <p:cNvSpPr/>
          <p:nvPr/>
        </p:nvSpPr>
        <p:spPr>
          <a:xfrm>
            <a:off x="72000" y="4536000"/>
            <a:ext cx="9647280" cy="3673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Threads address both of these problems: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1. Sharing information between threads is easy and fast. It is just a matter of copying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data into shared (global or heap) variables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2. Thread creation is faster than process creation—typically, ten times faster or better.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Among the attributes that are distinct for each thread are the following: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1. thread ID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2. signal mask;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3. thread-specific data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4. the errno variable;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5 floating-point environment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6 realtime scheduling policy and priority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7 CPU affinity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8 stack (local variables and function call linkage information).</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Freeform 1_12"/>
          <p:cNvSpPr/>
          <p:nvPr/>
        </p:nvSpPr>
        <p:spPr>
          <a:xfrm>
            <a:off x="539640" y="228600"/>
            <a:ext cx="9076680" cy="761400"/>
          </a:xfrm>
          <a:custGeom>
            <a:avLst/>
            <a:gdLst>
              <a:gd name="textAreaLeft" fmla="*/ 0 w 9076680"/>
              <a:gd name="textAreaRight" fmla="*/ 9077400 w 9076680"/>
              <a:gd name="textAreaTop" fmla="*/ 0 h 761400"/>
              <a:gd name="textAreaBottom" fmla="*/ 762120 h 76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ctr" anchorCtr="1">
            <a:noAutofit/>
          </a:bodyPr>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000" spc="-1" strike="noStrike">
                <a:solidFill>
                  <a:srgbClr val="000000"/>
                </a:solidFill>
                <a:latin typeface="Times New Roman"/>
                <a:ea typeface="msmincho"/>
              </a:rPr>
              <a:t>Balloon Shooter Game on windows</a:t>
            </a:r>
            <a:endParaRPr b="0" lang="en-US" sz="4000" spc="-1" strike="noStrike">
              <a:solidFill>
                <a:srgbClr val="000000"/>
              </a:solidFill>
              <a:latin typeface="Arial"/>
            </a:endParaRPr>
          </a:p>
        </p:txBody>
      </p:sp>
      <p:sp>
        <p:nvSpPr>
          <p:cNvPr id="446" name="Straight Connector 2_2"/>
          <p:cNvSpPr/>
          <p:nvPr/>
        </p:nvSpPr>
        <p:spPr>
          <a:xfrm>
            <a:off x="23760" y="1143000"/>
            <a:ext cx="10054440" cy="720"/>
          </a:xfrm>
          <a:custGeom>
            <a:avLst/>
            <a:gdLst>
              <a:gd name="textAreaLeft" fmla="*/ 0 w 10054440"/>
              <a:gd name="textAreaRight" fmla="*/ 10055160 w 10054440"/>
              <a:gd name="textAreaTop" fmla="*/ 0 h 720"/>
              <a:gd name="textAreaBottom" fmla="*/ 1440 h 720"/>
            </a:gdLst>
            <a:ahLst/>
            <a:rect l="textAreaLeft" t="textAreaTop" r="textAreaRight" b="textAreaBottom"/>
            <a:pathLst>
              <a:path w="10055225" h="1588">
                <a:moveTo>
                  <a:pt x="0" y="0"/>
                </a:moveTo>
                <a:lnTo>
                  <a:pt x="10055225" y="1588"/>
                </a:lnTo>
              </a:path>
            </a:pathLst>
          </a:custGeom>
          <a:noFill/>
          <a:ln w="54720">
            <a:solidFill>
              <a:srgbClr val="ff8d00"/>
            </a:solidFill>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grpSp>
        <p:nvGrpSpPr>
          <p:cNvPr id="447" name="Group 4_1"/>
          <p:cNvGrpSpPr/>
          <p:nvPr/>
        </p:nvGrpSpPr>
        <p:grpSpPr>
          <a:xfrm>
            <a:off x="31680" y="1312920"/>
            <a:ext cx="1796400" cy="4365000"/>
            <a:chOff x="31680" y="1312920"/>
            <a:chExt cx="1796400" cy="4365000"/>
          </a:xfrm>
        </p:grpSpPr>
        <p:sp>
          <p:nvSpPr>
            <p:cNvPr id="448" name="Rectangle 5_1"/>
            <p:cNvSpPr/>
            <p:nvPr/>
          </p:nvSpPr>
          <p:spPr>
            <a:xfrm>
              <a:off x="31680" y="1312920"/>
              <a:ext cx="1796400" cy="886680"/>
            </a:xfrm>
            <a:prstGeom prst="rect">
              <a:avLst/>
            </a:prstGeom>
            <a:solidFill>
              <a:srgbClr val="c0c0c0"/>
            </a:solidFill>
            <a:ln w="0">
              <a:solidFill>
                <a:srgbClr val="000000"/>
              </a:solidFill>
            </a:ln>
          </p:spPr>
          <p:style>
            <a:lnRef idx="0"/>
            <a:fillRef idx="0"/>
            <a:effectRef idx="0"/>
            <a:fontRef idx="minor"/>
          </p:style>
          <p:txBody>
            <a:bodyPr lIns="90000" rIns="90000" tIns="45000" bIns="45000" anchor="t" anchorCtr="1">
              <a:noAutofit/>
            </a:bodyPr>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80"/>
                  </a:solidFill>
                  <a:latin typeface="Times New Roman"/>
                  <a:ea typeface="msmincho"/>
                </a:rPr>
                <a:t>Data Segment</a:t>
              </a:r>
              <a:endParaRPr b="0" lang="en-US" sz="20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int hit = 0;</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int inc = 0;</a:t>
              </a:r>
              <a:endParaRPr b="0" lang="en-US" sz="1400" spc="-1" strike="noStrike">
                <a:solidFill>
                  <a:srgbClr val="000000"/>
                </a:solidFill>
                <a:latin typeface="Arial"/>
              </a:endParaRPr>
            </a:p>
          </p:txBody>
        </p:sp>
        <p:sp>
          <p:nvSpPr>
            <p:cNvPr id="449" name="Rectangle 6_9"/>
            <p:cNvSpPr/>
            <p:nvPr/>
          </p:nvSpPr>
          <p:spPr>
            <a:xfrm>
              <a:off x="31680" y="2212920"/>
              <a:ext cx="1796400" cy="3465000"/>
            </a:xfrm>
            <a:prstGeom prst="rect">
              <a:avLst/>
            </a:prstGeom>
            <a:solidFill>
              <a:srgbClr val="c0c0c0"/>
            </a:solidFill>
            <a:ln w="0">
              <a:solidFill>
                <a:srgbClr val="000000"/>
              </a:solidFill>
            </a:ln>
          </p:spPr>
          <p:style>
            <a:lnRef idx="0"/>
            <a:fillRef idx="0"/>
            <a:effectRef idx="0"/>
            <a:fontRef idx="minor"/>
          </p:style>
          <p:txBody>
            <a:bodyPr lIns="0" rIns="0" tIns="0" bIns="0" anchor="t">
              <a:noAutofit/>
            </a:bodyPr>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80"/>
                  </a:solidFill>
                  <a:latin typeface="Times New Roman"/>
                  <a:ea typeface="msmincho"/>
                </a:rPr>
                <a:t>Code Segment</a:t>
              </a:r>
              <a:endParaRPr b="0" lang="en-US" sz="20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Main()</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  UI()</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createthread (Display);</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createthread (Action);</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createthread (Score);</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a:t>
              </a:r>
              <a:endParaRPr b="0" lang="en-US" sz="1400" spc="-1" strike="noStrike">
                <a:solidFill>
                  <a:srgbClr val="000000"/>
                </a:solidFill>
                <a:latin typeface="Arial"/>
              </a:endParaRPr>
            </a:p>
          </p:txBody>
        </p:sp>
      </p:grpSp>
      <p:sp>
        <p:nvSpPr>
          <p:cNvPr id="450" name="Rectangle 7_1"/>
          <p:cNvSpPr/>
          <p:nvPr/>
        </p:nvSpPr>
        <p:spPr>
          <a:xfrm>
            <a:off x="31680" y="6353280"/>
            <a:ext cx="1796400" cy="1056600"/>
          </a:xfrm>
          <a:prstGeom prst="rect">
            <a:avLst/>
          </a:prstGeom>
          <a:solidFill>
            <a:srgbClr val="c0c0c0"/>
          </a:solidFill>
          <a:ln w="0">
            <a:solidFill>
              <a:srgbClr val="000000"/>
            </a:solidFill>
          </a:ln>
        </p:spPr>
        <p:style>
          <a:lnRef idx="0"/>
          <a:fillRef idx="0"/>
          <a:effectRef idx="0"/>
          <a:fontRef idx="minor"/>
        </p:style>
        <p:txBody>
          <a:bodyPr lIns="0" rIns="0" tIns="0" bIns="0" anchor="t" anchorCtr="1">
            <a:noAutofit/>
          </a:bodyPr>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c5000b"/>
                </a:solidFill>
                <a:latin typeface="Times New Roman"/>
                <a:ea typeface="msmincho"/>
              </a:rPr>
              <a:t>PCB</a:t>
            </a:r>
            <a:endParaRPr b="0" lang="en-US" sz="20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200" spc="-1" strike="noStrike">
                <a:solidFill>
                  <a:srgbClr val="000000"/>
                </a:solidFill>
                <a:latin typeface="Times New Roman"/>
                <a:ea typeface="msmincho"/>
              </a:rPr>
              <a:t>pid=10</a:t>
            </a:r>
            <a:endParaRPr b="0" lang="en-US" sz="2200" spc="-1" strike="noStrike">
              <a:solidFill>
                <a:srgbClr val="000000"/>
              </a:solidFill>
              <a:latin typeface="Arial"/>
            </a:endParaRPr>
          </a:p>
        </p:txBody>
      </p:sp>
      <p:cxnSp>
        <p:nvCxnSpPr>
          <p:cNvPr id="451" name="Straight Arrow Connector 8_1"/>
          <p:cNvCxnSpPr>
            <a:stCxn id="450" idx="0"/>
          </p:cNvCxnSpPr>
          <p:nvPr/>
        </p:nvCxnSpPr>
        <p:spPr>
          <a:xfrm flipV="1">
            <a:off x="929880" y="5678280"/>
            <a:ext cx="1800" cy="675360"/>
          </a:xfrm>
          <a:prstGeom prst="straightConnector1">
            <a:avLst/>
          </a:prstGeom>
          <a:ln w="0">
            <a:solidFill>
              <a:srgbClr val="000000"/>
            </a:solidFill>
            <a:tailEnd len="med" type="arrow" w="med"/>
          </a:ln>
        </p:spPr>
      </p:cxnSp>
      <p:sp>
        <p:nvSpPr>
          <p:cNvPr id="452" name="Straight Connector 12_1"/>
          <p:cNvSpPr/>
          <p:nvPr/>
        </p:nvSpPr>
        <p:spPr>
          <a:xfrm>
            <a:off x="0" y="5943600"/>
            <a:ext cx="10057680" cy="360"/>
          </a:xfrm>
          <a:custGeom>
            <a:avLst/>
            <a:gdLst>
              <a:gd name="textAreaLeft" fmla="*/ 0 w 10057680"/>
              <a:gd name="textAreaRight" fmla="*/ 10058400 w 10057680"/>
              <a:gd name="textAreaTop" fmla="*/ 0 h 360"/>
              <a:gd name="textAreaBottom" fmla="*/ 1440 h 360"/>
            </a:gdLst>
            <a:ahLst/>
            <a:rect l="textAreaLeft" t="textAreaTop" r="textAreaRight" b="textAreaBottom"/>
            <a:pathLst>
              <a:path w="10058400" h="0">
                <a:moveTo>
                  <a:pt x="0" y="0"/>
                </a:moveTo>
                <a:lnTo>
                  <a:pt x="10058400" y="1"/>
                </a:lnTo>
              </a:path>
            </a:pathLst>
          </a:custGeom>
          <a:noFill/>
          <a:ln w="0">
            <a:solidFill>
              <a:srgbClr val="000000"/>
            </a:solidFill>
          </a:ln>
        </p:spPr>
        <p:style>
          <a:lnRef idx="0"/>
          <a:fillRef idx="0"/>
          <a:effectRef idx="0"/>
          <a:fontRef idx="minor"/>
        </p:style>
        <p:txBody>
          <a:bodyPr lIns="90000" rIns="90000" tIns="-44280" bIns="-44280" anchor="t">
            <a:noAutofit/>
          </a:bodyPr>
          <a:p>
            <a:pPr>
              <a:lnSpc>
                <a:spcPct val="100000"/>
              </a:lnSpc>
            </a:pPr>
            <a:endParaRPr b="0" lang="en-US" sz="1800" spc="-1" strike="noStrike">
              <a:solidFill>
                <a:srgbClr val="000000"/>
              </a:solidFill>
              <a:latin typeface="Arial"/>
              <a:ea typeface="DejaVu Sans"/>
            </a:endParaRPr>
          </a:p>
        </p:txBody>
      </p:sp>
      <p:sp>
        <p:nvSpPr>
          <p:cNvPr id="453" name="TextBox 13_1"/>
          <p:cNvSpPr/>
          <p:nvPr/>
        </p:nvSpPr>
        <p:spPr>
          <a:xfrm>
            <a:off x="8001000" y="5581800"/>
            <a:ext cx="1599480" cy="363960"/>
          </a:xfrm>
          <a:custGeom>
            <a:avLst/>
            <a:gdLst>
              <a:gd name="textAreaLeft" fmla="*/ 0 w 1599480"/>
              <a:gd name="textAreaRight" fmla="*/ 1600200 w 1599480"/>
              <a:gd name="textAreaTop" fmla="*/ 0 h 363960"/>
              <a:gd name="textAreaBottom" fmla="*/ 364680 h 3639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i-FI" sz="1800" spc="-1" strike="noStrike">
                <a:solidFill>
                  <a:srgbClr val="c5000b"/>
                </a:solidFill>
                <a:latin typeface="Arial"/>
                <a:ea typeface="HG Mincho Light J"/>
              </a:rPr>
              <a:t>User Space</a:t>
            </a:r>
            <a:endParaRPr b="0" lang="en-US" sz="1800" spc="-1" strike="noStrike">
              <a:solidFill>
                <a:srgbClr val="000000"/>
              </a:solidFill>
              <a:latin typeface="Arial"/>
            </a:endParaRPr>
          </a:p>
        </p:txBody>
      </p:sp>
      <p:sp>
        <p:nvSpPr>
          <p:cNvPr id="454" name="TextBox 14_1"/>
          <p:cNvSpPr/>
          <p:nvPr/>
        </p:nvSpPr>
        <p:spPr>
          <a:xfrm>
            <a:off x="8001000" y="5942160"/>
            <a:ext cx="1599480" cy="363960"/>
          </a:xfrm>
          <a:custGeom>
            <a:avLst/>
            <a:gdLst>
              <a:gd name="textAreaLeft" fmla="*/ 0 w 1599480"/>
              <a:gd name="textAreaRight" fmla="*/ 1600200 w 1599480"/>
              <a:gd name="textAreaTop" fmla="*/ 0 h 363960"/>
              <a:gd name="textAreaBottom" fmla="*/ 364680 h 3639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i-FI" sz="1800" spc="-1" strike="noStrike">
                <a:solidFill>
                  <a:srgbClr val="c5000b"/>
                </a:solidFill>
                <a:latin typeface="Arial"/>
                <a:ea typeface="HG Mincho Light J"/>
              </a:rPr>
              <a:t>Kernel Space</a:t>
            </a:r>
            <a:endParaRPr b="0" lang="en-US" sz="1800" spc="-1" strike="noStrike">
              <a:solidFill>
                <a:srgbClr val="000000"/>
              </a:solidFill>
              <a:latin typeface="Arial"/>
            </a:endParaRPr>
          </a:p>
        </p:txBody>
      </p:sp>
      <p:sp>
        <p:nvSpPr>
          <p:cNvPr id="455" name="Rectangle 19_1"/>
          <p:cNvSpPr/>
          <p:nvPr/>
        </p:nvSpPr>
        <p:spPr>
          <a:xfrm>
            <a:off x="1827360" y="2214720"/>
            <a:ext cx="2070720" cy="1670760"/>
          </a:xfrm>
          <a:prstGeom prst="rect">
            <a:avLst/>
          </a:prstGeom>
          <a:solidFill>
            <a:srgbClr val="c0c0c0"/>
          </a:solidFill>
          <a:ln w="0">
            <a:solidFill>
              <a:srgbClr val="000000"/>
            </a:solidFill>
          </a:ln>
        </p:spPr>
        <p:style>
          <a:lnRef idx="0"/>
          <a:fillRef idx="0"/>
          <a:effectRef idx="0"/>
          <a:fontRef idx="minor"/>
        </p:style>
        <p:txBody>
          <a:bodyPr lIns="0" rIns="0" tIns="0" bIns="0" anchor="t">
            <a:noAutofit/>
          </a:bodyPr>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80"/>
                </a:solidFill>
                <a:latin typeface="Times New Roman"/>
                <a:ea typeface="msmincho"/>
              </a:rPr>
              <a:t>Code Segment</a:t>
            </a:r>
            <a:endParaRPr b="0" lang="en-US" sz="20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Display()</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Body;</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p:txBody>
      </p:sp>
      <p:sp>
        <p:nvSpPr>
          <p:cNvPr id="456" name="Rectangle 20_1"/>
          <p:cNvSpPr/>
          <p:nvPr/>
        </p:nvSpPr>
        <p:spPr>
          <a:xfrm>
            <a:off x="1969920" y="4194000"/>
            <a:ext cx="1796400" cy="1341000"/>
          </a:xfrm>
          <a:prstGeom prst="rect">
            <a:avLst/>
          </a:prstGeom>
          <a:solidFill>
            <a:srgbClr val="c0c0c0"/>
          </a:solidFill>
          <a:ln w="0">
            <a:solidFill>
              <a:srgbClr val="000000"/>
            </a:solidFill>
          </a:ln>
        </p:spPr>
        <p:style>
          <a:lnRef idx="0"/>
          <a:fillRef idx="0"/>
          <a:effectRef idx="0"/>
          <a:fontRef idx="minor"/>
        </p:style>
        <p:txBody>
          <a:bodyPr lIns="90000" rIns="90000" tIns="45000" bIns="45000" anchor="t" anchorCtr="1">
            <a:noAutofit/>
          </a:bodyPr>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c5000b"/>
                </a:solidFill>
                <a:latin typeface="Times New Roman"/>
                <a:ea typeface="msmincho"/>
              </a:rPr>
              <a:t>Thread object</a:t>
            </a:r>
            <a:endParaRPr b="0" lang="en-US" sz="20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Times New Roman"/>
                <a:ea typeface="msmincho"/>
              </a:rPr>
              <a:t>For Display</a:t>
            </a:r>
            <a:endParaRPr b="0" lang="en-US" sz="20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Times New Roman"/>
                <a:ea typeface="msmincho"/>
              </a:rPr>
              <a:t>( Process Sched</a:t>
            </a:r>
            <a:endParaRPr b="0" lang="en-US" sz="18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Times New Roman"/>
                <a:ea typeface="msmincho"/>
              </a:rPr>
              <a:t> </a:t>
            </a:r>
            <a:r>
              <a:rPr b="0" lang="en-GB" sz="1800" spc="-1" strike="noStrike">
                <a:solidFill>
                  <a:srgbClr val="000000"/>
                </a:solidFill>
                <a:latin typeface="Times New Roman"/>
                <a:ea typeface="msmincho"/>
              </a:rPr>
              <a:t>entity )</a:t>
            </a:r>
            <a:endParaRPr b="0" lang="en-US" sz="1800" spc="-1" strike="noStrike">
              <a:solidFill>
                <a:srgbClr val="000000"/>
              </a:solidFill>
              <a:latin typeface="Arial"/>
            </a:endParaRPr>
          </a:p>
        </p:txBody>
      </p:sp>
      <p:cxnSp>
        <p:nvCxnSpPr>
          <p:cNvPr id="457" name="Straight Arrow Connector 21_1"/>
          <p:cNvCxnSpPr>
            <a:stCxn id="456" idx="0"/>
          </p:cNvCxnSpPr>
          <p:nvPr/>
        </p:nvCxnSpPr>
        <p:spPr>
          <a:xfrm flipH="1" flipV="1">
            <a:off x="2861640" y="3885480"/>
            <a:ext cx="6840" cy="308880"/>
          </a:xfrm>
          <a:prstGeom prst="straightConnector1">
            <a:avLst/>
          </a:prstGeom>
          <a:ln w="0">
            <a:solidFill>
              <a:srgbClr val="000000"/>
            </a:solidFill>
            <a:tailEnd len="med" type="arrow" w="med"/>
          </a:ln>
        </p:spPr>
      </p:cxnSp>
      <p:sp>
        <p:nvSpPr>
          <p:cNvPr id="458" name="Rectangle 24_1"/>
          <p:cNvSpPr/>
          <p:nvPr/>
        </p:nvSpPr>
        <p:spPr>
          <a:xfrm>
            <a:off x="3886200" y="2214720"/>
            <a:ext cx="2004120" cy="1670760"/>
          </a:xfrm>
          <a:prstGeom prst="rect">
            <a:avLst/>
          </a:prstGeom>
          <a:solidFill>
            <a:srgbClr val="c0c0c0"/>
          </a:solidFill>
          <a:ln w="0">
            <a:solidFill>
              <a:srgbClr val="000000"/>
            </a:solidFill>
          </a:ln>
        </p:spPr>
        <p:style>
          <a:lnRef idx="0"/>
          <a:fillRef idx="0"/>
          <a:effectRef idx="0"/>
          <a:fontRef idx="minor"/>
        </p:style>
        <p:txBody>
          <a:bodyPr lIns="0" rIns="0" tIns="0" bIns="0" anchor="t">
            <a:noAutofit/>
          </a:bodyPr>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80"/>
                </a:solidFill>
                <a:latin typeface="Times New Roman"/>
                <a:ea typeface="msmincho"/>
              </a:rPr>
              <a:t>Text Segment</a:t>
            </a:r>
            <a:endParaRPr b="0" lang="en-US" sz="20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Action()</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Body;</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p:txBody>
      </p:sp>
      <p:sp>
        <p:nvSpPr>
          <p:cNvPr id="459" name="Rectangle 25_1"/>
          <p:cNvSpPr/>
          <p:nvPr/>
        </p:nvSpPr>
        <p:spPr>
          <a:xfrm>
            <a:off x="3986280" y="4194000"/>
            <a:ext cx="1796400" cy="1341000"/>
          </a:xfrm>
          <a:prstGeom prst="rect">
            <a:avLst/>
          </a:prstGeom>
          <a:solidFill>
            <a:srgbClr val="c0c0c0"/>
          </a:solidFill>
          <a:ln w="0">
            <a:solidFill>
              <a:srgbClr val="000000"/>
            </a:solidFill>
          </a:ln>
        </p:spPr>
        <p:style>
          <a:lnRef idx="0"/>
          <a:fillRef idx="0"/>
          <a:effectRef idx="0"/>
          <a:fontRef idx="minor"/>
        </p:style>
        <p:txBody>
          <a:bodyPr lIns="90000" rIns="90000" tIns="45000" bIns="45000" anchor="t" anchorCtr="1">
            <a:noAutofit/>
          </a:bodyPr>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c5000b"/>
                </a:solidFill>
                <a:latin typeface="Times New Roman"/>
                <a:ea typeface="msmincho"/>
              </a:rPr>
              <a:t>Thread object</a:t>
            </a:r>
            <a:endParaRPr b="0" lang="en-US" sz="20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Times New Roman"/>
                <a:ea typeface="msmincho"/>
              </a:rPr>
              <a:t>For Action</a:t>
            </a:r>
            <a:endParaRPr b="0" lang="en-US" sz="20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Times New Roman"/>
                <a:ea typeface="msmincho"/>
              </a:rPr>
              <a:t>( Process Sched</a:t>
            </a:r>
            <a:endParaRPr b="0" lang="en-US" sz="18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Times New Roman"/>
                <a:ea typeface="msmincho"/>
              </a:rPr>
              <a:t> </a:t>
            </a:r>
            <a:r>
              <a:rPr b="0" lang="en-GB" sz="1800" spc="-1" strike="noStrike">
                <a:solidFill>
                  <a:srgbClr val="000000"/>
                </a:solidFill>
                <a:latin typeface="Times New Roman"/>
                <a:ea typeface="msmincho"/>
              </a:rPr>
              <a:t>entity )</a:t>
            </a:r>
            <a:endParaRPr b="0" lang="en-US" sz="1800" spc="-1" strike="noStrike">
              <a:solidFill>
                <a:srgbClr val="000000"/>
              </a:solidFill>
              <a:latin typeface="Arial"/>
            </a:endParaRPr>
          </a:p>
        </p:txBody>
      </p:sp>
      <p:cxnSp>
        <p:nvCxnSpPr>
          <p:cNvPr id="460" name="Straight Arrow Connector 26_1"/>
          <p:cNvCxnSpPr>
            <a:stCxn id="459" idx="0"/>
          </p:cNvCxnSpPr>
          <p:nvPr/>
        </p:nvCxnSpPr>
        <p:spPr>
          <a:xfrm flipV="1">
            <a:off x="4884480" y="3885480"/>
            <a:ext cx="4680" cy="308880"/>
          </a:xfrm>
          <a:prstGeom prst="straightConnector1">
            <a:avLst/>
          </a:prstGeom>
          <a:ln w="0">
            <a:solidFill>
              <a:srgbClr val="000000"/>
            </a:solidFill>
            <a:tailEnd len="med" type="arrow" w="med"/>
          </a:ln>
        </p:spPr>
      </p:cxnSp>
      <p:sp>
        <p:nvSpPr>
          <p:cNvPr id="461" name="Rectangle 29_1"/>
          <p:cNvSpPr/>
          <p:nvPr/>
        </p:nvSpPr>
        <p:spPr>
          <a:xfrm>
            <a:off x="5894280" y="2214720"/>
            <a:ext cx="1999800" cy="1670760"/>
          </a:xfrm>
          <a:prstGeom prst="rect">
            <a:avLst/>
          </a:prstGeom>
          <a:solidFill>
            <a:srgbClr val="c0c0c0"/>
          </a:solidFill>
          <a:ln w="0">
            <a:solidFill>
              <a:srgbClr val="000000"/>
            </a:solidFill>
          </a:ln>
        </p:spPr>
        <p:style>
          <a:lnRef idx="0"/>
          <a:fillRef idx="0"/>
          <a:effectRef idx="0"/>
          <a:fontRef idx="minor"/>
        </p:style>
        <p:txBody>
          <a:bodyPr lIns="0" rIns="0" tIns="0" bIns="0" anchor="t">
            <a:noAutofit/>
          </a:bodyPr>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80"/>
                </a:solidFill>
                <a:latin typeface="Times New Roman"/>
                <a:ea typeface="msmincho"/>
              </a:rPr>
              <a:t>Text Segment</a:t>
            </a:r>
            <a:endParaRPr b="0" lang="en-US" sz="20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score()</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Body;</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a:solidFill>
                  <a:srgbClr val="000000"/>
                </a:solidFill>
                <a:latin typeface="Times New Roman"/>
                <a:ea typeface="msmincho"/>
              </a:rPr>
              <a:t>  </a:t>
            </a:r>
            <a:r>
              <a:rPr b="0" lang="en-GB" sz="1400" spc="-1" strike="noStrike">
                <a:solidFill>
                  <a:srgbClr val="000000"/>
                </a:solidFill>
                <a:latin typeface="Times New Roman"/>
                <a:ea typeface="msmincho"/>
              </a:rPr>
              <a:t>}</a:t>
            </a: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p:txBody>
      </p:sp>
      <p:sp>
        <p:nvSpPr>
          <p:cNvPr id="462" name="Rectangle 30_1"/>
          <p:cNvSpPr/>
          <p:nvPr/>
        </p:nvSpPr>
        <p:spPr>
          <a:xfrm>
            <a:off x="5989680" y="4194000"/>
            <a:ext cx="1796400" cy="1341000"/>
          </a:xfrm>
          <a:prstGeom prst="rect">
            <a:avLst/>
          </a:prstGeom>
          <a:solidFill>
            <a:srgbClr val="c0c0c0"/>
          </a:solidFill>
          <a:ln w="0">
            <a:solidFill>
              <a:srgbClr val="000000"/>
            </a:solidFill>
          </a:ln>
        </p:spPr>
        <p:style>
          <a:lnRef idx="0"/>
          <a:fillRef idx="0"/>
          <a:effectRef idx="0"/>
          <a:fontRef idx="minor"/>
        </p:style>
        <p:txBody>
          <a:bodyPr lIns="90000" rIns="90000" tIns="45000" bIns="45000" anchor="t" anchorCtr="1">
            <a:noAutofit/>
          </a:bodyPr>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c5000b"/>
                </a:solidFill>
                <a:latin typeface="Times New Roman"/>
                <a:ea typeface="msmincho"/>
              </a:rPr>
              <a:t>Thread object</a:t>
            </a:r>
            <a:endParaRPr b="0" lang="en-US" sz="20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Times New Roman"/>
                <a:ea typeface="msmincho"/>
              </a:rPr>
              <a:t>For Score</a:t>
            </a:r>
            <a:endParaRPr b="0" lang="en-US" sz="20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Times New Roman"/>
                <a:ea typeface="msmincho"/>
              </a:rPr>
              <a:t>( Process Sched</a:t>
            </a:r>
            <a:endParaRPr b="0" lang="en-US" sz="1800" spc="-1" strike="noStrike">
              <a:solidFill>
                <a:srgbClr val="000000"/>
              </a:solidFill>
              <a:latin typeface="Arial"/>
            </a:endParaRPr>
          </a:p>
          <a:p>
            <a:pPr algn="ctr">
              <a:lnSpc>
                <a:spcPct val="100000"/>
              </a:lnSpc>
              <a:tabLst>
                <a:tab algn="l" pos="0"/>
                <a:tab algn="l" pos="53316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Times New Roman"/>
                <a:ea typeface="msmincho"/>
              </a:rPr>
              <a:t> </a:t>
            </a:r>
            <a:r>
              <a:rPr b="0" lang="en-GB" sz="1800" spc="-1" strike="noStrike">
                <a:solidFill>
                  <a:srgbClr val="000000"/>
                </a:solidFill>
                <a:latin typeface="Times New Roman"/>
                <a:ea typeface="msmincho"/>
              </a:rPr>
              <a:t>entity )</a:t>
            </a:r>
            <a:endParaRPr b="0" lang="en-US" sz="1800" spc="-1" strike="noStrike">
              <a:solidFill>
                <a:srgbClr val="000000"/>
              </a:solidFill>
              <a:latin typeface="Arial"/>
            </a:endParaRPr>
          </a:p>
        </p:txBody>
      </p:sp>
      <p:cxnSp>
        <p:nvCxnSpPr>
          <p:cNvPr id="463" name="Straight Arrow Connector 31_1"/>
          <p:cNvCxnSpPr>
            <a:stCxn id="462" idx="0"/>
          </p:cNvCxnSpPr>
          <p:nvPr/>
        </p:nvCxnSpPr>
        <p:spPr>
          <a:xfrm flipV="1">
            <a:off x="6887880" y="3885480"/>
            <a:ext cx="7560" cy="308880"/>
          </a:xfrm>
          <a:prstGeom prst="straightConnector1">
            <a:avLst/>
          </a:prstGeom>
          <a:ln w="0">
            <a:solidFill>
              <a:srgbClr val="000000"/>
            </a:solidFill>
            <a:tailEnd len="med" type="arrow" w="med"/>
          </a:ln>
        </p:spPr>
      </p:cxn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4" name="Freeform 1_5"/>
          <p:cNvSpPr/>
          <p:nvPr/>
        </p:nvSpPr>
        <p:spPr>
          <a:xfrm>
            <a:off x="539640" y="228600"/>
            <a:ext cx="9076680" cy="761400"/>
          </a:xfrm>
          <a:custGeom>
            <a:avLst/>
            <a:gdLst>
              <a:gd name="textAreaLeft" fmla="*/ 0 w 9076680"/>
              <a:gd name="textAreaRight" fmla="*/ 9077400 w 9076680"/>
              <a:gd name="textAreaTop" fmla="*/ 0 h 761400"/>
              <a:gd name="textAreaBottom" fmla="*/ 762120 h 76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ctr" anchorCtr="1">
            <a:noAutofit/>
          </a:bodyPr>
          <a:p>
            <a:pPr algn="ctr">
              <a:lnSpc>
                <a:spcPct val="102000"/>
              </a:lnSpc>
              <a:tabLst>
                <a:tab algn="l" pos="0"/>
                <a:tab algn="l" pos="53316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144000"/>
                <a:tab algn="l" pos="9601200"/>
                <a:tab algn="l" pos="10058400"/>
                <a:tab algn="l" pos="10515600"/>
              </a:tabLst>
            </a:pPr>
            <a:r>
              <a:rPr b="0" lang="en-US" sz="4000" spc="-1" strike="noStrike">
                <a:solidFill>
                  <a:srgbClr val="000000"/>
                </a:solidFill>
                <a:latin typeface="Times New Roman"/>
                <a:ea typeface="DejaVu Sans"/>
              </a:rPr>
              <a:t>Creating Threads</a:t>
            </a:r>
            <a:endParaRPr b="0" lang="en-US" sz="4000" spc="-1" strike="noStrike">
              <a:solidFill>
                <a:srgbClr val="000000"/>
              </a:solidFill>
              <a:latin typeface="Arial"/>
            </a:endParaRPr>
          </a:p>
        </p:txBody>
      </p:sp>
      <p:sp>
        <p:nvSpPr>
          <p:cNvPr id="465" name="Freeform 2_6"/>
          <p:cNvSpPr/>
          <p:nvPr/>
        </p:nvSpPr>
        <p:spPr>
          <a:xfrm>
            <a:off x="0" y="1143000"/>
            <a:ext cx="10054440" cy="720"/>
          </a:xfrm>
          <a:custGeom>
            <a:avLst/>
            <a:gdLst>
              <a:gd name="textAreaLeft" fmla="*/ 0 w 10054440"/>
              <a:gd name="textAreaRight" fmla="*/ 10055160 w 10054440"/>
              <a:gd name="textAreaTop" fmla="*/ 0 h 720"/>
              <a:gd name="textAreaBottom" fmla="*/ 1440 h 720"/>
            </a:gdLst>
            <a:ahLst/>
            <a:rect l="textAreaLeft" t="textAreaTop" r="textAreaRight" b="textAreaBottom"/>
            <a:pathLst>
              <a:path w="21600" h="21600">
                <a:moveTo>
                  <a:pt x="0" y="0"/>
                </a:moveTo>
                <a:lnTo>
                  <a:pt x="2" y="21600"/>
                </a:lnTo>
              </a:path>
            </a:pathLst>
          </a:custGeom>
          <a:noFill/>
          <a:ln w="54720">
            <a:solidFill>
              <a:srgbClr val="ff8d00"/>
            </a:solidFill>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466" name="Freeform 4_4"/>
          <p:cNvSpPr/>
          <p:nvPr/>
        </p:nvSpPr>
        <p:spPr>
          <a:xfrm>
            <a:off x="163440" y="1657440"/>
            <a:ext cx="9600480" cy="4742640"/>
          </a:xfrm>
          <a:custGeom>
            <a:avLst/>
            <a:gdLst>
              <a:gd name="textAreaLeft" fmla="*/ 0 w 9600480"/>
              <a:gd name="textAreaRight" fmla="*/ 9601200 w 9600480"/>
              <a:gd name="textAreaTop" fmla="*/ 0 h 4742640"/>
              <a:gd name="textAreaBottom" fmla="*/ 4743360 h 47426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t">
            <a:noAutofit/>
          </a:bodyPr>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99"/>
                </a:solidFill>
                <a:latin typeface="Times New Roman"/>
                <a:ea typeface="DejaVu Sans"/>
              </a:rPr>
              <a:t>int pthread_create(pthread_t *thread,</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99"/>
                </a:solidFill>
                <a:latin typeface="Times New Roman"/>
                <a:ea typeface="DejaVu Sans"/>
              </a:rPr>
              <a:t>	</a:t>
            </a:r>
            <a:r>
              <a:rPr b="0" lang="en-US" sz="2800" spc="-1" strike="noStrike">
                <a:solidFill>
                  <a:srgbClr val="000099"/>
                </a:solidFill>
                <a:latin typeface="Times New Roman"/>
                <a:ea typeface="DejaVu Sans"/>
              </a:rPr>
              <a:t>	</a:t>
            </a:r>
            <a:r>
              <a:rPr b="0" lang="en-US" sz="2800" spc="-1" strike="noStrike">
                <a:solidFill>
                  <a:srgbClr val="000099"/>
                </a:solidFill>
                <a:latin typeface="Times New Roman"/>
                <a:ea typeface="DejaVu Sans"/>
              </a:rPr>
              <a:t>	</a:t>
            </a:r>
            <a:r>
              <a:rPr b="0" lang="en-US" sz="2800" spc="-1" strike="noStrike">
                <a:solidFill>
                  <a:srgbClr val="000099"/>
                </a:solidFill>
                <a:latin typeface="Times New Roman"/>
                <a:ea typeface="DejaVu Sans"/>
              </a:rPr>
              <a:t>const pthread_attr_t *attr,</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99"/>
                </a:solidFill>
                <a:latin typeface="Times New Roman"/>
                <a:ea typeface="DejaVu Sans"/>
              </a:rPr>
              <a:t>	</a:t>
            </a:r>
            <a:r>
              <a:rPr b="0" lang="en-US" sz="2800" spc="-1" strike="noStrike">
                <a:solidFill>
                  <a:srgbClr val="000099"/>
                </a:solidFill>
                <a:latin typeface="Times New Roman"/>
                <a:ea typeface="DejaVu Sans"/>
              </a:rPr>
              <a:t>	</a:t>
            </a:r>
            <a:r>
              <a:rPr b="0" lang="en-US" sz="2800" spc="-1" strike="noStrike">
                <a:solidFill>
                  <a:srgbClr val="000099"/>
                </a:solidFill>
                <a:latin typeface="Times New Roman"/>
                <a:ea typeface="DejaVu Sans"/>
              </a:rPr>
              <a:t>	</a:t>
            </a:r>
            <a:r>
              <a:rPr b="0" lang="en-US" sz="2800" spc="-1" strike="noStrike">
                <a:solidFill>
                  <a:srgbClr val="000099"/>
                </a:solidFill>
                <a:latin typeface="Times New Roman"/>
                <a:ea typeface="DejaVu Sans"/>
              </a:rPr>
              <a:t>void *(*start_routine)(void *),</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99"/>
                </a:solidFill>
                <a:latin typeface="Times New Roman"/>
                <a:ea typeface="DejaVu Sans"/>
              </a:rPr>
              <a:t>	</a:t>
            </a:r>
            <a:r>
              <a:rPr b="0" lang="en-US" sz="2800" spc="-1" strike="noStrike">
                <a:solidFill>
                  <a:srgbClr val="000099"/>
                </a:solidFill>
                <a:latin typeface="Times New Roman"/>
                <a:ea typeface="DejaVu Sans"/>
              </a:rPr>
              <a:t>	</a:t>
            </a:r>
            <a:r>
              <a:rPr b="0" lang="en-US" sz="2800" spc="-1" strike="noStrike">
                <a:solidFill>
                  <a:srgbClr val="000099"/>
                </a:solidFill>
                <a:latin typeface="Times New Roman"/>
                <a:ea typeface="DejaVu Sans"/>
              </a:rPr>
              <a:t>	</a:t>
            </a:r>
            <a:r>
              <a:rPr b="0" lang="en-US" sz="2800" spc="-1" strike="noStrike">
                <a:solidFill>
                  <a:srgbClr val="000099"/>
                </a:solidFill>
                <a:latin typeface="Times New Roman"/>
                <a:ea typeface="DejaVu Sans"/>
              </a:rPr>
              <a:t>void * arg);</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00"/>
                </a:solidFill>
                <a:latin typeface="Times New Roman"/>
                <a:ea typeface="DejaVu Sans"/>
              </a:rPr>
              <a:t>The </a:t>
            </a:r>
            <a:r>
              <a:rPr b="0" i="1" lang="en-US" sz="2800" spc="-1" strike="noStrike">
                <a:solidFill>
                  <a:srgbClr val="000000"/>
                </a:solidFill>
                <a:latin typeface="Times New Roman"/>
                <a:ea typeface="DejaVu Sans"/>
              </a:rPr>
              <a:t>pthread_create() </a:t>
            </a:r>
            <a:r>
              <a:rPr b="0" lang="en-US" sz="2800" spc="-1" strike="noStrike">
                <a:solidFill>
                  <a:srgbClr val="000000"/>
                </a:solidFill>
                <a:latin typeface="Times New Roman"/>
                <a:ea typeface="DejaVu Sans"/>
              </a:rPr>
              <a:t>routine creates a new thread within a</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00"/>
                </a:solidFill>
                <a:latin typeface="Times New Roman"/>
                <a:ea typeface="DejaVu Sans"/>
              </a:rPr>
              <a:t>process which executes </a:t>
            </a:r>
            <a:r>
              <a:rPr b="0" i="1" lang="en-US" sz="2800" spc="-1" strike="noStrike">
                <a:solidFill>
                  <a:srgbClr val="000000"/>
                </a:solidFill>
                <a:latin typeface="Times New Roman"/>
                <a:ea typeface="DejaVu Sans"/>
              </a:rPr>
              <a:t>start_routine </a:t>
            </a:r>
            <a:r>
              <a:rPr b="0" lang="en-US" sz="2800" spc="-1" strike="noStrike">
                <a:solidFill>
                  <a:srgbClr val="000000"/>
                </a:solidFill>
                <a:latin typeface="Times New Roman"/>
                <a:ea typeface="DejaVu Sans"/>
              </a:rPr>
              <a:t>which has a argument </a:t>
            </a:r>
            <a:r>
              <a:rPr b="0" i="1" lang="en-US" sz="2800" spc="-1" strike="noStrike">
                <a:solidFill>
                  <a:srgbClr val="000000"/>
                </a:solidFill>
                <a:latin typeface="Times New Roman"/>
                <a:ea typeface="DejaVu Sans"/>
              </a:rPr>
              <a:t>arg</a:t>
            </a:r>
            <a:r>
              <a:rPr b="0" lang="en-US" sz="2800" spc="-1" strike="noStrike">
                <a:solidFill>
                  <a:srgbClr val="000000"/>
                </a:solidFill>
                <a:latin typeface="Times New Roman"/>
                <a:ea typeface="DejaVu Sans"/>
              </a:rPr>
              <a:t>.</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00"/>
                </a:solidFill>
                <a:latin typeface="Times New Roman"/>
                <a:ea typeface="DejaVu Sans"/>
              </a:rPr>
              <a:t>The new thread has attributes specified with </a:t>
            </a:r>
            <a:r>
              <a:rPr b="0" i="1" lang="en-US" sz="2800" spc="-1" strike="noStrike">
                <a:solidFill>
                  <a:srgbClr val="000000"/>
                </a:solidFill>
                <a:latin typeface="Times New Roman"/>
                <a:ea typeface="DejaVu Sans"/>
              </a:rPr>
              <a:t>attr</a:t>
            </a:r>
            <a:r>
              <a:rPr b="0" lang="en-US" sz="2800" spc="-1" strike="noStrike">
                <a:solidFill>
                  <a:srgbClr val="000000"/>
                </a:solidFill>
                <a:latin typeface="Times New Roman"/>
                <a:ea typeface="DejaVu Sans"/>
              </a:rPr>
              <a:t>, or default attributes</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if </a:t>
            </a:r>
            <a:r>
              <a:rPr b="0" i="1" lang="en-US" sz="2800" spc="-1" strike="noStrike">
                <a:solidFill>
                  <a:srgbClr val="000000"/>
                </a:solidFill>
                <a:latin typeface="Times New Roman"/>
                <a:ea typeface="DejaVu Sans"/>
              </a:rPr>
              <a:t>attr </a:t>
            </a:r>
            <a:r>
              <a:rPr b="0" lang="en-US" sz="2800" spc="-1" strike="noStrike">
                <a:solidFill>
                  <a:srgbClr val="000000"/>
                </a:solidFill>
                <a:latin typeface="Times New Roman"/>
                <a:ea typeface="DejaVu Sans"/>
              </a:rPr>
              <a:t>is NULL.</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00"/>
                </a:solidFill>
                <a:latin typeface="Times New Roman"/>
                <a:ea typeface="DejaVu Sans"/>
              </a:rPr>
              <a:t>If the </a:t>
            </a:r>
            <a:r>
              <a:rPr b="0" i="1" lang="en-US" sz="2800" spc="-1" strike="noStrike">
                <a:solidFill>
                  <a:srgbClr val="000000"/>
                </a:solidFill>
                <a:latin typeface="Times New Roman"/>
                <a:ea typeface="DejaVu Sans"/>
              </a:rPr>
              <a:t>pthread_create() </a:t>
            </a:r>
            <a:r>
              <a:rPr b="0" lang="en-US" sz="2800" spc="-1" strike="noStrike">
                <a:solidFill>
                  <a:srgbClr val="000000"/>
                </a:solidFill>
                <a:latin typeface="Times New Roman"/>
                <a:ea typeface="DejaVu Sans"/>
              </a:rPr>
              <a:t>on succeeds will return 0 and put the</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00"/>
                </a:solidFill>
                <a:latin typeface="Times New Roman"/>
                <a:ea typeface="DejaVu Sans"/>
              </a:rPr>
              <a:t>new thread ID into </a:t>
            </a:r>
            <a:r>
              <a:rPr b="0" i="1" lang="en-US" sz="2800" spc="-1" strike="noStrike">
                <a:solidFill>
                  <a:srgbClr val="000000"/>
                </a:solidFill>
                <a:latin typeface="Times New Roman"/>
                <a:ea typeface="DejaVu Sans"/>
              </a:rPr>
              <a:t>thread</a:t>
            </a:r>
            <a:r>
              <a:rPr b="0" lang="en-US" sz="2800" spc="-1" strike="noStrike">
                <a:solidFill>
                  <a:srgbClr val="000000"/>
                </a:solidFill>
                <a:latin typeface="Times New Roman"/>
                <a:ea typeface="DejaVu Sans"/>
              </a:rPr>
              <a:t>, otherwise returns an error number</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7" name="Freeform 1_6"/>
          <p:cNvSpPr/>
          <p:nvPr/>
        </p:nvSpPr>
        <p:spPr>
          <a:xfrm>
            <a:off x="539640" y="228600"/>
            <a:ext cx="9076680" cy="761400"/>
          </a:xfrm>
          <a:custGeom>
            <a:avLst/>
            <a:gdLst>
              <a:gd name="textAreaLeft" fmla="*/ 0 w 9076680"/>
              <a:gd name="textAreaRight" fmla="*/ 9077400 w 9076680"/>
              <a:gd name="textAreaTop" fmla="*/ 0 h 761400"/>
              <a:gd name="textAreaBottom" fmla="*/ 762120 h 76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ctr" anchorCtr="1">
            <a:noAutofit/>
          </a:bodyPr>
          <a:p>
            <a:pPr algn="ctr">
              <a:lnSpc>
                <a:spcPct val="102000"/>
              </a:lnSpc>
              <a:tabLst>
                <a:tab algn="l" pos="0"/>
                <a:tab algn="l" pos="53316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144000"/>
                <a:tab algn="l" pos="9601200"/>
                <a:tab algn="l" pos="10058400"/>
                <a:tab algn="l" pos="10515600"/>
              </a:tabLst>
            </a:pPr>
            <a:r>
              <a:rPr b="0" lang="en-US" sz="4000" spc="-1" strike="noStrike">
                <a:solidFill>
                  <a:srgbClr val="000000"/>
                </a:solidFill>
                <a:latin typeface="Times New Roman"/>
                <a:ea typeface="DejaVu Sans"/>
              </a:rPr>
              <a:t>Destroying Threads</a:t>
            </a:r>
            <a:endParaRPr b="0" lang="en-US" sz="4000" spc="-1" strike="noStrike">
              <a:solidFill>
                <a:srgbClr val="000000"/>
              </a:solidFill>
              <a:latin typeface="Arial"/>
            </a:endParaRPr>
          </a:p>
        </p:txBody>
      </p:sp>
      <p:sp>
        <p:nvSpPr>
          <p:cNvPr id="468" name="Freeform 2_7"/>
          <p:cNvSpPr/>
          <p:nvPr/>
        </p:nvSpPr>
        <p:spPr>
          <a:xfrm>
            <a:off x="0" y="1143000"/>
            <a:ext cx="10054440" cy="720"/>
          </a:xfrm>
          <a:custGeom>
            <a:avLst/>
            <a:gdLst>
              <a:gd name="textAreaLeft" fmla="*/ 0 w 10054440"/>
              <a:gd name="textAreaRight" fmla="*/ 10055160 w 10054440"/>
              <a:gd name="textAreaTop" fmla="*/ 0 h 720"/>
              <a:gd name="textAreaBottom" fmla="*/ 1440 h 720"/>
            </a:gdLst>
            <a:ahLst/>
            <a:rect l="textAreaLeft" t="textAreaTop" r="textAreaRight" b="textAreaBottom"/>
            <a:pathLst>
              <a:path w="21600" h="21600">
                <a:moveTo>
                  <a:pt x="0" y="0"/>
                </a:moveTo>
                <a:lnTo>
                  <a:pt x="2" y="21600"/>
                </a:lnTo>
              </a:path>
            </a:pathLst>
          </a:custGeom>
          <a:noFill/>
          <a:ln w="54720">
            <a:solidFill>
              <a:srgbClr val="ff8d00"/>
            </a:solidFill>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469" name="Freeform 4_6"/>
          <p:cNvSpPr/>
          <p:nvPr/>
        </p:nvSpPr>
        <p:spPr>
          <a:xfrm>
            <a:off x="264960" y="1657440"/>
            <a:ext cx="9600480" cy="4742640"/>
          </a:xfrm>
          <a:custGeom>
            <a:avLst/>
            <a:gdLst>
              <a:gd name="textAreaLeft" fmla="*/ 0 w 9600480"/>
              <a:gd name="textAreaRight" fmla="*/ 9601200 w 9600480"/>
              <a:gd name="textAreaTop" fmla="*/ 0 h 4742640"/>
              <a:gd name="textAreaBottom" fmla="*/ 4743360 h 47426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t">
            <a:noAutofit/>
          </a:bodyPr>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99"/>
                </a:solidFill>
                <a:latin typeface="Times New Roman"/>
                <a:ea typeface="DejaVu Sans"/>
              </a:rPr>
              <a:t>void pthread_exit(void *status);</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00"/>
                </a:solidFill>
                <a:latin typeface="Times New Roman"/>
                <a:ea typeface="DejaVu Sans"/>
              </a:rPr>
              <a:t>The </a:t>
            </a:r>
            <a:r>
              <a:rPr b="0" i="1" lang="en-US" sz="2800" spc="-1" strike="noStrike">
                <a:solidFill>
                  <a:srgbClr val="000000"/>
                </a:solidFill>
                <a:latin typeface="Times New Roman"/>
                <a:ea typeface="DejaVu Sans"/>
              </a:rPr>
              <a:t>pthread_exit() </a:t>
            </a:r>
            <a:r>
              <a:rPr b="0" lang="en-US" sz="2800" spc="-1" strike="noStrike">
                <a:solidFill>
                  <a:srgbClr val="000000"/>
                </a:solidFill>
                <a:latin typeface="Times New Roman"/>
                <a:ea typeface="DejaVu Sans"/>
              </a:rPr>
              <a:t>routine terminates the currently running thread</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00"/>
                </a:solidFill>
                <a:latin typeface="Times New Roman"/>
                <a:ea typeface="DejaVu Sans"/>
              </a:rPr>
              <a:t>and makes </a:t>
            </a:r>
            <a:r>
              <a:rPr b="0" i="1" lang="en-US" sz="2800" spc="-1" strike="noStrike">
                <a:solidFill>
                  <a:srgbClr val="000000"/>
                </a:solidFill>
                <a:latin typeface="Times New Roman"/>
                <a:ea typeface="DejaVu Sans"/>
              </a:rPr>
              <a:t>status </a:t>
            </a:r>
            <a:r>
              <a:rPr b="0" lang="en-US" sz="2800" spc="-1" strike="noStrike">
                <a:solidFill>
                  <a:srgbClr val="000000"/>
                </a:solidFill>
                <a:latin typeface="Times New Roman"/>
                <a:ea typeface="DejaVu Sans"/>
              </a:rPr>
              <a:t>available to the thread that successfully joined </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00"/>
                </a:solidFill>
                <a:latin typeface="Times New Roman"/>
                <a:ea typeface="DejaVu Sans"/>
              </a:rPr>
              <a:t>with the terminating thread. </a:t>
            </a:r>
            <a:br>
              <a:rPr sz="2800"/>
            </a:b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00"/>
                </a:solidFill>
                <a:latin typeface="Times New Roman"/>
                <a:ea typeface="DejaVu Sans"/>
              </a:rPr>
              <a:t>An implicit call to </a:t>
            </a:r>
            <a:r>
              <a:rPr b="0" i="1" lang="en-US" sz="2800" spc="-1" strike="noStrike">
                <a:solidFill>
                  <a:srgbClr val="000000"/>
                </a:solidFill>
                <a:latin typeface="Times New Roman"/>
                <a:ea typeface="DejaVu Sans"/>
              </a:rPr>
              <a:t>pthread_exit() </a:t>
            </a:r>
            <a:r>
              <a:rPr b="0" lang="en-US" sz="2800" spc="-1" strike="noStrike">
                <a:solidFill>
                  <a:srgbClr val="000000"/>
                </a:solidFill>
                <a:latin typeface="Times New Roman"/>
                <a:ea typeface="DejaVu Sans"/>
              </a:rPr>
              <a:t>is made if any thread returns from </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00"/>
                </a:solidFill>
                <a:latin typeface="Times New Roman"/>
                <a:ea typeface="DejaVu Sans"/>
              </a:rPr>
              <a:t>the thread routine</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71" name=""/>
          <p:cNvSpPr/>
          <p:nvPr/>
        </p:nvSpPr>
        <p:spPr>
          <a:xfrm>
            <a:off x="72000" y="1008000"/>
            <a:ext cx="9863280" cy="6232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1. When programming with threads, we need to ensure that the functions we call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are thread-safe or are called in a thread-safe manner.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2. A bug in one thread (e.g., modifying memory via an incorrect pointer) can damage all of the threads in the process, since they share the same address space and other attributes.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Besides global memory, threads also share a number of other attributes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process ID and parent process ID;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process group ID and session ID;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controlling terminal;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process credentials (user and group IDs);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open file descriptors;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record locks created using fcntl();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signal dispositions;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file system–related information: umask, current working directory, and root directory;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interval timers (setitimer()) and POSIX timers (timer_create());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System V semaphore undo (semadj) values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resource limits;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CPU time consumed (as returned by times());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resources consumed (as returned by getrusage()); and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nice value (set by setpriority() and nice()).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73" name=""/>
          <p:cNvSpPr/>
          <p:nvPr/>
        </p:nvSpPr>
        <p:spPr>
          <a:xfrm>
            <a:off x="123480" y="1080000"/>
            <a:ext cx="3907800" cy="4185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Data type Description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pthread_t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pthread_mutex_t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pthread_mutexattr_t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pthread_cond_t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pthread_condattr_t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pthread_key_t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pthread_once_t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pthread_attr_t Thread identifier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Mutex</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Mutex attributes object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Condition variable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Condition variable attributes object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Key for thread-specific data</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One-time initialization control context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Thread attributes object</a:t>
            </a:r>
            <a:endParaRPr b="0" lang="en-US" sz="1800" spc="-1" strike="noStrike">
              <a:solidFill>
                <a:srgbClr val="000000"/>
              </a:solidFill>
              <a:latin typeface="Arial"/>
            </a:endParaRPr>
          </a:p>
        </p:txBody>
      </p:sp>
      <p:sp>
        <p:nvSpPr>
          <p:cNvPr id="474" name=""/>
          <p:cNvSpPr/>
          <p:nvPr/>
        </p:nvSpPr>
        <p:spPr>
          <a:xfrm>
            <a:off x="3024000" y="1440000"/>
            <a:ext cx="6816960" cy="1113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#include &lt;pthread.h&gt;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 pthread_create(pthread_t * thread , const pthread_attr_t * attr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void *(* start )(void *), void * arg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Returns 0 on success, or a positive error number on error</a:t>
            </a:r>
            <a:endParaRPr b="0" lang="en-US" sz="1800" spc="-1" strike="noStrike">
              <a:solidFill>
                <a:srgbClr val="000000"/>
              </a:solidFill>
              <a:latin typeface="Arial"/>
            </a:endParaRPr>
          </a:p>
        </p:txBody>
      </p:sp>
      <p:sp>
        <p:nvSpPr>
          <p:cNvPr id="475" name=""/>
          <p:cNvSpPr/>
          <p:nvPr/>
        </p:nvSpPr>
        <p:spPr>
          <a:xfrm>
            <a:off x="51840" y="5904000"/>
            <a:ext cx="9667440" cy="1369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arg argument is declared as void *, meaning that we can pass a pointer to any type of object to the start function. Typically, arg points to a global or heap variable, but it can also be specified as NULL . If we need to pass multiple arguments to start, then arg can be specified as a pointer to a structure containing the arguments as separate fields.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77" name=""/>
          <p:cNvSpPr/>
          <p:nvPr/>
        </p:nvSpPr>
        <p:spPr>
          <a:xfrm>
            <a:off x="4320" y="2520000"/>
            <a:ext cx="9872280" cy="1113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a:t>
            </a:r>
            <a:r>
              <a:rPr b="1" lang="en-IN" sz="1800" spc="-1" strike="noStrike">
                <a:solidFill>
                  <a:srgbClr val="000000"/>
                </a:solidFill>
                <a:latin typeface="Arial"/>
                <a:ea typeface="DejaVu Sans"/>
              </a:rPr>
              <a:t>pthread_exit() </a:t>
            </a:r>
            <a:r>
              <a:rPr b="0" lang="en-IN" sz="1800" spc="-1" strike="noStrike">
                <a:solidFill>
                  <a:srgbClr val="000000"/>
                </a:solidFill>
                <a:latin typeface="Arial"/>
                <a:ea typeface="DejaVu Sans"/>
              </a:rPr>
              <a:t>function terminates the calling thread, and specifies a return value that can be obtained in another thread by calling pthread_join().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 pthread_join(pthread_t thread , void ** retval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Returns 0 on success, or a positive error number on error</a:t>
            </a:r>
            <a:endParaRPr b="0" lang="en-US" sz="1800" spc="-1" strike="noStrike">
              <a:solidFill>
                <a:srgbClr val="000000"/>
              </a:solidFill>
              <a:latin typeface="Arial"/>
            </a:endParaRPr>
          </a:p>
        </p:txBody>
      </p:sp>
      <p:sp>
        <p:nvSpPr>
          <p:cNvPr id="478" name=""/>
          <p:cNvSpPr/>
          <p:nvPr/>
        </p:nvSpPr>
        <p:spPr>
          <a:xfrm>
            <a:off x="72000" y="941400"/>
            <a:ext cx="8927280" cy="857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pthread_t pthread_self(void); Returns the thread ID of the calling thread</a:t>
            </a:r>
            <a:endParaRPr b="0" lang="en-US" sz="1800" spc="-1" strike="noStrike">
              <a:solidFill>
                <a:srgbClr val="000000"/>
              </a:solidFill>
              <a:latin typeface="Arial"/>
            </a:endParaRPr>
          </a:p>
        </p:txBody>
      </p:sp>
      <p:sp>
        <p:nvSpPr>
          <p:cNvPr id="479" name=""/>
          <p:cNvSpPr/>
          <p:nvPr/>
        </p:nvSpPr>
        <p:spPr>
          <a:xfrm>
            <a:off x="72000" y="1467720"/>
            <a:ext cx="9804600" cy="1113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Thread IDs are useful within applications for the following reasons: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Various Pthreads functions use thread IDs to identify the thread on which they are to act. Examples of such functions include pthread_join(), pthread_detach(), pthread_cancel(), and pthread_kill()</a:t>
            </a:r>
            <a:endParaRPr b="0" lang="en-US" sz="1800" spc="-1" strike="noStrike">
              <a:solidFill>
                <a:srgbClr val="000000"/>
              </a:solidFill>
              <a:latin typeface="Arial"/>
            </a:endParaRPr>
          </a:p>
        </p:txBody>
      </p:sp>
      <p:sp>
        <p:nvSpPr>
          <p:cNvPr id="480" name=""/>
          <p:cNvSpPr/>
          <p:nvPr/>
        </p:nvSpPr>
        <p:spPr>
          <a:xfrm>
            <a:off x="0" y="5832000"/>
            <a:ext cx="9863280" cy="857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Dealing with signals in a multithreaded application requires careful design. (As a general principle, it is usually desirable to avoid the use of signals in multi-threaded programs.)</a:t>
            </a:r>
            <a:endParaRPr b="0" lang="en-US" sz="1800" spc="-1" strike="noStrike">
              <a:solidFill>
                <a:srgbClr val="000000"/>
              </a:solidFill>
              <a:latin typeface="Arial"/>
            </a:endParaRPr>
          </a:p>
        </p:txBody>
      </p:sp>
      <p:sp>
        <p:nvSpPr>
          <p:cNvPr id="481" name=""/>
          <p:cNvSpPr/>
          <p:nvPr/>
        </p:nvSpPr>
        <p:spPr>
          <a:xfrm>
            <a:off x="0" y="3701520"/>
            <a:ext cx="9935280" cy="1881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Detaching a Thread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By default, a thread is joinable, meaning that when it terminates, another thread can obtain its return status using pthread_join(). Sometimes, we don’t care about the thread’s return status; we simply want the system to automatically clean up and remove the thread when it terminates. In this case, we can mark the thread as detached, by making a call to pthread_detach() specifying the thread’s identifier in thread. when the thread finishes execution, its resources are automatically released without the need to call pthread_join.</a:t>
            </a:r>
            <a:endParaRPr b="0" lang="en-US" sz="1800" spc="-1" strike="noStrike">
              <a:solidFill>
                <a:srgbClr val="000000"/>
              </a:solidFill>
              <a:latin typeface="Arial"/>
            </a:endParaRPr>
          </a:p>
        </p:txBody>
      </p:sp>
      <p:sp>
        <p:nvSpPr>
          <p:cNvPr id="482" name=""/>
          <p:cNvSpPr/>
          <p:nvPr/>
        </p:nvSpPr>
        <p:spPr>
          <a:xfrm>
            <a:off x="2444760" y="5508000"/>
            <a:ext cx="3746520" cy="601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pthread_detach(pthread_self());</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84" name=""/>
          <p:cNvSpPr/>
          <p:nvPr/>
        </p:nvSpPr>
        <p:spPr>
          <a:xfrm>
            <a:off x="933840" y="2376000"/>
            <a:ext cx="7524000" cy="857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int pthread_cancel(pthread_t thread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Returns 0 on success, or a positive error number on error</a:t>
            </a:r>
            <a:endParaRPr b="0" lang="en-US" sz="1800" spc="-1" strike="noStrike">
              <a:solidFill>
                <a:srgbClr val="000000"/>
              </a:solidFill>
              <a:latin typeface="Arial"/>
            </a:endParaRPr>
          </a:p>
        </p:txBody>
      </p:sp>
      <p:sp>
        <p:nvSpPr>
          <p:cNvPr id="485" name=""/>
          <p:cNvSpPr/>
          <p:nvPr/>
        </p:nvSpPr>
        <p:spPr>
          <a:xfrm>
            <a:off x="319320" y="972000"/>
            <a:ext cx="8535960" cy="345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pthread_cancel() function sends a cancellation request to the specified thread.</a:t>
            </a:r>
            <a:endParaRPr b="0" lang="en-US" sz="1800" spc="-1" strike="noStrike">
              <a:solidFill>
                <a:srgbClr val="000000"/>
              </a:solidFill>
              <a:latin typeface="Arial"/>
            </a:endParaRPr>
          </a:p>
        </p:txBody>
      </p:sp>
      <p:sp>
        <p:nvSpPr>
          <p:cNvPr id="486" name=""/>
          <p:cNvSpPr/>
          <p:nvPr/>
        </p:nvSpPr>
        <p:spPr>
          <a:xfrm>
            <a:off x="648000" y="1944000"/>
            <a:ext cx="7415280" cy="601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-&gt;  Execute program on pthread_cancel</a:t>
            </a:r>
            <a:endParaRPr b="0" lang="en-US" sz="1800" spc="-1" strike="noStrike">
              <a:solidFill>
                <a:srgbClr val="000000"/>
              </a:solidFill>
              <a:latin typeface="Arial"/>
            </a:endParaRPr>
          </a:p>
        </p:txBody>
      </p:sp>
      <p:sp>
        <p:nvSpPr>
          <p:cNvPr id="487" name=""/>
          <p:cNvSpPr/>
          <p:nvPr/>
        </p:nvSpPr>
        <p:spPr>
          <a:xfrm>
            <a:off x="406080" y="3277080"/>
            <a:ext cx="9457200" cy="17913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IN" sz="1800" spc="-1" strike="noStrike">
                <a:solidFill>
                  <a:srgbClr val="000000"/>
                </a:solidFill>
                <a:latin typeface="Arial"/>
                <a:ea typeface="DejaVu Sans"/>
              </a:rPr>
              <a:t>Acquire a shared read lock on a read-write lock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 pthread_rwlock_rdlock( pthread_rwlock_t* rwl);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 pthread_rwlock_wrlock(pthread_rwlock_t *rwlock);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pthread_rwlock_wrlock() function attempts to acquire an exclusive write lock on the read/write lock specified by rwlock.</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488" name=""/>
          <p:cNvSpPr/>
          <p:nvPr/>
        </p:nvSpPr>
        <p:spPr>
          <a:xfrm>
            <a:off x="576000" y="3888000"/>
            <a:ext cx="7222320" cy="524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9" name="Picture 2" descr=""/>
          <p:cNvPicPr/>
          <p:nvPr/>
        </p:nvPicPr>
        <p:blipFill>
          <a:blip r:embed="rId1"/>
          <a:stretch/>
        </p:blipFill>
        <p:spPr>
          <a:xfrm>
            <a:off x="15840" y="503280"/>
            <a:ext cx="10048320" cy="587916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91" name=""/>
          <p:cNvSpPr/>
          <p:nvPr/>
        </p:nvSpPr>
        <p:spPr>
          <a:xfrm>
            <a:off x="160560" y="1157400"/>
            <a:ext cx="9630720" cy="857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If multiple threads try to execute this block of code (a critical section), the fact that only one thread can hold the mutex (the others remain blocked) means that only one thread at a time can enter the block, as illustrated in Figure</a:t>
            </a:r>
            <a:endParaRPr b="0" lang="en-US" sz="1800" spc="-1" strike="noStrike">
              <a:solidFill>
                <a:srgbClr val="000000"/>
              </a:solidFill>
              <a:latin typeface="Arial"/>
            </a:endParaRPr>
          </a:p>
        </p:txBody>
      </p:sp>
      <p:pic>
        <p:nvPicPr>
          <p:cNvPr id="492" name="" descr=""/>
          <p:cNvPicPr/>
          <p:nvPr/>
        </p:nvPicPr>
        <p:blipFill>
          <a:blip r:embed="rId1"/>
          <a:stretch/>
        </p:blipFill>
        <p:spPr>
          <a:xfrm>
            <a:off x="2736000" y="2232360"/>
            <a:ext cx="4999680" cy="424692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3" name="Freeform 1"/>
          <p:cNvSpPr/>
          <p:nvPr/>
        </p:nvSpPr>
        <p:spPr>
          <a:xfrm>
            <a:off x="539640" y="228600"/>
            <a:ext cx="9076680" cy="761400"/>
          </a:xfrm>
          <a:custGeom>
            <a:avLst/>
            <a:gdLst>
              <a:gd name="textAreaLeft" fmla="*/ 0 w 9076680"/>
              <a:gd name="textAreaRight" fmla="*/ 9077400 w 9076680"/>
              <a:gd name="textAreaTop" fmla="*/ 0 h 761400"/>
              <a:gd name="textAreaBottom" fmla="*/ 762120 h 76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ctr" anchorCtr="1">
            <a:noAutofit/>
          </a:bodyPr>
          <a:p>
            <a:pPr algn="ctr">
              <a:lnSpc>
                <a:spcPct val="102000"/>
              </a:lnSpc>
              <a:tabLst>
                <a:tab algn="l" pos="0"/>
                <a:tab algn="l" pos="53316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144000"/>
                <a:tab algn="l" pos="9601200"/>
                <a:tab algn="l" pos="10058400"/>
                <a:tab algn="l" pos="10515600"/>
              </a:tabLst>
            </a:pPr>
            <a:r>
              <a:rPr b="0" lang="en-US" sz="4000" spc="-1" strike="noStrike">
                <a:solidFill>
                  <a:srgbClr val="000000"/>
                </a:solidFill>
                <a:latin typeface="Arial"/>
                <a:ea typeface="DejaVu Sans"/>
              </a:rPr>
              <a:t>Creating a Mutex</a:t>
            </a:r>
            <a:endParaRPr b="0" lang="en-US" sz="4000" spc="-1" strike="noStrike">
              <a:solidFill>
                <a:srgbClr val="000000"/>
              </a:solidFill>
              <a:latin typeface="Arial"/>
            </a:endParaRPr>
          </a:p>
        </p:txBody>
      </p:sp>
      <p:sp>
        <p:nvSpPr>
          <p:cNvPr id="494" name="Freeform 2_1"/>
          <p:cNvSpPr/>
          <p:nvPr/>
        </p:nvSpPr>
        <p:spPr>
          <a:xfrm>
            <a:off x="0" y="1143000"/>
            <a:ext cx="10054440" cy="720"/>
          </a:xfrm>
          <a:custGeom>
            <a:avLst/>
            <a:gdLst>
              <a:gd name="textAreaLeft" fmla="*/ 0 w 10054440"/>
              <a:gd name="textAreaRight" fmla="*/ 10055160 w 10054440"/>
              <a:gd name="textAreaTop" fmla="*/ 0 h 720"/>
              <a:gd name="textAreaBottom" fmla="*/ 1440 h 720"/>
            </a:gdLst>
            <a:ahLst/>
            <a:rect l="textAreaLeft" t="textAreaTop" r="textAreaRight" b="textAreaBottom"/>
            <a:pathLst>
              <a:path w="21600" h="21600">
                <a:moveTo>
                  <a:pt x="0" y="0"/>
                </a:moveTo>
                <a:lnTo>
                  <a:pt x="2" y="21600"/>
                </a:lnTo>
              </a:path>
            </a:pathLst>
          </a:custGeom>
          <a:noFill/>
          <a:ln w="54720">
            <a:solidFill>
              <a:srgbClr val="ff8d00"/>
            </a:solidFill>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495" name="Freeform 4_1"/>
          <p:cNvSpPr/>
          <p:nvPr/>
        </p:nvSpPr>
        <p:spPr>
          <a:xfrm>
            <a:off x="87480" y="2073240"/>
            <a:ext cx="9600480" cy="4906440"/>
          </a:xfrm>
          <a:custGeom>
            <a:avLst/>
            <a:gdLst>
              <a:gd name="textAreaLeft" fmla="*/ 0 w 9600480"/>
              <a:gd name="textAreaRight" fmla="*/ 9601200 w 9600480"/>
              <a:gd name="textAreaTop" fmla="*/ 0 h 4906440"/>
              <a:gd name="textAreaBottom" fmla="*/ 4907160 h 4906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t">
            <a:noAutofit/>
          </a:bodyPr>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400" spc="-1" strike="noStrike">
              <a:solidFill>
                <a:srgbClr val="000000"/>
              </a:solidFill>
              <a:latin typeface="Arial"/>
            </a:endParaRPr>
          </a:p>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99"/>
                </a:solidFill>
                <a:latin typeface="Arial"/>
                <a:ea typeface="DejaVu Sans"/>
              </a:rPr>
              <a:t>int pthread_mutex_init(pthread_mutex_t *mutex, const pthread_mutex_attr *attr);</a:t>
            </a:r>
            <a:endParaRPr b="0" lang="en-US" sz="2400" spc="-1" strike="noStrike">
              <a:solidFill>
                <a:srgbClr val="000000"/>
              </a:solidFill>
              <a:latin typeface="Arial"/>
            </a:endParaRPr>
          </a:p>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400" spc="-1" strike="noStrike">
              <a:solidFill>
                <a:srgbClr val="000000"/>
              </a:solidFill>
              <a:latin typeface="Arial"/>
            </a:endParaRPr>
          </a:p>
          <a:p>
            <a:pPr marL="216000" indent="-216000">
              <a:lnSpc>
                <a:spcPct val="104000"/>
              </a:lnSpc>
              <a:buClr>
                <a:srgbClr val="000000"/>
              </a:buClr>
              <a:buFont typeface="Wingdings" charset="2"/>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00"/>
                </a:solidFill>
                <a:latin typeface="Arial"/>
                <a:ea typeface="DejaVu Sans"/>
              </a:rPr>
              <a:t>The </a:t>
            </a:r>
            <a:r>
              <a:rPr b="0" i="1" lang="en-US" sz="2400" spc="-1" strike="noStrike">
                <a:solidFill>
                  <a:srgbClr val="000000"/>
                </a:solidFill>
                <a:latin typeface="Arial"/>
                <a:ea typeface="DejaVu Sans"/>
              </a:rPr>
              <a:t>pthread_mutex_init() </a:t>
            </a:r>
            <a:r>
              <a:rPr b="0" lang="en-US" sz="2400" spc="-1" strike="noStrike">
                <a:solidFill>
                  <a:srgbClr val="000000"/>
                </a:solidFill>
                <a:latin typeface="Arial"/>
                <a:ea typeface="DejaVu Sans"/>
              </a:rPr>
              <a:t>routine creates a new mutex, with attributes specified with </a:t>
            </a:r>
            <a:r>
              <a:rPr b="0" i="1" lang="en-US" sz="2400" spc="-1" strike="noStrike">
                <a:solidFill>
                  <a:srgbClr val="000000"/>
                </a:solidFill>
                <a:latin typeface="Arial"/>
                <a:ea typeface="DejaVu Sans"/>
              </a:rPr>
              <a:t>attr</a:t>
            </a:r>
            <a:r>
              <a:rPr b="0" lang="en-US" sz="2400" spc="-1" strike="noStrike">
                <a:solidFill>
                  <a:srgbClr val="000000"/>
                </a:solidFill>
                <a:latin typeface="Arial"/>
                <a:ea typeface="DejaVu Sans"/>
              </a:rPr>
              <a:t>, or default attributes if </a:t>
            </a:r>
            <a:r>
              <a:rPr b="0" i="1" lang="en-US" sz="2400" spc="-1" strike="noStrike">
                <a:solidFill>
                  <a:srgbClr val="000000"/>
                </a:solidFill>
                <a:latin typeface="Arial"/>
                <a:ea typeface="DejaVu Sans"/>
              </a:rPr>
              <a:t>attr </a:t>
            </a:r>
            <a:r>
              <a:rPr b="0" lang="en-US" sz="2400" spc="-1" strike="noStrike">
                <a:solidFill>
                  <a:srgbClr val="000000"/>
                </a:solidFill>
                <a:latin typeface="Arial"/>
                <a:ea typeface="DejaVu Sans"/>
              </a:rPr>
              <a:t>is NULL.</a:t>
            </a:r>
            <a:endParaRPr b="0" lang="en-US" sz="2400" spc="-1" strike="noStrike">
              <a:solidFill>
                <a:srgbClr val="000000"/>
              </a:solidFill>
              <a:latin typeface="Arial"/>
            </a:endParaRPr>
          </a:p>
          <a:p>
            <a:pPr>
              <a:lnSpc>
                <a:spcPct val="104000"/>
              </a:lnSpc>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400" spc="-1" strike="noStrike">
              <a:solidFill>
                <a:srgbClr val="000000"/>
              </a:solidFill>
              <a:latin typeface="Arial"/>
            </a:endParaRPr>
          </a:p>
          <a:p>
            <a:pPr marL="216000" indent="-216000">
              <a:lnSpc>
                <a:spcPct val="104000"/>
              </a:lnSpc>
              <a:buClr>
                <a:srgbClr val="000000"/>
              </a:buClr>
              <a:buFont typeface="Wingdings" charset="2"/>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00"/>
                </a:solidFill>
                <a:latin typeface="Arial"/>
                <a:ea typeface="DejaVu Sans"/>
              </a:rPr>
              <a:t>If the </a:t>
            </a:r>
            <a:r>
              <a:rPr b="0" i="1" lang="en-US" sz="2400" spc="-1" strike="noStrike">
                <a:solidFill>
                  <a:srgbClr val="000000"/>
                </a:solidFill>
                <a:latin typeface="Arial"/>
                <a:ea typeface="DejaVu Sans"/>
              </a:rPr>
              <a:t>pthread_mutex_init() </a:t>
            </a:r>
            <a:r>
              <a:rPr b="0" lang="en-US" sz="2400" spc="-1" strike="noStrike">
                <a:solidFill>
                  <a:srgbClr val="000000"/>
                </a:solidFill>
                <a:latin typeface="Arial"/>
                <a:ea typeface="DejaVu Sans"/>
              </a:rPr>
              <a:t>routine succeeds it will return 0 and put the new mutex ID into </a:t>
            </a:r>
            <a:r>
              <a:rPr b="0" i="1" lang="en-US" sz="2400" spc="-1" strike="noStrike">
                <a:solidFill>
                  <a:srgbClr val="000000"/>
                </a:solidFill>
                <a:latin typeface="Arial"/>
                <a:ea typeface="DejaVu Sans"/>
              </a:rPr>
              <a:t>mutex</a:t>
            </a:r>
            <a:r>
              <a:rPr b="0" lang="en-US" sz="2400" spc="-1" strike="noStrike">
                <a:solidFill>
                  <a:srgbClr val="000000"/>
                </a:solidFill>
                <a:latin typeface="Arial"/>
                <a:ea typeface="DejaVu Sans"/>
              </a:rPr>
              <a:t>, otherwise an error number shall be returned indicating the error.</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6" name="Freeform 1_0"/>
          <p:cNvSpPr/>
          <p:nvPr/>
        </p:nvSpPr>
        <p:spPr>
          <a:xfrm>
            <a:off x="539640" y="228600"/>
            <a:ext cx="9076680" cy="761400"/>
          </a:xfrm>
          <a:custGeom>
            <a:avLst/>
            <a:gdLst>
              <a:gd name="textAreaLeft" fmla="*/ 0 w 9076680"/>
              <a:gd name="textAreaRight" fmla="*/ 9077400 w 9076680"/>
              <a:gd name="textAreaTop" fmla="*/ 0 h 761400"/>
              <a:gd name="textAreaBottom" fmla="*/ 762120 h 76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ctr" anchorCtr="1">
            <a:noAutofit/>
          </a:bodyPr>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pc="-1" strike="noStrike">
                <a:solidFill>
                  <a:srgbClr val="000000"/>
                </a:solidFill>
                <a:latin typeface="Arial"/>
                <a:ea typeface="DejaVu Sans"/>
              </a:rPr>
              <a:t>Destroying a Mutex</a:t>
            </a:r>
            <a:endParaRPr b="0" lang="en-US" sz="4000" spc="-1" strike="noStrike">
              <a:solidFill>
                <a:srgbClr val="000000"/>
              </a:solidFill>
              <a:latin typeface="Arial"/>
            </a:endParaRPr>
          </a:p>
        </p:txBody>
      </p:sp>
      <p:sp>
        <p:nvSpPr>
          <p:cNvPr id="497" name="Freeform 2_0"/>
          <p:cNvSpPr/>
          <p:nvPr/>
        </p:nvSpPr>
        <p:spPr>
          <a:xfrm>
            <a:off x="0" y="1143000"/>
            <a:ext cx="10054440" cy="720"/>
          </a:xfrm>
          <a:custGeom>
            <a:avLst/>
            <a:gdLst>
              <a:gd name="textAreaLeft" fmla="*/ 0 w 10054440"/>
              <a:gd name="textAreaRight" fmla="*/ 10055160 w 10054440"/>
              <a:gd name="textAreaTop" fmla="*/ 0 h 720"/>
              <a:gd name="textAreaBottom" fmla="*/ 1440 h 720"/>
            </a:gdLst>
            <a:ahLst/>
            <a:rect l="textAreaLeft" t="textAreaTop" r="textAreaRight" b="textAreaBottom"/>
            <a:pathLst>
              <a:path w="21600" h="21600">
                <a:moveTo>
                  <a:pt x="0" y="0"/>
                </a:moveTo>
                <a:lnTo>
                  <a:pt x="2" y="21600"/>
                </a:lnTo>
              </a:path>
            </a:pathLst>
          </a:custGeom>
          <a:noFill/>
          <a:ln w="54720">
            <a:solidFill>
              <a:srgbClr val="ff8d00"/>
            </a:solidFill>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498" name="Freeform 4_0"/>
          <p:cNvSpPr/>
          <p:nvPr/>
        </p:nvSpPr>
        <p:spPr>
          <a:xfrm>
            <a:off x="87480" y="2073240"/>
            <a:ext cx="9600480" cy="4906440"/>
          </a:xfrm>
          <a:custGeom>
            <a:avLst/>
            <a:gdLst>
              <a:gd name="textAreaLeft" fmla="*/ 0 w 9600480"/>
              <a:gd name="textAreaRight" fmla="*/ 9601200 w 9600480"/>
              <a:gd name="textAreaTop" fmla="*/ 0 h 4906440"/>
              <a:gd name="textAreaBottom" fmla="*/ 4907160 h 4906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t">
            <a:noAutofit/>
          </a:bodyPr>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400" spc="-1" strike="noStrike">
              <a:solidFill>
                <a:srgbClr val="000000"/>
              </a:solidFill>
              <a:latin typeface="Arial"/>
            </a:endParaRPr>
          </a:p>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99"/>
                </a:solidFill>
                <a:latin typeface="Arial"/>
                <a:ea typeface="DejaVu Sans"/>
              </a:rPr>
              <a:t>int pthread_mutex_destroy(pthread_mutex_t *mutex);</a:t>
            </a:r>
            <a:br>
              <a:rPr sz="2400"/>
            </a:br>
            <a:endParaRPr b="0" lang="en-US" sz="2400" spc="-1" strike="noStrike">
              <a:solidFill>
                <a:srgbClr val="000000"/>
              </a:solidFill>
              <a:latin typeface="Arial"/>
            </a:endParaRPr>
          </a:p>
          <a:p>
            <a:pPr marL="216000" indent="-216000">
              <a:lnSpc>
                <a:spcPct val="104000"/>
              </a:lnSpc>
              <a:buClr>
                <a:srgbClr val="000000"/>
              </a:buClr>
              <a:buFont typeface="Wingdings" charset="2"/>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00"/>
                </a:solidFill>
                <a:latin typeface="Arial"/>
                <a:ea typeface="DejaVu Sans"/>
              </a:rPr>
              <a:t>The </a:t>
            </a:r>
            <a:r>
              <a:rPr b="0" i="1" lang="en-US" sz="2400" spc="-1" strike="noStrike">
                <a:solidFill>
                  <a:srgbClr val="000000"/>
                </a:solidFill>
                <a:latin typeface="Arial"/>
                <a:ea typeface="DejaVu Sans"/>
              </a:rPr>
              <a:t>pthread_mutex_destroy() </a:t>
            </a:r>
            <a:r>
              <a:rPr b="0" lang="en-US" sz="2400" spc="-1" strike="noStrike">
                <a:solidFill>
                  <a:srgbClr val="000000"/>
                </a:solidFill>
                <a:latin typeface="Arial"/>
                <a:ea typeface="DejaVu Sans"/>
              </a:rPr>
              <a:t>routine destroys the mutex specified by </a:t>
            </a:r>
            <a:r>
              <a:rPr b="0" i="1" lang="en-US" sz="2400" spc="-1" strike="noStrike">
                <a:solidFill>
                  <a:srgbClr val="000000"/>
                </a:solidFill>
                <a:latin typeface="Arial"/>
                <a:ea typeface="DejaVu Sans"/>
              </a:rPr>
              <a:t>mutex</a:t>
            </a:r>
            <a:r>
              <a:rPr b="0" lang="en-US" sz="2400" spc="-1" strike="noStrike">
                <a:solidFill>
                  <a:srgbClr val="000000"/>
                </a:solidFill>
                <a:latin typeface="Arial"/>
                <a:ea typeface="DejaVu Sans"/>
              </a:rPr>
              <a:t>.</a:t>
            </a:r>
            <a:endParaRPr b="0" lang="en-US" sz="2400" spc="-1" strike="noStrike">
              <a:solidFill>
                <a:srgbClr val="000000"/>
              </a:solidFill>
              <a:latin typeface="Arial"/>
            </a:endParaRPr>
          </a:p>
          <a:p>
            <a:pPr>
              <a:lnSpc>
                <a:spcPct val="104000"/>
              </a:lnSpc>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400" spc="-1" strike="noStrike">
              <a:solidFill>
                <a:srgbClr val="000000"/>
              </a:solidFill>
              <a:latin typeface="Arial"/>
            </a:endParaRPr>
          </a:p>
          <a:p>
            <a:pPr marL="216000" indent="-216000">
              <a:lnSpc>
                <a:spcPct val="104000"/>
              </a:lnSpc>
              <a:buClr>
                <a:srgbClr val="000000"/>
              </a:buClr>
              <a:buFont typeface="Wingdings" charset="2"/>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00"/>
                </a:solidFill>
                <a:latin typeface="Arial"/>
                <a:ea typeface="DejaVu Sans"/>
              </a:rPr>
              <a:t>If the </a:t>
            </a:r>
            <a:r>
              <a:rPr b="0" i="1" lang="en-US" sz="2400" spc="-1" strike="noStrike">
                <a:solidFill>
                  <a:srgbClr val="000000"/>
                </a:solidFill>
                <a:latin typeface="Arial"/>
                <a:ea typeface="DejaVu Sans"/>
              </a:rPr>
              <a:t>pthread_mutex_destroy() </a:t>
            </a:r>
            <a:r>
              <a:rPr b="0" lang="en-US" sz="2400" spc="-1" strike="noStrike">
                <a:solidFill>
                  <a:srgbClr val="000000"/>
                </a:solidFill>
                <a:latin typeface="Arial"/>
                <a:ea typeface="DejaVu Sans"/>
              </a:rPr>
              <a:t>routine succeeds it will return 0,  therwise an error number shall be returned indicating the error</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9" name="Freeform 1_1"/>
          <p:cNvSpPr/>
          <p:nvPr/>
        </p:nvSpPr>
        <p:spPr>
          <a:xfrm>
            <a:off x="539640" y="228600"/>
            <a:ext cx="9076680" cy="761400"/>
          </a:xfrm>
          <a:custGeom>
            <a:avLst/>
            <a:gdLst>
              <a:gd name="textAreaLeft" fmla="*/ 0 w 9076680"/>
              <a:gd name="textAreaRight" fmla="*/ 9077400 w 9076680"/>
              <a:gd name="textAreaTop" fmla="*/ 0 h 761400"/>
              <a:gd name="textAreaBottom" fmla="*/ 762120 h 76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ctr" anchorCtr="1">
            <a:noAutofit/>
          </a:bodyPr>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pc="-1" strike="noStrike">
                <a:solidFill>
                  <a:srgbClr val="000000"/>
                </a:solidFill>
                <a:latin typeface="Arial"/>
                <a:ea typeface="DejaVu Sans"/>
              </a:rPr>
              <a:t>Locking Mutexes</a:t>
            </a:r>
            <a:endParaRPr b="0" lang="en-US" sz="4000" spc="-1" strike="noStrike">
              <a:solidFill>
                <a:srgbClr val="000000"/>
              </a:solidFill>
              <a:latin typeface="Arial"/>
            </a:endParaRPr>
          </a:p>
        </p:txBody>
      </p:sp>
      <p:sp>
        <p:nvSpPr>
          <p:cNvPr id="500" name="Freeform 2_3"/>
          <p:cNvSpPr/>
          <p:nvPr/>
        </p:nvSpPr>
        <p:spPr>
          <a:xfrm>
            <a:off x="0" y="1143000"/>
            <a:ext cx="10054440" cy="720"/>
          </a:xfrm>
          <a:custGeom>
            <a:avLst/>
            <a:gdLst>
              <a:gd name="textAreaLeft" fmla="*/ 0 w 10054440"/>
              <a:gd name="textAreaRight" fmla="*/ 10055160 w 10054440"/>
              <a:gd name="textAreaTop" fmla="*/ 0 h 720"/>
              <a:gd name="textAreaBottom" fmla="*/ 1440 h 720"/>
            </a:gdLst>
            <a:ahLst/>
            <a:rect l="textAreaLeft" t="textAreaTop" r="textAreaRight" b="textAreaBottom"/>
            <a:pathLst>
              <a:path w="21600" h="21600">
                <a:moveTo>
                  <a:pt x="0" y="0"/>
                </a:moveTo>
                <a:lnTo>
                  <a:pt x="2" y="21600"/>
                </a:lnTo>
              </a:path>
            </a:pathLst>
          </a:custGeom>
          <a:noFill/>
          <a:ln w="54720">
            <a:solidFill>
              <a:srgbClr val="ff8d00"/>
            </a:solidFill>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501" name="Freeform 4_3"/>
          <p:cNvSpPr/>
          <p:nvPr/>
        </p:nvSpPr>
        <p:spPr>
          <a:xfrm>
            <a:off x="87480" y="1265400"/>
            <a:ext cx="9600480" cy="4906080"/>
          </a:xfrm>
          <a:custGeom>
            <a:avLst/>
            <a:gdLst>
              <a:gd name="textAreaLeft" fmla="*/ 0 w 9600480"/>
              <a:gd name="textAreaRight" fmla="*/ 9601200 w 9600480"/>
              <a:gd name="textAreaTop" fmla="*/ 0 h 4906080"/>
              <a:gd name="textAreaBottom" fmla="*/ 4906800 h 49060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t">
            <a:noAutofit/>
          </a:bodyPr>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400" spc="-1" strike="noStrike">
              <a:solidFill>
                <a:srgbClr val="000000"/>
              </a:solidFill>
              <a:latin typeface="Arial"/>
            </a:endParaRPr>
          </a:p>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99"/>
                </a:solidFill>
                <a:latin typeface="Arial"/>
                <a:ea typeface="DejaVu Sans"/>
              </a:rPr>
              <a:t>int pthread_mutex_lock(pthread_mutex_t *mutex);</a:t>
            </a:r>
            <a:endParaRPr b="0" lang="en-US" sz="2400" spc="-1" strike="noStrike">
              <a:solidFill>
                <a:srgbClr val="000000"/>
              </a:solidFill>
              <a:latin typeface="Arial"/>
            </a:endParaRPr>
          </a:p>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400" spc="-1" strike="noStrike">
              <a:solidFill>
                <a:srgbClr val="000000"/>
              </a:solidFill>
              <a:latin typeface="Arial"/>
            </a:endParaRPr>
          </a:p>
          <a:p>
            <a:pPr marL="216000" indent="-216000">
              <a:lnSpc>
                <a:spcPct val="104000"/>
              </a:lnSpc>
              <a:buClr>
                <a:srgbClr val="000000"/>
              </a:buClr>
              <a:buFont typeface="Wingdings" charset="2"/>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00"/>
                </a:solidFill>
                <a:latin typeface="Arial"/>
                <a:ea typeface="DejaVu Sans"/>
              </a:rPr>
              <a:t>The </a:t>
            </a:r>
            <a:r>
              <a:rPr b="0" i="1" lang="en-US" sz="2400" spc="-1" strike="noStrike">
                <a:solidFill>
                  <a:srgbClr val="000000"/>
                </a:solidFill>
                <a:latin typeface="Arial"/>
                <a:ea typeface="DejaVu Sans"/>
              </a:rPr>
              <a:t>pthread_mutex_lock() </a:t>
            </a:r>
            <a:r>
              <a:rPr b="0" lang="en-US" sz="2400" spc="-1" strike="noStrike">
                <a:solidFill>
                  <a:srgbClr val="000000"/>
                </a:solidFill>
                <a:latin typeface="Arial"/>
                <a:ea typeface="DejaVu Sans"/>
              </a:rPr>
              <a:t>routine shall lock the mutex specified by m</a:t>
            </a:r>
            <a:r>
              <a:rPr b="0" i="1" lang="en-US" sz="2400" spc="-1" strike="noStrike">
                <a:solidFill>
                  <a:srgbClr val="000000"/>
                </a:solidFill>
                <a:latin typeface="Arial"/>
                <a:ea typeface="DejaVu Sans"/>
              </a:rPr>
              <a:t>utex</a:t>
            </a:r>
            <a:r>
              <a:rPr b="0" lang="en-US" sz="2400" spc="-1" strike="noStrike">
                <a:solidFill>
                  <a:srgbClr val="000000"/>
                </a:solidFill>
                <a:latin typeface="Arial"/>
                <a:ea typeface="DejaVu Sans"/>
              </a:rPr>
              <a:t>. If the mutex is already locked, the calling thread blocks until the mutex becomes available. </a:t>
            </a:r>
            <a:endParaRPr b="0" lang="en-US" sz="2400" spc="-1" strike="noStrike">
              <a:solidFill>
                <a:srgbClr val="000000"/>
              </a:solidFill>
              <a:latin typeface="Arial"/>
            </a:endParaRPr>
          </a:p>
          <a:p>
            <a:pPr marL="216000" indent="-216000">
              <a:lnSpc>
                <a:spcPct val="104000"/>
              </a:lnSpc>
              <a:buClr>
                <a:srgbClr val="000000"/>
              </a:buClr>
              <a:buFont typeface="Wingdings" charset="2"/>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00"/>
                </a:solidFill>
                <a:latin typeface="Arial"/>
                <a:ea typeface="DejaVu Sans"/>
              </a:rPr>
              <a:t>If the </a:t>
            </a:r>
            <a:r>
              <a:rPr b="0" i="1" lang="en-US" sz="2400" spc="-1" strike="noStrike">
                <a:solidFill>
                  <a:srgbClr val="000000"/>
                </a:solidFill>
                <a:latin typeface="Arial"/>
                <a:ea typeface="DejaVu Sans"/>
              </a:rPr>
              <a:t>pthread_mutex_lock() </a:t>
            </a:r>
            <a:r>
              <a:rPr b="0" lang="en-US" sz="2400" spc="-1" strike="noStrike">
                <a:solidFill>
                  <a:srgbClr val="000000"/>
                </a:solidFill>
                <a:latin typeface="Arial"/>
                <a:ea typeface="DejaVu Sans"/>
              </a:rPr>
              <a:t>routine succeeds it will return 0, otherwise an error number shall be returned indicating the error.</a:t>
            </a:r>
            <a:endParaRPr b="0" lang="en-US" sz="2400" spc="-1" strike="noStrike">
              <a:solidFill>
                <a:srgbClr val="000000"/>
              </a:solidFill>
              <a:latin typeface="Arial"/>
            </a:endParaRPr>
          </a:p>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400" spc="-1" strike="noStrike">
              <a:solidFill>
                <a:srgbClr val="000000"/>
              </a:solidFill>
              <a:latin typeface="Arial"/>
            </a:endParaRPr>
          </a:p>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99"/>
                </a:solidFill>
                <a:latin typeface="Arial"/>
                <a:ea typeface="DejaVu Sans"/>
              </a:rPr>
              <a:t>int pthread_mutex_trylock(pthread_mutex_t *mutex);</a:t>
            </a:r>
            <a:endParaRPr b="0" lang="en-US" sz="2400" spc="-1" strike="noStrike">
              <a:solidFill>
                <a:srgbClr val="000000"/>
              </a:solidFill>
              <a:latin typeface="Arial"/>
            </a:endParaRPr>
          </a:p>
          <a:p>
            <a:pPr marL="216000" indent="-216000">
              <a:lnSpc>
                <a:spcPct val="104000"/>
              </a:lnSpc>
              <a:buClr>
                <a:srgbClr val="000000"/>
              </a:buClr>
              <a:buFont typeface="Wingdings" charset="2"/>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00"/>
                </a:solidFill>
                <a:latin typeface="Arial"/>
                <a:ea typeface="DejaVu Sans"/>
              </a:rPr>
              <a:t>The </a:t>
            </a:r>
            <a:r>
              <a:rPr b="0" i="1" lang="en-US" sz="2400" spc="-1" strike="noStrike">
                <a:solidFill>
                  <a:srgbClr val="000000"/>
                </a:solidFill>
                <a:latin typeface="Arial"/>
                <a:ea typeface="DejaVu Sans"/>
              </a:rPr>
              <a:t>pthread_mutex_trylock() </a:t>
            </a:r>
            <a:r>
              <a:rPr b="0" lang="en-US" sz="2400" spc="-1" strike="noStrike">
                <a:solidFill>
                  <a:srgbClr val="000000"/>
                </a:solidFill>
                <a:latin typeface="Arial"/>
                <a:ea typeface="DejaVu Sans"/>
              </a:rPr>
              <a:t>routine shall lock the mutex specified by </a:t>
            </a:r>
            <a:r>
              <a:rPr b="0" i="1" lang="en-US" sz="2400" spc="-1" strike="noStrike">
                <a:solidFill>
                  <a:srgbClr val="000000"/>
                </a:solidFill>
                <a:latin typeface="Arial"/>
                <a:ea typeface="DejaVu Sans"/>
              </a:rPr>
              <a:t>mutex </a:t>
            </a:r>
            <a:r>
              <a:rPr b="0" lang="en-US" sz="2400" spc="-1" strike="noStrike">
                <a:solidFill>
                  <a:srgbClr val="000000"/>
                </a:solidFill>
                <a:latin typeface="Arial"/>
                <a:ea typeface="DejaVu Sans"/>
              </a:rPr>
              <a:t>and return 0, otherwise an error number shall be returned indicating the error. </a:t>
            </a:r>
            <a:endParaRPr b="0" lang="en-US" sz="2400" spc="-1" strike="noStrike">
              <a:solidFill>
                <a:srgbClr val="000000"/>
              </a:solidFill>
              <a:latin typeface="Arial"/>
            </a:endParaRPr>
          </a:p>
          <a:p>
            <a:pPr marL="216000" indent="-216000">
              <a:lnSpc>
                <a:spcPct val="104000"/>
              </a:lnSpc>
              <a:buClr>
                <a:srgbClr val="000000"/>
              </a:buClr>
              <a:buFont typeface="Wingdings" charset="2"/>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00"/>
                </a:solidFill>
                <a:latin typeface="Arial"/>
                <a:ea typeface="DejaVu Sans"/>
              </a:rPr>
              <a:t>In all cases the </a:t>
            </a:r>
            <a:r>
              <a:rPr b="0" i="1" lang="en-US" sz="2400" spc="-1" strike="noStrike">
                <a:solidFill>
                  <a:srgbClr val="000000"/>
                </a:solidFill>
                <a:latin typeface="Arial"/>
                <a:ea typeface="DejaVu Sans"/>
              </a:rPr>
              <a:t>pthread_mutex_trylock() </a:t>
            </a:r>
            <a:r>
              <a:rPr b="0" lang="en-US" sz="2400" spc="-1" strike="noStrike">
                <a:solidFill>
                  <a:srgbClr val="000000"/>
                </a:solidFill>
                <a:latin typeface="Arial"/>
                <a:ea typeface="DejaVu Sans"/>
              </a:rPr>
              <a:t>routine will not block the current running thread.</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2" name="Freeform 1_2"/>
          <p:cNvSpPr/>
          <p:nvPr/>
        </p:nvSpPr>
        <p:spPr>
          <a:xfrm>
            <a:off x="539640" y="228600"/>
            <a:ext cx="9076680" cy="761400"/>
          </a:xfrm>
          <a:custGeom>
            <a:avLst/>
            <a:gdLst>
              <a:gd name="textAreaLeft" fmla="*/ 0 w 9076680"/>
              <a:gd name="textAreaRight" fmla="*/ 9077400 w 9076680"/>
              <a:gd name="textAreaTop" fmla="*/ 0 h 761400"/>
              <a:gd name="textAreaBottom" fmla="*/ 762120 h 76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ctr" anchorCtr="1">
            <a:noAutofit/>
          </a:bodyPr>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pc="-1" strike="noStrike">
                <a:solidFill>
                  <a:srgbClr val="000000"/>
                </a:solidFill>
                <a:latin typeface="Arial"/>
                <a:ea typeface="DejaVu Sans"/>
              </a:rPr>
              <a:t>Locking Mutexes</a:t>
            </a:r>
            <a:endParaRPr b="0" lang="en-US" sz="4000" spc="-1" strike="noStrike">
              <a:solidFill>
                <a:srgbClr val="000000"/>
              </a:solidFill>
              <a:latin typeface="Arial"/>
            </a:endParaRPr>
          </a:p>
        </p:txBody>
      </p:sp>
      <p:sp>
        <p:nvSpPr>
          <p:cNvPr id="503" name="Freeform 2_2"/>
          <p:cNvSpPr/>
          <p:nvPr/>
        </p:nvSpPr>
        <p:spPr>
          <a:xfrm>
            <a:off x="0" y="1143000"/>
            <a:ext cx="10054440" cy="720"/>
          </a:xfrm>
          <a:custGeom>
            <a:avLst/>
            <a:gdLst>
              <a:gd name="textAreaLeft" fmla="*/ 0 w 10054440"/>
              <a:gd name="textAreaRight" fmla="*/ 10055160 w 10054440"/>
              <a:gd name="textAreaTop" fmla="*/ 0 h 720"/>
              <a:gd name="textAreaBottom" fmla="*/ 1440 h 720"/>
            </a:gdLst>
            <a:ahLst/>
            <a:rect l="textAreaLeft" t="textAreaTop" r="textAreaRight" b="textAreaBottom"/>
            <a:pathLst>
              <a:path w="21600" h="21600">
                <a:moveTo>
                  <a:pt x="0" y="0"/>
                </a:moveTo>
                <a:lnTo>
                  <a:pt x="2" y="21600"/>
                </a:lnTo>
              </a:path>
            </a:pathLst>
          </a:custGeom>
          <a:noFill/>
          <a:ln w="54720">
            <a:solidFill>
              <a:srgbClr val="ff8d00"/>
            </a:solidFill>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504" name="Freeform 4_2"/>
          <p:cNvSpPr/>
          <p:nvPr/>
        </p:nvSpPr>
        <p:spPr>
          <a:xfrm>
            <a:off x="87480" y="1265400"/>
            <a:ext cx="9829080" cy="4906080"/>
          </a:xfrm>
          <a:custGeom>
            <a:avLst/>
            <a:gdLst>
              <a:gd name="textAreaLeft" fmla="*/ 0 w 9829080"/>
              <a:gd name="textAreaRight" fmla="*/ 9829800 w 9829080"/>
              <a:gd name="textAreaTop" fmla="*/ 0 h 4906080"/>
              <a:gd name="textAreaBottom" fmla="*/ 4906800 h 49060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t">
            <a:noAutofit/>
          </a:bodyPr>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400" spc="-1" strike="noStrike">
              <a:solidFill>
                <a:srgbClr val="000000"/>
              </a:solidFill>
              <a:latin typeface="Arial"/>
            </a:endParaRPr>
          </a:p>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99"/>
                </a:solidFill>
                <a:latin typeface="Arial"/>
                <a:ea typeface="DejaVu Sans"/>
              </a:rPr>
              <a:t>int pthread_mutex_timedlock(pthread_mutex_t *mutex,</a:t>
            </a:r>
            <a:endParaRPr b="0" lang="en-US" sz="2400" spc="-1" strike="noStrike">
              <a:solidFill>
                <a:srgbClr val="000000"/>
              </a:solidFill>
              <a:latin typeface="Arial"/>
            </a:endParaRPr>
          </a:p>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99"/>
                </a:solidFill>
                <a:latin typeface="Arial"/>
                <a:ea typeface="DejaVu Sans"/>
              </a:rPr>
              <a:t> </a:t>
            </a:r>
            <a:r>
              <a:rPr b="0" lang="en-US" sz="2400" spc="-1" strike="noStrike">
                <a:solidFill>
                  <a:srgbClr val="000099"/>
                </a:solidFill>
                <a:latin typeface="Arial"/>
                <a:ea typeface="DejaVu Sans"/>
              </a:rPr>
              <a:t>	</a:t>
            </a:r>
            <a:r>
              <a:rPr b="0" lang="en-US" sz="2400" spc="-1" strike="noStrike">
                <a:solidFill>
                  <a:srgbClr val="000099"/>
                </a:solidFill>
                <a:latin typeface="Arial"/>
                <a:ea typeface="DejaVu Sans"/>
              </a:rPr>
              <a:t>	</a:t>
            </a:r>
            <a:r>
              <a:rPr b="0" lang="en-US" sz="2400" spc="-1" strike="noStrike">
                <a:solidFill>
                  <a:srgbClr val="000099"/>
                </a:solidFill>
                <a:latin typeface="Arial"/>
                <a:ea typeface="DejaVu Sans"/>
              </a:rPr>
              <a:t>	</a:t>
            </a:r>
            <a:r>
              <a:rPr b="0" lang="en-US" sz="2400" spc="-1" strike="noStrike">
                <a:solidFill>
                  <a:srgbClr val="000099"/>
                </a:solidFill>
                <a:latin typeface="Arial"/>
                <a:ea typeface="DejaVu Sans"/>
              </a:rPr>
              <a:t>	</a:t>
            </a:r>
            <a:r>
              <a:rPr b="0" lang="en-US" sz="2400" spc="-1" strike="noStrike">
                <a:solidFill>
                  <a:srgbClr val="000099"/>
                </a:solidFill>
                <a:latin typeface="Arial"/>
                <a:ea typeface="DejaVu Sans"/>
              </a:rPr>
              <a:t>	</a:t>
            </a:r>
            <a:r>
              <a:rPr b="0" lang="en-US" sz="2400" spc="-1" strike="noStrike">
                <a:solidFill>
                  <a:srgbClr val="000099"/>
                </a:solidFill>
                <a:latin typeface="Arial"/>
                <a:ea typeface="DejaVu Sans"/>
              </a:rPr>
              <a:t>	</a:t>
            </a:r>
            <a:r>
              <a:rPr b="0" lang="en-US" sz="2400" spc="-1" strike="noStrike">
                <a:solidFill>
                  <a:srgbClr val="000099"/>
                </a:solidFill>
                <a:latin typeface="Arial"/>
                <a:ea typeface="DejaVu Sans"/>
              </a:rPr>
              <a:t>	</a:t>
            </a:r>
            <a:r>
              <a:rPr b="0" lang="en-US" sz="2400" spc="-1" strike="noStrike">
                <a:solidFill>
                  <a:srgbClr val="000099"/>
                </a:solidFill>
                <a:latin typeface="Arial"/>
                <a:ea typeface="DejaVu Sans"/>
              </a:rPr>
              <a:t>	</a:t>
            </a:r>
            <a:r>
              <a:rPr b="0" lang="en-US" sz="2400" spc="-1" strike="noStrike">
                <a:solidFill>
                  <a:srgbClr val="000099"/>
                </a:solidFill>
                <a:latin typeface="Arial"/>
                <a:ea typeface="DejaVu Sans"/>
              </a:rPr>
              <a:t>	</a:t>
            </a:r>
            <a:r>
              <a:rPr b="0" lang="en-US" sz="2400" spc="-1" strike="noStrike">
                <a:solidFill>
                  <a:srgbClr val="000099"/>
                </a:solidFill>
                <a:latin typeface="Arial"/>
                <a:ea typeface="DejaVu Sans"/>
              </a:rPr>
              <a:t>struct timespec *restrict abs_timeout);</a:t>
            </a:r>
            <a:endParaRPr b="0" lang="en-US" sz="2400" spc="-1" strike="noStrike">
              <a:solidFill>
                <a:srgbClr val="000000"/>
              </a:solidFill>
              <a:latin typeface="Arial"/>
            </a:endParaRPr>
          </a:p>
          <a:p>
            <a:pPr>
              <a:lnSpc>
                <a:spcPct val="104000"/>
              </a:lnSpc>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400" spc="-1" strike="noStrike">
              <a:solidFill>
                <a:srgbClr val="000000"/>
              </a:solidFill>
              <a:latin typeface="Arial"/>
            </a:endParaRPr>
          </a:p>
          <a:p>
            <a:pPr marL="216000" indent="-216000">
              <a:lnSpc>
                <a:spcPct val="104000"/>
              </a:lnSpc>
              <a:buClr>
                <a:srgbClr val="000000"/>
              </a:buClr>
              <a:buFont typeface="Wingdings" charset="2"/>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00"/>
                </a:solidFill>
                <a:latin typeface="Arial"/>
                <a:ea typeface="DejaVu Sans"/>
              </a:rPr>
              <a:t>The </a:t>
            </a:r>
            <a:r>
              <a:rPr b="0" i="1" lang="en-US" sz="2400" spc="-1" strike="noStrike">
                <a:solidFill>
                  <a:srgbClr val="000000"/>
                </a:solidFill>
                <a:latin typeface="Arial"/>
                <a:ea typeface="DejaVu Sans"/>
              </a:rPr>
              <a:t>pthread_mutex_timedlock() </a:t>
            </a:r>
            <a:r>
              <a:rPr b="0" lang="en-US" sz="2400" spc="-1" strike="noStrike">
                <a:solidFill>
                  <a:srgbClr val="000000"/>
                </a:solidFill>
                <a:latin typeface="Arial"/>
                <a:ea typeface="DejaVu Sans"/>
              </a:rPr>
              <a:t>function shall lock the mutex object referenced by </a:t>
            </a:r>
            <a:r>
              <a:rPr b="0" i="1" lang="en-US" sz="2400" spc="-1" strike="noStrike">
                <a:solidFill>
                  <a:srgbClr val="000000"/>
                </a:solidFill>
                <a:latin typeface="Arial"/>
                <a:ea typeface="DejaVu Sans"/>
              </a:rPr>
              <a:t>mutex</a:t>
            </a:r>
            <a:r>
              <a:rPr b="0" lang="en-US" sz="2400" spc="-1" strike="noStrike">
                <a:solidFill>
                  <a:srgbClr val="000000"/>
                </a:solidFill>
                <a:latin typeface="Arial"/>
                <a:ea typeface="DejaVu Sans"/>
              </a:rPr>
              <a:t>. If the mutex is already locked, the calling thread shall block until the mutex becomes available as in the </a:t>
            </a:r>
            <a:r>
              <a:rPr b="0" i="1" lang="en-US" sz="2400" spc="-1" strike="noStrike">
                <a:solidFill>
                  <a:srgbClr val="000000"/>
                </a:solidFill>
                <a:latin typeface="Arial"/>
                <a:ea typeface="DejaVu Sans"/>
              </a:rPr>
              <a:t>pthread_mutex_lock() </a:t>
            </a:r>
            <a:r>
              <a:rPr b="0" lang="en-US" sz="2400" spc="-1" strike="noStrike">
                <a:solidFill>
                  <a:srgbClr val="000000"/>
                </a:solidFill>
                <a:latin typeface="Arial"/>
                <a:ea typeface="DejaVu Sans"/>
              </a:rPr>
              <a:t>function. If the mutex cannot be locked without waiting for another thread to unlock the mutex, this wait shall be terminated when the specified timeout expires.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Freeform 1_3"/>
          <p:cNvSpPr/>
          <p:nvPr/>
        </p:nvSpPr>
        <p:spPr>
          <a:xfrm>
            <a:off x="539640" y="228600"/>
            <a:ext cx="9076680" cy="761400"/>
          </a:xfrm>
          <a:custGeom>
            <a:avLst/>
            <a:gdLst>
              <a:gd name="textAreaLeft" fmla="*/ 0 w 9076680"/>
              <a:gd name="textAreaRight" fmla="*/ 9077400 w 9076680"/>
              <a:gd name="textAreaTop" fmla="*/ 0 h 761400"/>
              <a:gd name="textAreaBottom" fmla="*/ 762120 h 76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ctr" anchorCtr="1">
            <a:noAutofit/>
          </a:bodyPr>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pc="-1" strike="noStrike">
                <a:solidFill>
                  <a:srgbClr val="000000"/>
                </a:solidFill>
                <a:latin typeface="Arial"/>
                <a:ea typeface="DejaVu Sans"/>
              </a:rPr>
              <a:t>Unlocking Mutexes</a:t>
            </a:r>
            <a:endParaRPr b="0" lang="en-US" sz="4000" spc="-1" strike="noStrike">
              <a:solidFill>
                <a:srgbClr val="000000"/>
              </a:solidFill>
              <a:latin typeface="Arial"/>
            </a:endParaRPr>
          </a:p>
        </p:txBody>
      </p:sp>
      <p:sp>
        <p:nvSpPr>
          <p:cNvPr id="506" name="Freeform 2_5"/>
          <p:cNvSpPr/>
          <p:nvPr/>
        </p:nvSpPr>
        <p:spPr>
          <a:xfrm>
            <a:off x="0" y="1143000"/>
            <a:ext cx="10054440" cy="720"/>
          </a:xfrm>
          <a:custGeom>
            <a:avLst/>
            <a:gdLst>
              <a:gd name="textAreaLeft" fmla="*/ 0 w 10054440"/>
              <a:gd name="textAreaRight" fmla="*/ 10055160 w 10054440"/>
              <a:gd name="textAreaTop" fmla="*/ 0 h 720"/>
              <a:gd name="textAreaBottom" fmla="*/ 1440 h 720"/>
            </a:gdLst>
            <a:ahLst/>
            <a:rect l="textAreaLeft" t="textAreaTop" r="textAreaRight" b="textAreaBottom"/>
            <a:pathLst>
              <a:path w="21600" h="21600">
                <a:moveTo>
                  <a:pt x="0" y="0"/>
                </a:moveTo>
                <a:lnTo>
                  <a:pt x="2" y="21600"/>
                </a:lnTo>
              </a:path>
            </a:pathLst>
          </a:custGeom>
          <a:noFill/>
          <a:ln w="54720">
            <a:solidFill>
              <a:srgbClr val="ff8d00"/>
            </a:solidFill>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507" name="Freeform 4_5"/>
          <p:cNvSpPr/>
          <p:nvPr/>
        </p:nvSpPr>
        <p:spPr>
          <a:xfrm>
            <a:off x="87480" y="1265400"/>
            <a:ext cx="9829080" cy="4906080"/>
          </a:xfrm>
          <a:custGeom>
            <a:avLst/>
            <a:gdLst>
              <a:gd name="textAreaLeft" fmla="*/ 0 w 9829080"/>
              <a:gd name="textAreaRight" fmla="*/ 9829800 w 9829080"/>
              <a:gd name="textAreaTop" fmla="*/ 0 h 4906080"/>
              <a:gd name="textAreaBottom" fmla="*/ 4906800 h 49060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t">
            <a:noAutofit/>
          </a:bodyPr>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400" spc="-1" strike="noStrike">
              <a:solidFill>
                <a:srgbClr val="000000"/>
              </a:solidFill>
              <a:latin typeface="Arial"/>
            </a:endParaRPr>
          </a:p>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99"/>
                </a:solidFill>
                <a:latin typeface="Arial"/>
                <a:ea typeface="DejaVu Sans"/>
              </a:rPr>
              <a:t>int pthread_mutex_unlock(pthread_mutex_t *mutex);</a:t>
            </a:r>
            <a:endParaRPr b="0" lang="en-US" sz="2400" spc="-1" strike="noStrike">
              <a:solidFill>
                <a:srgbClr val="000000"/>
              </a:solidFill>
              <a:latin typeface="Arial"/>
            </a:endParaRPr>
          </a:p>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400" spc="-1" strike="noStrike">
              <a:solidFill>
                <a:srgbClr val="000000"/>
              </a:solidFill>
              <a:latin typeface="Arial"/>
            </a:endParaRPr>
          </a:p>
          <a:p>
            <a:pPr marL="216000" indent="-216000">
              <a:lnSpc>
                <a:spcPct val="104000"/>
              </a:lnSpc>
              <a:buClr>
                <a:srgbClr val="000000"/>
              </a:buClr>
              <a:buFont typeface="Wingdings" charset="2"/>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00"/>
                </a:solidFill>
                <a:latin typeface="Arial"/>
                <a:ea typeface="DejaVu Sans"/>
              </a:rPr>
              <a:t>If the current thread is the owner of the mutex specifed by </a:t>
            </a:r>
            <a:r>
              <a:rPr b="0" i="1" lang="en-US" sz="2400" spc="-1" strike="noStrike">
                <a:solidFill>
                  <a:srgbClr val="000000"/>
                </a:solidFill>
                <a:latin typeface="Arial"/>
                <a:ea typeface="DejaVu Sans"/>
              </a:rPr>
              <a:t>mutex</a:t>
            </a:r>
            <a:r>
              <a:rPr b="0" lang="en-US" sz="2400" spc="-1" strike="noStrike">
                <a:solidFill>
                  <a:srgbClr val="000000"/>
                </a:solidFill>
                <a:latin typeface="Arial"/>
                <a:ea typeface="DejaVu Sans"/>
              </a:rPr>
              <a:t>, then the </a:t>
            </a:r>
            <a:r>
              <a:rPr b="0" i="1" lang="en-US" sz="2400" spc="-1" strike="noStrike">
                <a:solidFill>
                  <a:srgbClr val="000000"/>
                </a:solidFill>
                <a:latin typeface="Arial"/>
                <a:ea typeface="DejaVu Sans"/>
              </a:rPr>
              <a:t>pthread_mutex_unlock() </a:t>
            </a:r>
            <a:r>
              <a:rPr b="0" lang="en-US" sz="2400" spc="-1" strike="noStrike">
                <a:solidFill>
                  <a:srgbClr val="000000"/>
                </a:solidFill>
                <a:latin typeface="Arial"/>
                <a:ea typeface="DejaVu Sans"/>
              </a:rPr>
              <a:t>routine shall unlock the mutex. If there are any threads blocked waiting for the mutex, the scheduler will determine which thread obtains the lock on the mutex, otherwise the mutex is available to the next thread that calls the routine </a:t>
            </a:r>
            <a:r>
              <a:rPr b="0" i="1" lang="en-US" sz="2400" spc="-1" strike="noStrike">
                <a:solidFill>
                  <a:srgbClr val="000000"/>
                </a:solidFill>
                <a:latin typeface="Arial"/>
                <a:ea typeface="DejaVu Sans"/>
              </a:rPr>
              <a:t>pthread_mutex_lock()</a:t>
            </a:r>
            <a:r>
              <a:rPr b="0" lang="en-US" sz="2400" spc="-1" strike="noStrike">
                <a:solidFill>
                  <a:srgbClr val="000000"/>
                </a:solidFill>
                <a:latin typeface="Arial"/>
                <a:ea typeface="DejaVu Sans"/>
              </a:rPr>
              <a:t>, or </a:t>
            </a:r>
            <a:r>
              <a:rPr b="0" i="1" lang="en-US" sz="2400" spc="-1" strike="noStrike">
                <a:solidFill>
                  <a:srgbClr val="000000"/>
                </a:solidFill>
                <a:latin typeface="Arial"/>
                <a:ea typeface="DejaVu Sans"/>
              </a:rPr>
              <a:t>pthread_mutex_trylock()</a:t>
            </a:r>
            <a:r>
              <a:rPr b="0" lang="en-US" sz="2400" spc="-1" strike="noStrike">
                <a:solidFill>
                  <a:srgbClr val="000000"/>
                </a:solidFill>
                <a:latin typeface="Arial"/>
                <a:ea typeface="DejaVu Sans"/>
              </a:rPr>
              <a:t>.</a:t>
            </a:r>
            <a:endParaRPr b="0" lang="en-US" sz="2400" spc="-1" strike="noStrike">
              <a:solidFill>
                <a:srgbClr val="000000"/>
              </a:solidFill>
              <a:latin typeface="Arial"/>
            </a:endParaRPr>
          </a:p>
          <a:p>
            <a:pPr>
              <a:lnSpc>
                <a:spcPct val="104000"/>
              </a:lnSpc>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400" spc="-1" strike="noStrike">
              <a:solidFill>
                <a:srgbClr val="000000"/>
              </a:solidFill>
              <a:latin typeface="Arial"/>
            </a:endParaRPr>
          </a:p>
          <a:p>
            <a:pPr marL="216000" indent="-216000">
              <a:lnSpc>
                <a:spcPct val="104000"/>
              </a:lnSpc>
              <a:buClr>
                <a:srgbClr val="000000"/>
              </a:buClr>
              <a:buFont typeface="Wingdings" charset="2"/>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a:solidFill>
                  <a:srgbClr val="000000"/>
                </a:solidFill>
                <a:latin typeface="Arial"/>
                <a:ea typeface="DejaVu Sans"/>
              </a:rPr>
              <a:t>If the </a:t>
            </a:r>
            <a:r>
              <a:rPr b="0" i="1" lang="en-US" sz="2400" spc="-1" strike="noStrike">
                <a:solidFill>
                  <a:srgbClr val="000000"/>
                </a:solidFill>
                <a:latin typeface="Arial"/>
                <a:ea typeface="DejaVu Sans"/>
              </a:rPr>
              <a:t>pthread_mutex_unlock() </a:t>
            </a:r>
            <a:r>
              <a:rPr b="0" lang="en-US" sz="2400" spc="-1" strike="noStrike">
                <a:solidFill>
                  <a:srgbClr val="000000"/>
                </a:solidFill>
                <a:latin typeface="Arial"/>
                <a:ea typeface="DejaVu Sans"/>
              </a:rPr>
              <a:t>routine succeeds it will return 0, otherwise an error number shall be returned indicating the error.</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8" name="Freeform 1_7"/>
          <p:cNvSpPr/>
          <p:nvPr/>
        </p:nvSpPr>
        <p:spPr>
          <a:xfrm>
            <a:off x="539640" y="228600"/>
            <a:ext cx="9076680" cy="761400"/>
          </a:xfrm>
          <a:custGeom>
            <a:avLst/>
            <a:gdLst>
              <a:gd name="textAreaLeft" fmla="*/ 0 w 9076680"/>
              <a:gd name="textAreaRight" fmla="*/ 9077400 w 9076680"/>
              <a:gd name="textAreaTop" fmla="*/ 0 h 761400"/>
              <a:gd name="textAreaBottom" fmla="*/ 762120 h 76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ctr" anchorCtr="1">
            <a:noAutofit/>
          </a:bodyPr>
          <a:p>
            <a:pPr algn="ctr">
              <a:lnSpc>
                <a:spcPct val="102000"/>
              </a:lnSpc>
              <a:tabLst>
                <a:tab algn="l" pos="0"/>
                <a:tab algn="l" pos="53316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144000"/>
                <a:tab algn="l" pos="9601200"/>
                <a:tab algn="l" pos="10058400"/>
                <a:tab algn="l" pos="10515600"/>
              </a:tabLst>
            </a:pPr>
            <a:r>
              <a:rPr b="0" lang="en-US" sz="4000" spc="-1" strike="noStrike">
                <a:solidFill>
                  <a:srgbClr val="000000"/>
                </a:solidFill>
                <a:latin typeface="Times New Roman"/>
                <a:ea typeface="DejaVu Sans"/>
              </a:rPr>
              <a:t>Create and Destroy Thread Attributes</a:t>
            </a:r>
            <a:endParaRPr b="0" lang="en-US" sz="4000" spc="-1" strike="noStrike">
              <a:solidFill>
                <a:srgbClr val="000000"/>
              </a:solidFill>
              <a:latin typeface="Arial"/>
            </a:endParaRPr>
          </a:p>
        </p:txBody>
      </p:sp>
      <p:sp>
        <p:nvSpPr>
          <p:cNvPr id="509" name="Freeform 2_8"/>
          <p:cNvSpPr/>
          <p:nvPr/>
        </p:nvSpPr>
        <p:spPr>
          <a:xfrm>
            <a:off x="0" y="1143000"/>
            <a:ext cx="10054440" cy="720"/>
          </a:xfrm>
          <a:custGeom>
            <a:avLst/>
            <a:gdLst>
              <a:gd name="textAreaLeft" fmla="*/ 0 w 10054440"/>
              <a:gd name="textAreaRight" fmla="*/ 10055160 w 10054440"/>
              <a:gd name="textAreaTop" fmla="*/ 0 h 720"/>
              <a:gd name="textAreaBottom" fmla="*/ 1440 h 720"/>
            </a:gdLst>
            <a:ahLst/>
            <a:rect l="textAreaLeft" t="textAreaTop" r="textAreaRight" b="textAreaBottom"/>
            <a:pathLst>
              <a:path w="21600" h="21600">
                <a:moveTo>
                  <a:pt x="0" y="0"/>
                </a:moveTo>
                <a:lnTo>
                  <a:pt x="2" y="21600"/>
                </a:lnTo>
              </a:path>
            </a:pathLst>
          </a:custGeom>
          <a:noFill/>
          <a:ln w="54720">
            <a:solidFill>
              <a:srgbClr val="ff8d00"/>
            </a:solidFill>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510" name="Freeform 4_7"/>
          <p:cNvSpPr/>
          <p:nvPr/>
        </p:nvSpPr>
        <p:spPr>
          <a:xfrm>
            <a:off x="264960" y="1657440"/>
            <a:ext cx="9600480" cy="4742640"/>
          </a:xfrm>
          <a:custGeom>
            <a:avLst/>
            <a:gdLst>
              <a:gd name="textAreaLeft" fmla="*/ 0 w 9600480"/>
              <a:gd name="textAreaRight" fmla="*/ 9601200 w 9600480"/>
              <a:gd name="textAreaTop" fmla="*/ 0 h 4742640"/>
              <a:gd name="textAreaBottom" fmla="*/ 4743360 h 47426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0" rIns="0" tIns="0" bIns="0" anchor="t">
            <a:noAutofit/>
          </a:bodyPr>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99"/>
                </a:solidFill>
                <a:latin typeface="Times New Roman"/>
                <a:ea typeface="DejaVu Sans"/>
              </a:rPr>
              <a:t>int pthread_attr_init(pthread_attr_t *attr);</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i="1" lang="en-US" sz="2800" spc="-1" strike="noStrike">
                <a:solidFill>
                  <a:srgbClr val="000000"/>
                </a:solidFill>
                <a:latin typeface="Times New Roman"/>
                <a:ea typeface="DejaVu Sans"/>
              </a:rPr>
              <a:t>pthread_attr_init() </a:t>
            </a:r>
            <a:r>
              <a:rPr b="0" lang="en-US" sz="2800" spc="-1" strike="noStrike">
                <a:solidFill>
                  <a:srgbClr val="000000"/>
                </a:solidFill>
                <a:latin typeface="Times New Roman"/>
                <a:ea typeface="DejaVu Sans"/>
              </a:rPr>
              <a:t>initializes the thread attribute object </a:t>
            </a:r>
            <a:r>
              <a:rPr b="0" i="1" lang="en-US" sz="2800" spc="-1" strike="noStrike">
                <a:solidFill>
                  <a:srgbClr val="000000"/>
                </a:solidFill>
                <a:latin typeface="Times New Roman"/>
                <a:ea typeface="DejaVu Sans"/>
              </a:rPr>
              <a:t>attr </a:t>
            </a:r>
            <a:r>
              <a:rPr b="0" lang="en-US" sz="2800" spc="-1" strike="noStrike">
                <a:solidFill>
                  <a:srgbClr val="000000"/>
                </a:solidFill>
                <a:latin typeface="Times New Roman"/>
                <a:ea typeface="DejaVu Sans"/>
              </a:rPr>
              <a:t>and</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r>
              <a:rPr b="0" lang="en-US" sz="2800" spc="-1" strike="noStrike">
                <a:solidFill>
                  <a:srgbClr val="000000"/>
                </a:solidFill>
                <a:latin typeface="Times New Roman"/>
                <a:ea typeface="DejaVu Sans"/>
              </a:rPr>
              <a:t>fills it with default values for the attributes.</a:t>
            </a: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endParaRPr b="0" lang="en-US" sz="2800" spc="-1" strike="noStrike">
              <a:solidFill>
                <a:srgbClr val="000000"/>
              </a:solidFill>
              <a:latin typeface="Arial"/>
            </a:endParaRPr>
          </a:p>
          <a:p>
            <a:pPr>
              <a:lnSpc>
                <a:spcPct val="102000"/>
              </a:lnSpc>
              <a:tabLst>
                <a:tab algn="l" pos="0"/>
                <a:tab algn="l" pos="723600"/>
                <a:tab algn="l" pos="1447560"/>
                <a:tab algn="l" pos="2171520"/>
                <a:tab algn="l" pos="2895480"/>
                <a:tab algn="l" pos="3619440"/>
                <a:tab algn="l" pos="4343400"/>
                <a:tab algn="l" pos="5067000"/>
                <a:tab algn="l" pos="5790960"/>
                <a:tab algn="l" pos="6514920"/>
                <a:tab algn="l" pos="7238880"/>
                <a:tab algn="l" pos="7962840"/>
                <a:tab algn="l" pos="8686800"/>
                <a:tab algn="l" pos="9410400"/>
                <a:tab algn="l" pos="9601200"/>
                <a:tab algn="l" pos="10058400"/>
                <a:tab algn="l" pos="10515600"/>
              </a:tabLst>
            </a:pPr>
            <a:endParaRPr b="0" lang="en-US" sz="2800" spc="-1" strike="noStrike">
              <a:solidFill>
                <a:srgbClr val="000000"/>
              </a:solidFill>
              <a:latin typeface="Arial"/>
            </a:endParaRPr>
          </a:p>
        </p:txBody>
      </p:sp>
      <p:sp>
        <p:nvSpPr>
          <p:cNvPr id="511" name=""/>
          <p:cNvSpPr/>
          <p:nvPr/>
        </p:nvSpPr>
        <p:spPr>
          <a:xfrm>
            <a:off x="216000" y="3706920"/>
            <a:ext cx="9191520" cy="2844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800" spc="-1" strike="noStrike">
                <a:solidFill>
                  <a:srgbClr val="000099"/>
                </a:solidFill>
                <a:latin typeface="Times New Roman"/>
                <a:ea typeface="DejaVu Sans"/>
              </a:rPr>
              <a:t>int pthread_attr_destroy(pthread_attr_t *attr);</a:t>
            </a:r>
            <a:endParaRPr b="0" lang="en-US" sz="2800" spc="-1" strike="noStrike">
              <a:solidFill>
                <a:srgbClr val="000000"/>
              </a:solidFill>
              <a:latin typeface="Arial"/>
            </a:endParaRPr>
          </a:p>
          <a:p>
            <a:pPr>
              <a:lnSpc>
                <a:spcPct val="100000"/>
              </a:lnSpc>
            </a:pPr>
            <a:endParaRPr b="0" lang="en-US" sz="2800" spc="-1" strike="noStrike">
              <a:solidFill>
                <a:srgbClr val="000000"/>
              </a:solidFill>
              <a:latin typeface="Arial"/>
            </a:endParaRPr>
          </a:p>
          <a:p>
            <a:pPr>
              <a:lnSpc>
                <a:spcPct val="100000"/>
              </a:lnSpc>
            </a:pPr>
            <a:r>
              <a:rPr b="0" i="1" lang="en-US" sz="2800" spc="-1" strike="noStrike">
                <a:solidFill>
                  <a:srgbClr val="000000"/>
                </a:solidFill>
                <a:latin typeface="Times New Roman"/>
                <a:ea typeface="DejaVu Sans"/>
              </a:rPr>
              <a:t>pthread_attr_destroy() </a:t>
            </a:r>
            <a:r>
              <a:rPr b="0" lang="en-US" sz="2800" spc="-1" strike="noStrike">
                <a:solidFill>
                  <a:srgbClr val="000000"/>
                </a:solidFill>
                <a:latin typeface="Times New Roman"/>
                <a:ea typeface="DejaVu Sans"/>
              </a:rPr>
              <a:t>destroys a thread attribute object, which</a:t>
            </a:r>
            <a:endParaRPr b="0" lang="en-US" sz="2800" spc="-1" strike="noStrike">
              <a:solidFill>
                <a:srgbClr val="000000"/>
              </a:solidFill>
              <a:latin typeface="Arial"/>
            </a:endParaRPr>
          </a:p>
          <a:p>
            <a:pPr>
              <a:lnSpc>
                <a:spcPct val="100000"/>
              </a:lnSpc>
            </a:pPr>
            <a:r>
              <a:rPr b="0" lang="en-US" sz="2800" spc="-1" strike="noStrike">
                <a:solidFill>
                  <a:srgbClr val="000000"/>
                </a:solidFill>
                <a:latin typeface="Times New Roman"/>
                <a:ea typeface="DejaVu Sans"/>
              </a:rPr>
              <a:t>must not be reused until it is reinitialized.</a:t>
            </a:r>
            <a:endParaRPr b="0" lang="en-US" sz="2800" spc="-1" strike="noStrike">
              <a:solidFill>
                <a:srgbClr val="000000"/>
              </a:solidFill>
              <a:latin typeface="Arial"/>
            </a:endParaRPr>
          </a:p>
          <a:p>
            <a:pPr>
              <a:lnSpc>
                <a:spcPct val="100000"/>
              </a:lnSpc>
            </a:pPr>
            <a:r>
              <a:rPr b="0" lang="en-US" sz="2800" spc="-1" strike="noStrike">
                <a:solidFill>
                  <a:srgbClr val="000000"/>
                </a:solidFill>
                <a:latin typeface="Times New Roman"/>
                <a:ea typeface="DejaVu Sans"/>
              </a:rPr>
              <a:t> </a:t>
            </a:r>
            <a:endParaRPr b="0" lang="en-US" sz="2800" spc="-1" strike="noStrike">
              <a:solidFill>
                <a:srgbClr val="000000"/>
              </a:solidFill>
              <a:latin typeface="Arial"/>
            </a:endParaRPr>
          </a:p>
          <a:p>
            <a:pPr>
              <a:lnSpc>
                <a:spcPct val="100000"/>
              </a:lnSpc>
            </a:pPr>
            <a:endParaRPr b="0" lang="en-US" sz="2800" spc="-1" strike="noStrike">
              <a:solidFill>
                <a:srgbClr val="000000"/>
              </a:solidFill>
              <a:latin typeface="Arial"/>
            </a:endParaRPr>
          </a:p>
          <a:p>
            <a:pPr>
              <a:lnSpc>
                <a:spcPct val="100000"/>
              </a:lnSpc>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513" name=""/>
          <p:cNvSpPr/>
          <p:nvPr/>
        </p:nvSpPr>
        <p:spPr>
          <a:xfrm>
            <a:off x="216000" y="1101960"/>
            <a:ext cx="8732520" cy="4441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Mutex Deadlocks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Sometimes, a thread needs to simultaneously access two or more different shared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resources, each of which is governed by a separate mutex. When more than one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thread is locking the same set of mutexes, deadlock situations can arise.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shows an example of a deadlock in which each thread successfully locks one mutex,</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and then tries to lock the mutex that the other thread has already locked. Both</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threads will remain blocked indefinitely.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Thread A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Thread B</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1. pthread_mutex_lock(mutex1); 1. pthread_mutex_lock(mutex2);</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2. pthread_mutex_lock(mutex2); 2. pthread_mutex_lock(mutex1);</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blocks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blocks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A deadlock when two threads lock two mutexes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simplest way to avoid such deadlocks is to define a mutex hierarchy. When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threads can lock the same set of mutexes, they should always lock them in the same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order. For example, in the above scenario, the deadlock could be avoided if</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two threads always lock the mutexes in the order mutex1 followed by mutex2.</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ffffff"/>
                </a:solidFill>
                <a:latin typeface="Arial"/>
              </a:rPr>
              <a:t>Thread condition variable</a:t>
            </a:r>
            <a:endParaRPr b="0" lang="en-US" sz="4400" spc="-1" strike="noStrike">
              <a:solidFill>
                <a:srgbClr val="000000"/>
              </a:solidFill>
              <a:latin typeface="Arial"/>
            </a:endParaRPr>
          </a:p>
        </p:txBody>
      </p:sp>
      <p:sp>
        <p:nvSpPr>
          <p:cNvPr id="515" name=""/>
          <p:cNvSpPr/>
          <p:nvPr/>
        </p:nvSpPr>
        <p:spPr>
          <a:xfrm>
            <a:off x="-28800" y="1008000"/>
            <a:ext cx="9892080" cy="2905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A mutex prevents multiple threads from accessing a shared variable at the same time. A condition variable allows one thread to inform other threads about changes in the state of a shared variable (or other shared resource) and allows the other threads to wait (block) for such notification.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Mutex it wastes CPU time, because the main thread continually loops, checking the state of the variable avail. A condition variable remedies this problem. It allows a thread to sleep (wait) until another thread notifies (signals) it that it must do something (i.e., that some “condition” has arisen that the sleeper must now respond to).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 condition variable is always used in conjunction with a mutex. The mutex provides mutual exclusion for accessing the shared variable, while the condition variable is used to signal changes in the variable’s state.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ffffff"/>
                </a:solidFill>
                <a:latin typeface="Arial"/>
              </a:rPr>
              <a:t>Thread safety</a:t>
            </a:r>
            <a:endParaRPr b="0" lang="en-US" sz="4400" spc="-1" strike="noStrike">
              <a:solidFill>
                <a:srgbClr val="000000"/>
              </a:solidFill>
              <a:latin typeface="Arial"/>
            </a:endParaRPr>
          </a:p>
        </p:txBody>
      </p:sp>
      <p:sp>
        <p:nvSpPr>
          <p:cNvPr id="517" name=""/>
          <p:cNvSpPr/>
          <p:nvPr/>
        </p:nvSpPr>
        <p:spPr>
          <a:xfrm>
            <a:off x="277200" y="1008000"/>
            <a:ext cx="6058080" cy="4285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#define _GNU_SOURCE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#include &lt;stdio.h&gt;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#include &lt;string.h&gt;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 Get '_sys_nerr' and '_sys_errlist'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declarations from &lt;stdio.h&gt;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 Get declaration of strerror()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#define MAX_ERROR_LEN 256 /* Maximum length of string</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returned by strerror()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static char buf[MAX_ERROR_LEN]; /* Statically allocated return buffer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char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strerror(int err)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if (err &lt; 0 || err &gt;= _sys_nerr || _sys_errlist[err] == NULL)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snprintf(buf, MAX_ERROR_LEN, "Unknown error %d", err);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 else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strncpy(buf, _sys_errlist[err], MAX_ERROR_LEN - 1);</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buf[MAX_ERROR_LEN - 1] = '\0';</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 Ensure null termination */</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return buf;</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a:t>
            </a:r>
            <a:endParaRPr b="0" lang="en-US" sz="1400" spc="-1" strike="noStrike">
              <a:solidFill>
                <a:srgbClr val="000000"/>
              </a:solidFill>
              <a:latin typeface="Arial"/>
            </a:endParaRPr>
          </a:p>
        </p:txBody>
      </p:sp>
      <p:sp>
        <p:nvSpPr>
          <p:cNvPr id="518" name=""/>
          <p:cNvSpPr/>
          <p:nvPr/>
        </p:nvSpPr>
        <p:spPr>
          <a:xfrm>
            <a:off x="432000" y="5544000"/>
            <a:ext cx="5903280" cy="857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Gdb&gt; Info threads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Gdb&gt; thread id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Gdb&gt; thread apply all backtrace/f</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ffffff"/>
                </a:solidFill>
                <a:latin typeface="Arial"/>
              </a:rPr>
              <a:t>Signals and Threads</a:t>
            </a:r>
            <a:endParaRPr b="0" lang="en-US" sz="4400" spc="-1" strike="noStrike">
              <a:solidFill>
                <a:srgbClr val="000000"/>
              </a:solidFill>
              <a:latin typeface="Arial"/>
            </a:endParaRPr>
          </a:p>
        </p:txBody>
      </p:sp>
      <p:sp>
        <p:nvSpPr>
          <p:cNvPr id="520" name=""/>
          <p:cNvSpPr/>
          <p:nvPr/>
        </p:nvSpPr>
        <p:spPr>
          <a:xfrm>
            <a:off x="37440" y="1085400"/>
            <a:ext cx="9825840" cy="16696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0" lang="en-IN" sz="1600" spc="-1" strike="noStrike">
                <a:solidFill>
                  <a:srgbClr val="000000"/>
                </a:solidFill>
                <a:latin typeface="Arial"/>
                <a:ea typeface="DejaVu Sans"/>
              </a:rPr>
              <a:t>Signal actions are process-wide. If any unhandled signal whose default action is stop or terminate is delivered to any thread in a process, then all of the threads in the process are stopped or terminated. Signal handlers are per process, signal masks are per thread. On a multithreaded application  the signal handler execute in one of the thread contexts. We cant predict the thread that will be chosen to run the signal handler. All the signals fields are stored per thread. Actually , there is no structure for the process , all the threads on the same process points to the same memory and files tables so the kernel need to choose a thread to deliver the signal to:</a:t>
            </a:r>
            <a:endParaRPr b="0" lang="en-US" sz="1600" spc="-1" strike="noStrike">
              <a:solidFill>
                <a:srgbClr val="000000"/>
              </a:solidFill>
              <a:latin typeface="Arial"/>
            </a:endParaRPr>
          </a:p>
        </p:txBody>
      </p:sp>
      <p:sp>
        <p:nvSpPr>
          <p:cNvPr id="521" name=""/>
          <p:cNvSpPr/>
          <p:nvPr/>
        </p:nvSpPr>
        <p:spPr>
          <a:xfrm>
            <a:off x="0" y="3821400"/>
            <a:ext cx="9935280" cy="2905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However, one process attribute, the nice value, allows a process to indirectly influence the kernel’s scheduling algorithm. Each process has a nice value in the range –20 (high priority) to +19 (low priority); the default is 0</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We can avoid the performance impacts caused by invalidation of cached data. If multiple threads (or processes) are accessing the same data, then we may obtainperformance benefits by confining them all to the same CPU, so that they don’t contend for the data and thus cause cache misses.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For a time-critical application, it may be desirable to confine most processes on the system to other CPUs, while reserving one or more CPUs for the time-critical application</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522" name=""/>
          <p:cNvSpPr/>
          <p:nvPr/>
        </p:nvSpPr>
        <p:spPr>
          <a:xfrm>
            <a:off x="2670480" y="2913840"/>
            <a:ext cx="4672800" cy="541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600" spc="-1" strike="noStrike">
                <a:solidFill>
                  <a:srgbClr val="000000"/>
                </a:solidFill>
                <a:latin typeface="Arial"/>
                <a:ea typeface="DejaVu Sans"/>
              </a:rPr>
              <a:t>pthread_kill() to send a signal directly to a thread. </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int pthread_kill(pthread_t thread, int sig);</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1042</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2023-02-18T18:38:50Z</dcterms:created>
  <dc:creator/>
  <dc:description/>
  <dc:language>en-IN</dc:language>
  <cp:lastModifiedBy/>
  <dcterms:modified xsi:type="dcterms:W3CDTF">2025-12-10T06:55:32Z</dcterms:modified>
  <cp:revision>41</cp:revision>
  <dc:subject/>
  <dc:title>Blue Curve</dc:title>
</cp:coreProperties>
</file>

<file path=docProps/custom.xml><?xml version="1.0" encoding="utf-8"?>
<Properties xmlns="http://schemas.openxmlformats.org/officeDocument/2006/custom-properties" xmlns:vt="http://schemas.openxmlformats.org/officeDocument/2006/docPropsVTypes"/>
</file>