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13.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8.xml" ContentType="application/vnd.openxmlformats-officedocument.presentationml.slideMaster+xml"/>
  <Override PartName="/ppt/slideMasters/slideMaster7.xml" ContentType="application/vnd.openxmlformats-officedocument.presentationml.slideMaster+xml"/>
  <Override PartName="/ppt/slideMasters/slideMaster6.xml" ContentType="application/vnd.openxmlformats-officedocument.presentationml.slideMaster+xml"/>
  <Override PartName="/ppt/slideMasters/slideMaster5.xml" ContentType="application/vnd.openxmlformats-officedocument.presentationml.slideMaster+xml"/>
  <Override PartName="/ppt/slideMasters/slideMaster4.xml" ContentType="application/vnd.openxmlformats-officedocument.presentationml.slideMaster+xml"/>
  <Override PartName="/ppt/slideMasters/slideMaster3.xml" ContentType="application/vnd.openxmlformats-officedocument.presentationml.slideMaster+xml"/>
  <Override PartName="/ppt/slideMasters/slideMaster2.xml" ContentType="application/vnd.openxmlformats-officedocument.presentationml.slideMaster+xml"/>
  <Override PartName="/ppt/slideMasters/slideMaster13.xml" ContentType="application/vnd.openxmlformats-officedocument.presentationml.slideMaster+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_rels/slideLayout9.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17.xml.rels" ContentType="application/vnd.openxmlformats-package.relationships+xml"/>
  <Override PartName="/ppt/slides/_rels/slide3.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4.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media/image9.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 id="268" r:id="rId27"/>
    <p:sldId id="269" r:id="rId28"/>
    <p:sldId id="270" r:id="rId29"/>
    <p:sldId id="271" r:id="rId30"/>
    <p:sldId id="272" r:id="rId31"/>
    <p:sldId id="273" r:id="rId32"/>
    <p:sldId id="274" r:id="rId33"/>
  </p:sldIdLst>
  <p:sldSz cx="9144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456840" y="273240"/>
            <a:ext cx="8228880" cy="1144800"/>
          </a:xfrm>
          <a:prstGeom prst="rect">
            <a:avLst/>
          </a:prstGeom>
          <a:noFill/>
          <a:ln w="0">
            <a:noFill/>
          </a:ln>
        </p:spPr>
        <p:txBody>
          <a:bodyPr lIns="0" rIns="0" tIns="0" bIns="0" anchor="ctr">
            <a:noAutofit/>
          </a:bodyPr>
          <a:p>
            <a:pPr indent="0" algn="ctr">
              <a:buNone/>
            </a:pPr>
            <a:endParaRPr b="0" lang="en-US" sz="3990" spc="-1" strike="noStrike">
              <a:solidFill>
                <a:srgbClr val="000000"/>
              </a:solidFill>
              <a:latin typeface="Arial"/>
            </a:endParaRPr>
          </a:p>
        </p:txBody>
      </p:sp>
      <p:sp>
        <p:nvSpPr>
          <p:cNvPr id="5" name="PlaceHolder 2"/>
          <p:cNvSpPr>
            <a:spLocks noGrp="1"/>
          </p:cNvSpPr>
          <p:nvPr>
            <p:ph/>
          </p:nvPr>
        </p:nvSpPr>
        <p:spPr>
          <a:xfrm>
            <a:off x="456840" y="1604520"/>
            <a:ext cx="4015440" cy="189684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
        <p:nvSpPr>
          <p:cNvPr id="6" name="PlaceHolder 3"/>
          <p:cNvSpPr>
            <a:spLocks noGrp="1"/>
          </p:cNvSpPr>
          <p:nvPr>
            <p:ph/>
          </p:nvPr>
        </p:nvSpPr>
        <p:spPr>
          <a:xfrm>
            <a:off x="4673520" y="1604520"/>
            <a:ext cx="4015440" cy="189684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
        <p:nvSpPr>
          <p:cNvPr id="7" name="PlaceHolder 4"/>
          <p:cNvSpPr>
            <a:spLocks noGrp="1"/>
          </p:cNvSpPr>
          <p:nvPr>
            <p:ph/>
          </p:nvPr>
        </p:nvSpPr>
        <p:spPr>
          <a:xfrm>
            <a:off x="456840" y="3682080"/>
            <a:ext cx="8228880" cy="189684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456840" y="273240"/>
            <a:ext cx="8228880" cy="1144800"/>
          </a:xfrm>
          <a:prstGeom prst="rect">
            <a:avLst/>
          </a:prstGeom>
          <a:noFill/>
          <a:ln w="0">
            <a:noFill/>
          </a:ln>
        </p:spPr>
        <p:txBody>
          <a:bodyPr lIns="0" rIns="0" tIns="0" bIns="0" anchor="ctr">
            <a:noAutofit/>
          </a:bodyPr>
          <a:p>
            <a:pPr indent="0" algn="ctr">
              <a:buNone/>
            </a:pPr>
            <a:endParaRPr b="0" lang="en-US" sz="3990" spc="-1" strike="noStrike">
              <a:solidFill>
                <a:srgbClr val="000000"/>
              </a:solidFill>
              <a:latin typeface="Arial"/>
            </a:endParaRPr>
          </a:p>
        </p:txBody>
      </p:sp>
      <p:sp>
        <p:nvSpPr>
          <p:cNvPr id="12" name="PlaceHolder 2"/>
          <p:cNvSpPr>
            <a:spLocks noGrp="1"/>
          </p:cNvSpPr>
          <p:nvPr>
            <p:ph/>
          </p:nvPr>
        </p:nvSpPr>
        <p:spPr>
          <a:xfrm>
            <a:off x="456840" y="1604520"/>
            <a:ext cx="8228880" cy="189684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
        <p:nvSpPr>
          <p:cNvPr id="13" name="PlaceHolder 3"/>
          <p:cNvSpPr>
            <a:spLocks noGrp="1"/>
          </p:cNvSpPr>
          <p:nvPr>
            <p:ph/>
          </p:nvPr>
        </p:nvSpPr>
        <p:spPr>
          <a:xfrm>
            <a:off x="456840" y="3682080"/>
            <a:ext cx="8228880" cy="189684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456840" y="273240"/>
            <a:ext cx="8228880" cy="1144800"/>
          </a:xfrm>
          <a:prstGeom prst="rect">
            <a:avLst/>
          </a:prstGeom>
          <a:noFill/>
          <a:ln w="0">
            <a:noFill/>
          </a:ln>
        </p:spPr>
        <p:txBody>
          <a:bodyPr lIns="0" rIns="0" tIns="0" bIns="0" anchor="ctr">
            <a:noAutofit/>
          </a:bodyPr>
          <a:p>
            <a:pPr indent="0" algn="ctr">
              <a:buNone/>
            </a:pPr>
            <a:endParaRPr b="0" lang="en-US" sz="3990" spc="-1" strike="noStrike">
              <a:solidFill>
                <a:srgbClr val="000000"/>
              </a:solidFill>
              <a:latin typeface="Arial"/>
            </a:endParaRPr>
          </a:p>
        </p:txBody>
      </p:sp>
      <p:sp>
        <p:nvSpPr>
          <p:cNvPr id="20" name="PlaceHolder 2"/>
          <p:cNvSpPr>
            <a:spLocks noGrp="1"/>
          </p:cNvSpPr>
          <p:nvPr>
            <p:ph/>
          </p:nvPr>
        </p:nvSpPr>
        <p:spPr>
          <a:xfrm>
            <a:off x="456840" y="1604520"/>
            <a:ext cx="4015440" cy="189684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
        <p:nvSpPr>
          <p:cNvPr id="21" name="PlaceHolder 3"/>
          <p:cNvSpPr>
            <a:spLocks noGrp="1"/>
          </p:cNvSpPr>
          <p:nvPr>
            <p:ph/>
          </p:nvPr>
        </p:nvSpPr>
        <p:spPr>
          <a:xfrm>
            <a:off x="4673520" y="1604520"/>
            <a:ext cx="4015440" cy="189684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
        <p:nvSpPr>
          <p:cNvPr id="22" name="PlaceHolder 4"/>
          <p:cNvSpPr>
            <a:spLocks noGrp="1"/>
          </p:cNvSpPr>
          <p:nvPr>
            <p:ph/>
          </p:nvPr>
        </p:nvSpPr>
        <p:spPr>
          <a:xfrm>
            <a:off x="456840" y="3682080"/>
            <a:ext cx="4015440" cy="189684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
        <p:nvSpPr>
          <p:cNvPr id="23" name="PlaceHolder 5"/>
          <p:cNvSpPr>
            <a:spLocks noGrp="1"/>
          </p:cNvSpPr>
          <p:nvPr>
            <p:ph/>
          </p:nvPr>
        </p:nvSpPr>
        <p:spPr>
          <a:xfrm>
            <a:off x="4673520" y="3682080"/>
            <a:ext cx="4015440" cy="189684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8" name="PlaceHolder 1"/>
          <p:cNvSpPr>
            <a:spLocks noGrp="1"/>
          </p:cNvSpPr>
          <p:nvPr>
            <p:ph type="title"/>
          </p:nvPr>
        </p:nvSpPr>
        <p:spPr>
          <a:xfrm>
            <a:off x="456840" y="273240"/>
            <a:ext cx="8228880" cy="1144800"/>
          </a:xfrm>
          <a:prstGeom prst="rect">
            <a:avLst/>
          </a:prstGeom>
          <a:noFill/>
          <a:ln w="0">
            <a:noFill/>
          </a:ln>
        </p:spPr>
        <p:txBody>
          <a:bodyPr lIns="0" rIns="0" tIns="0" bIns="0" anchor="ctr">
            <a:noAutofit/>
          </a:bodyPr>
          <a:p>
            <a:pPr indent="0" algn="ctr">
              <a:buNone/>
            </a:pPr>
            <a:endParaRPr b="0" lang="en-US" sz="3990" spc="-1" strike="noStrike">
              <a:solidFill>
                <a:srgbClr val="000000"/>
              </a:solidFill>
              <a:latin typeface="Arial"/>
            </a:endParaRPr>
          </a:p>
        </p:txBody>
      </p:sp>
      <p:sp>
        <p:nvSpPr>
          <p:cNvPr id="29" name="PlaceHolder 2"/>
          <p:cNvSpPr>
            <a:spLocks noGrp="1"/>
          </p:cNvSpPr>
          <p:nvPr>
            <p:ph/>
          </p:nvPr>
        </p:nvSpPr>
        <p:spPr>
          <a:xfrm>
            <a:off x="456840" y="1604520"/>
            <a:ext cx="8228880" cy="397728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6840" y="273240"/>
            <a:ext cx="8228880" cy="1144800"/>
          </a:xfrm>
          <a:prstGeom prst="rect">
            <a:avLst/>
          </a:prstGeom>
          <a:noFill/>
          <a:ln w="0">
            <a:noFill/>
          </a:ln>
        </p:spPr>
        <p:txBody>
          <a:bodyPr lIns="0" rIns="0" tIns="0" bIns="0" anchor="ctr">
            <a:noAutofit/>
          </a:bodyPr>
          <a:p>
            <a:pPr indent="0" algn="ctr">
              <a:buNone/>
            </a:pPr>
            <a:endParaRPr b="0" lang="en-US" sz="3990" spc="-1" strike="noStrike">
              <a:solidFill>
                <a:srgbClr val="000000"/>
              </a:solidFill>
              <a:latin typeface="Arial"/>
            </a:endParaRPr>
          </a:p>
        </p:txBody>
      </p:sp>
      <p:sp>
        <p:nvSpPr>
          <p:cNvPr id="33" name="PlaceHolder 2"/>
          <p:cNvSpPr>
            <a:spLocks noGrp="1"/>
          </p:cNvSpPr>
          <p:nvPr>
            <p:ph/>
          </p:nvPr>
        </p:nvSpPr>
        <p:spPr>
          <a:xfrm>
            <a:off x="456840" y="1604520"/>
            <a:ext cx="8228880" cy="397728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6840" y="273240"/>
            <a:ext cx="8228880" cy="1144800"/>
          </a:xfrm>
          <a:prstGeom prst="rect">
            <a:avLst/>
          </a:prstGeom>
          <a:noFill/>
          <a:ln w="0">
            <a:noFill/>
          </a:ln>
        </p:spPr>
        <p:txBody>
          <a:bodyPr lIns="0" rIns="0" tIns="0" bIns="0" anchor="ctr">
            <a:noAutofit/>
          </a:bodyPr>
          <a:p>
            <a:pPr indent="0" algn="ctr">
              <a:buNone/>
            </a:pPr>
            <a:endParaRPr b="0" lang="en-US" sz="3990" spc="-1" strike="noStrike">
              <a:solidFill>
                <a:srgbClr val="000000"/>
              </a:solidFill>
              <a:latin typeface="Arial"/>
            </a:endParaRPr>
          </a:p>
        </p:txBody>
      </p:sp>
      <p:sp>
        <p:nvSpPr>
          <p:cNvPr id="38" name="PlaceHolder 2"/>
          <p:cNvSpPr>
            <a:spLocks noGrp="1"/>
          </p:cNvSpPr>
          <p:nvPr>
            <p:ph/>
          </p:nvPr>
        </p:nvSpPr>
        <p:spPr>
          <a:xfrm>
            <a:off x="456840" y="1604520"/>
            <a:ext cx="4015440" cy="397728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
        <p:nvSpPr>
          <p:cNvPr id="39" name="PlaceHolder 3"/>
          <p:cNvSpPr>
            <a:spLocks noGrp="1"/>
          </p:cNvSpPr>
          <p:nvPr>
            <p:ph/>
          </p:nvPr>
        </p:nvSpPr>
        <p:spPr>
          <a:xfrm>
            <a:off x="4673520" y="1604520"/>
            <a:ext cx="4015440" cy="397728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1" name="PlaceHolder 1"/>
          <p:cNvSpPr>
            <a:spLocks noGrp="1"/>
          </p:cNvSpPr>
          <p:nvPr>
            <p:ph type="title"/>
          </p:nvPr>
        </p:nvSpPr>
        <p:spPr>
          <a:xfrm>
            <a:off x="456840" y="273240"/>
            <a:ext cx="8228880" cy="1144800"/>
          </a:xfrm>
          <a:prstGeom prst="rect">
            <a:avLst/>
          </a:prstGeom>
          <a:noFill/>
          <a:ln w="0">
            <a:noFill/>
          </a:ln>
        </p:spPr>
        <p:txBody>
          <a:bodyPr lIns="0" rIns="0" tIns="0" bIns="0" anchor="ctr">
            <a:noAutofit/>
          </a:bodyPr>
          <a:p>
            <a:pPr indent="0" algn="ctr">
              <a:buNone/>
            </a:pPr>
            <a:endParaRPr b="0" lang="en-US" sz="399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entered Text">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Title, 2 Content and Content">
    <p:spTree>
      <p:nvGrpSpPr>
        <p:cNvPr id="1" name=""/>
        <p:cNvGrpSpPr/>
        <p:nvPr/>
      </p:nvGrpSpPr>
      <p:grpSpPr>
        <a:xfrm>
          <a:off x="0" y="0"/>
          <a:ext cx="0" cy="0"/>
          <a:chOff x="0" y="0"/>
          <a:chExt cx="0" cy="0"/>
        </a:xfrm>
      </p:grpSpPr>
      <p:sp>
        <p:nvSpPr>
          <p:cNvPr id="46" name="PlaceHolder 1"/>
          <p:cNvSpPr>
            <a:spLocks noGrp="1"/>
          </p:cNvSpPr>
          <p:nvPr>
            <p:ph type="title"/>
          </p:nvPr>
        </p:nvSpPr>
        <p:spPr>
          <a:xfrm>
            <a:off x="456840" y="273240"/>
            <a:ext cx="8228880" cy="1144800"/>
          </a:xfrm>
          <a:prstGeom prst="rect">
            <a:avLst/>
          </a:prstGeom>
          <a:noFill/>
          <a:ln w="0">
            <a:noFill/>
          </a:ln>
        </p:spPr>
        <p:txBody>
          <a:bodyPr lIns="0" rIns="0" tIns="0" bIns="0" anchor="ctr">
            <a:noAutofit/>
          </a:bodyPr>
          <a:p>
            <a:pPr indent="0" algn="ctr">
              <a:buNone/>
            </a:pPr>
            <a:endParaRPr b="0" lang="en-US" sz="3990" spc="-1" strike="noStrike">
              <a:solidFill>
                <a:srgbClr val="000000"/>
              </a:solidFill>
              <a:latin typeface="Arial"/>
            </a:endParaRPr>
          </a:p>
        </p:txBody>
      </p:sp>
      <p:sp>
        <p:nvSpPr>
          <p:cNvPr id="47" name="PlaceHolder 2"/>
          <p:cNvSpPr>
            <a:spLocks noGrp="1"/>
          </p:cNvSpPr>
          <p:nvPr>
            <p:ph/>
          </p:nvPr>
        </p:nvSpPr>
        <p:spPr>
          <a:xfrm>
            <a:off x="456840" y="1604520"/>
            <a:ext cx="4015440" cy="189684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
        <p:nvSpPr>
          <p:cNvPr id="48" name="PlaceHolder 3"/>
          <p:cNvSpPr>
            <a:spLocks noGrp="1"/>
          </p:cNvSpPr>
          <p:nvPr>
            <p:ph/>
          </p:nvPr>
        </p:nvSpPr>
        <p:spPr>
          <a:xfrm>
            <a:off x="4673520" y="1604520"/>
            <a:ext cx="4015440" cy="397728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
        <p:nvSpPr>
          <p:cNvPr id="49" name="PlaceHolder 4"/>
          <p:cNvSpPr>
            <a:spLocks noGrp="1"/>
          </p:cNvSpPr>
          <p:nvPr>
            <p:ph/>
          </p:nvPr>
        </p:nvSpPr>
        <p:spPr>
          <a:xfrm>
            <a:off x="456840" y="3682080"/>
            <a:ext cx="4015440" cy="189684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Title Content and 2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6840" y="273240"/>
            <a:ext cx="8228880" cy="1144800"/>
          </a:xfrm>
          <a:prstGeom prst="rect">
            <a:avLst/>
          </a:prstGeom>
          <a:noFill/>
          <a:ln w="0">
            <a:noFill/>
          </a:ln>
        </p:spPr>
        <p:txBody>
          <a:bodyPr lIns="0" rIns="0" tIns="0" bIns="0" anchor="ctr">
            <a:noAutofit/>
          </a:bodyPr>
          <a:p>
            <a:pPr indent="0" algn="ctr">
              <a:buNone/>
            </a:pPr>
            <a:endParaRPr b="0" lang="en-US" sz="3990" spc="-1" strike="noStrike">
              <a:solidFill>
                <a:srgbClr val="000000"/>
              </a:solidFill>
              <a:latin typeface="Arial"/>
            </a:endParaRPr>
          </a:p>
        </p:txBody>
      </p:sp>
      <p:sp>
        <p:nvSpPr>
          <p:cNvPr id="55" name="PlaceHolder 2"/>
          <p:cNvSpPr>
            <a:spLocks noGrp="1"/>
          </p:cNvSpPr>
          <p:nvPr>
            <p:ph/>
          </p:nvPr>
        </p:nvSpPr>
        <p:spPr>
          <a:xfrm>
            <a:off x="456840" y="1604520"/>
            <a:ext cx="4015440" cy="397728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
        <p:nvSpPr>
          <p:cNvPr id="56" name="PlaceHolder 3"/>
          <p:cNvSpPr>
            <a:spLocks noGrp="1"/>
          </p:cNvSpPr>
          <p:nvPr>
            <p:ph/>
          </p:nvPr>
        </p:nvSpPr>
        <p:spPr>
          <a:xfrm>
            <a:off x="4673520" y="1604520"/>
            <a:ext cx="4015440" cy="189684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
        <p:nvSpPr>
          <p:cNvPr id="57" name="PlaceHolder 4"/>
          <p:cNvSpPr>
            <a:spLocks noGrp="1"/>
          </p:cNvSpPr>
          <p:nvPr>
            <p:ph/>
          </p:nvPr>
        </p:nvSpPr>
        <p:spPr>
          <a:xfrm>
            <a:off x="4673520" y="3682080"/>
            <a:ext cx="4015440" cy="1896840"/>
          </a:xfrm>
          <a:prstGeom prst="rect">
            <a:avLst/>
          </a:prstGeom>
          <a:noFill/>
          <a:ln w="0">
            <a:noFill/>
          </a:ln>
        </p:spPr>
        <p:txBody>
          <a:bodyPr lIns="0" rIns="0" tIns="0" bIns="0" anchor="t">
            <a:normAutofit/>
          </a:bodyPr>
          <a:p>
            <a:pPr indent="0">
              <a:spcBef>
                <a:spcPts val="1284"/>
              </a:spcBef>
              <a:buNone/>
            </a:pPr>
            <a:endParaRPr b="0" lang="en-US" sz="29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8">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 name="PlaceHolder 4"/>
          <p:cNvSpPr>
            <a:spLocks noGrp="1"/>
          </p:cNvSpPr>
          <p:nvPr>
            <p:ph type="body"/>
          </p:nvPr>
        </p:nvSpPr>
        <p:spPr>
          <a:xfrm>
            <a:off x="457200" y="3682080"/>
            <a:ext cx="8228880" cy="189648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9" name="PlaceHolder 2"/>
          <p:cNvSpPr>
            <a:spLocks noGrp="1"/>
          </p:cNvSpPr>
          <p:nvPr>
            <p:ph type="body"/>
          </p:nvPr>
        </p:nvSpPr>
        <p:spPr>
          <a:xfrm>
            <a:off x="457200" y="1604520"/>
            <a:ext cx="8228880" cy="189648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0" name="PlaceHolder 3"/>
          <p:cNvSpPr>
            <a:spLocks noGrp="1"/>
          </p:cNvSpPr>
          <p:nvPr>
            <p:ph type="body"/>
          </p:nvPr>
        </p:nvSpPr>
        <p:spPr>
          <a:xfrm>
            <a:off x="457200" y="3682080"/>
            <a:ext cx="8228880" cy="1896480"/>
          </a:xfrm>
          <a:prstGeom prst="rect">
            <a:avLst/>
          </a:prstGeom>
          <a:noFill/>
          <a:ln w="0">
            <a:noFill/>
          </a:ln>
        </p:spPr>
        <p:txBody>
          <a:bodyPr lIns="0" rIns="0" tIns="0" bIns="0" anchor="t">
            <a:normAutofit fontScale="71666"/>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5"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6"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7" name="PlaceHolder 4"/>
          <p:cNvSpPr>
            <a:spLocks noGrp="1"/>
          </p:cNvSpPr>
          <p:nvPr>
            <p:ph type="body"/>
          </p:nvPr>
        </p:nvSpPr>
        <p:spPr>
          <a:xfrm>
            <a:off x="45720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8" name="PlaceHolder 5"/>
          <p:cNvSpPr>
            <a:spLocks noGrp="1"/>
          </p:cNvSpPr>
          <p:nvPr>
            <p:ph type="body"/>
          </p:nvPr>
        </p:nvSpPr>
        <p:spPr>
          <a:xfrm>
            <a:off x="467424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5"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7" name="PlaceHolder 2"/>
          <p:cNvSpPr>
            <a:spLocks noGrp="1"/>
          </p:cNvSpPr>
          <p:nvPr>
            <p:ph type="body"/>
          </p:nvPr>
        </p:nvSpPr>
        <p:spPr>
          <a:xfrm>
            <a:off x="457200" y="1604520"/>
            <a:ext cx="82288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1" name="PlaceHolder 2"/>
          <p:cNvSpPr>
            <a:spLocks noGrp="1"/>
          </p:cNvSpPr>
          <p:nvPr>
            <p:ph type="body"/>
          </p:nvPr>
        </p:nvSpPr>
        <p:spPr>
          <a:xfrm>
            <a:off x="457200" y="1604520"/>
            <a:ext cx="82288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5" name="PlaceHolder 2"/>
          <p:cNvSpPr>
            <a:spLocks noGrp="1"/>
          </p:cNvSpPr>
          <p:nvPr>
            <p:ph type="body"/>
          </p:nvPr>
        </p:nvSpPr>
        <p:spPr>
          <a:xfrm>
            <a:off x="45720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36" name="PlaceHolder 3"/>
          <p:cNvSpPr>
            <a:spLocks noGrp="1"/>
          </p:cNvSpPr>
          <p:nvPr>
            <p:ph type="body"/>
          </p:nvPr>
        </p:nvSpPr>
        <p:spPr>
          <a:xfrm>
            <a:off x="467424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43" name="PlaceHolder 2"/>
          <p:cNvSpPr>
            <a:spLocks noGrp="1"/>
          </p:cNvSpPr>
          <p:nvPr>
            <p:ph type="body"/>
          </p:nvPr>
        </p:nvSpPr>
        <p:spPr>
          <a:xfrm>
            <a:off x="45720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4" name="PlaceHolder 3"/>
          <p:cNvSpPr>
            <a:spLocks noGrp="1"/>
          </p:cNvSpPr>
          <p:nvPr>
            <p:ph type="body"/>
          </p:nvPr>
        </p:nvSpPr>
        <p:spPr>
          <a:xfrm>
            <a:off x="467424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5" name="PlaceHolder 4"/>
          <p:cNvSpPr>
            <a:spLocks noGrp="1"/>
          </p:cNvSpPr>
          <p:nvPr>
            <p:ph type="body"/>
          </p:nvPr>
        </p:nvSpPr>
        <p:spPr>
          <a:xfrm>
            <a:off x="45720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51" name="PlaceHolder 2"/>
          <p:cNvSpPr>
            <a:spLocks noGrp="1"/>
          </p:cNvSpPr>
          <p:nvPr>
            <p:ph type="body"/>
          </p:nvPr>
        </p:nvSpPr>
        <p:spPr>
          <a:xfrm>
            <a:off x="457200" y="1604520"/>
            <a:ext cx="401544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52" name="PlaceHolder 3"/>
          <p:cNvSpPr>
            <a:spLocks noGrp="1"/>
          </p:cNvSpPr>
          <p:nvPr>
            <p:ph type="body"/>
          </p:nvPr>
        </p:nvSpPr>
        <p:spPr>
          <a:xfrm>
            <a:off x="4674240" y="160452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53" name="PlaceHolder 4"/>
          <p:cNvSpPr>
            <a:spLocks noGrp="1"/>
          </p:cNvSpPr>
          <p:nvPr>
            <p:ph type="body"/>
          </p:nvPr>
        </p:nvSpPr>
        <p:spPr>
          <a:xfrm>
            <a:off x="4674240" y="3682080"/>
            <a:ext cx="4015440" cy="1896480"/>
          </a:xfrm>
          <a:prstGeom prst="rect">
            <a:avLst/>
          </a:prstGeom>
          <a:noFill/>
          <a:ln w="0">
            <a:noFill/>
          </a:ln>
        </p:spPr>
        <p:txBody>
          <a:bodyPr lIns="0" rIns="0" tIns="0" bIns="0" anchor="t">
            <a:normAutofit fontScale="68333"/>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CustomShape 1"/>
          <p:cNvSpPr/>
          <p:nvPr/>
        </p:nvSpPr>
        <p:spPr>
          <a:xfrm>
            <a:off x="0" y="360"/>
            <a:ext cx="9138600" cy="8528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a typeface="DejaVu Sans"/>
            </a:endParaRPr>
          </a:p>
        </p:txBody>
      </p:sp>
      <p:sp>
        <p:nvSpPr>
          <p:cNvPr id="59" name="CustomShape 2"/>
          <p:cNvSpPr/>
          <p:nvPr/>
        </p:nvSpPr>
        <p:spPr>
          <a:xfrm>
            <a:off x="0" y="6005880"/>
            <a:ext cx="9138600" cy="852840"/>
          </a:xfrm>
          <a:prstGeom prst="rect">
            <a:avLst/>
          </a:prstGeom>
          <a:gradFill rotWithShape="0">
            <a:gsLst>
              <a:gs pos="0">
                <a:srgbClr val="dff2fc"/>
              </a:gs>
              <a:gs pos="100000">
                <a:srgbClr val="009bdd"/>
              </a:gs>
            </a:gsLst>
            <a:lin ang="10800000"/>
          </a:gra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a typeface="DejaVu Sans"/>
            </a:endParaRPr>
          </a:p>
        </p:txBody>
      </p:sp>
      <p:sp>
        <p:nvSpPr>
          <p:cNvPr id="60" name="PlaceHolder 1"/>
          <p:cNvSpPr>
            <a:spLocks noGrp="1"/>
          </p:cNvSpPr>
          <p:nvPr>
            <p:ph type="title"/>
          </p:nvPr>
        </p:nvSpPr>
        <p:spPr>
          <a:xfrm>
            <a:off x="456840" y="273240"/>
            <a:ext cx="8228880" cy="1144800"/>
          </a:xfrm>
          <a:prstGeom prst="rect">
            <a:avLst/>
          </a:prstGeom>
          <a:noFill/>
          <a:ln w="0">
            <a:noFill/>
          </a:ln>
        </p:spPr>
        <p:txBody>
          <a:bodyPr lIns="0" rIns="0" tIns="0" bIns="0" anchor="ctr">
            <a:noAutofit/>
          </a:bodyPr>
          <a:p>
            <a:pPr indent="0" algn="ctr">
              <a:buNone/>
            </a:pPr>
            <a:r>
              <a:rPr b="0" lang="en-US" sz="3990" spc="-1" strike="noStrike">
                <a:solidFill>
                  <a:srgbClr val="000000"/>
                </a:solidFill>
                <a:latin typeface="Arial"/>
              </a:rPr>
              <a:t>Click to edit the title text format</a:t>
            </a:r>
            <a:endParaRPr b="0" lang="en-US" sz="3990" spc="-1" strike="noStrike">
              <a:solidFill>
                <a:srgbClr val="000000"/>
              </a:solidFill>
              <a:latin typeface="Arial"/>
            </a:endParaRPr>
          </a:p>
        </p:txBody>
      </p:sp>
      <p:sp>
        <p:nvSpPr>
          <p:cNvPr id="61" name="PlaceHolder 2"/>
          <p:cNvSpPr>
            <a:spLocks noGrp="1"/>
          </p:cNvSpPr>
          <p:nvPr>
            <p:ph type="body"/>
          </p:nvPr>
        </p:nvSpPr>
        <p:spPr>
          <a:xfrm>
            <a:off x="456840" y="1604520"/>
            <a:ext cx="8228880" cy="3977280"/>
          </a:xfrm>
          <a:prstGeom prst="rect">
            <a:avLst/>
          </a:prstGeom>
          <a:noFill/>
          <a:ln w="0">
            <a:noFill/>
          </a:ln>
        </p:spPr>
        <p:txBody>
          <a:bodyPr lIns="0" rIns="0" tIns="0" bIns="0" anchor="t">
            <a:normAutofit/>
          </a:bodyPr>
          <a:p>
            <a:pPr marL="432000" indent="-324000">
              <a:spcBef>
                <a:spcPts val="1284"/>
              </a:spcBef>
              <a:buClr>
                <a:srgbClr val="000000"/>
              </a:buClr>
              <a:buSzPct val="45000"/>
              <a:buFont typeface="Wingdings" charset="2"/>
              <a:buChar char=""/>
            </a:pPr>
            <a:r>
              <a:rPr b="0" lang="en-US" sz="2900" spc="-1" strike="noStrike">
                <a:solidFill>
                  <a:srgbClr val="000000"/>
                </a:solidFill>
                <a:latin typeface="Arial"/>
              </a:rPr>
              <a:t>Click to edit the outline text format</a:t>
            </a:r>
            <a:endParaRPr b="0" lang="en-US" sz="2900" spc="-1" strike="noStrike">
              <a:solidFill>
                <a:srgbClr val="000000"/>
              </a:solidFill>
              <a:latin typeface="Arial"/>
            </a:endParaRPr>
          </a:p>
          <a:p>
            <a:pPr lvl="1" marL="864000" indent="-324000">
              <a:spcBef>
                <a:spcPts val="1026"/>
              </a:spcBef>
              <a:buClr>
                <a:srgbClr val="000000"/>
              </a:buClr>
              <a:buSzPct val="75000"/>
              <a:buFont typeface="Symbol" charset="2"/>
              <a:buChar char=""/>
            </a:pPr>
            <a:r>
              <a:rPr b="0" lang="en-US" sz="2540" spc="-1" strike="noStrike">
                <a:solidFill>
                  <a:srgbClr val="000000"/>
                </a:solidFill>
                <a:latin typeface="Arial"/>
              </a:rPr>
              <a:t>Second Outline Level</a:t>
            </a:r>
            <a:endParaRPr b="0" lang="en-US" sz="2540" spc="-1" strike="noStrike">
              <a:solidFill>
                <a:srgbClr val="000000"/>
              </a:solidFill>
              <a:latin typeface="Arial"/>
            </a:endParaRPr>
          </a:p>
          <a:p>
            <a:pPr lvl="2" marL="1296000" indent="-288000">
              <a:spcBef>
                <a:spcPts val="771"/>
              </a:spcBef>
              <a:buClr>
                <a:srgbClr val="000000"/>
              </a:buClr>
              <a:buSzPct val="45000"/>
              <a:buFont typeface="Wingdings" charset="2"/>
              <a:buChar char=""/>
            </a:pPr>
            <a:r>
              <a:rPr b="0" lang="en-US" sz="2180" spc="-1" strike="noStrike">
                <a:solidFill>
                  <a:srgbClr val="000000"/>
                </a:solidFill>
                <a:latin typeface="Arial"/>
              </a:rPr>
              <a:t>Third Outline Level</a:t>
            </a:r>
            <a:endParaRPr b="0" lang="en-US" sz="2180" spc="-1" strike="noStrike">
              <a:solidFill>
                <a:srgbClr val="000000"/>
              </a:solidFill>
              <a:latin typeface="Arial"/>
            </a:endParaRPr>
          </a:p>
          <a:p>
            <a:pPr lvl="3" marL="1728000" indent="-216000">
              <a:spcBef>
                <a:spcPts val="513"/>
              </a:spcBef>
              <a:buClr>
                <a:srgbClr val="000000"/>
              </a:buClr>
              <a:buSzPct val="75000"/>
              <a:buFont typeface="Symbol" charset="2"/>
              <a:buChar char=""/>
            </a:pPr>
            <a:r>
              <a:rPr b="0" lang="en-US" sz="1810" spc="-1" strike="noStrike">
                <a:solidFill>
                  <a:srgbClr val="000000"/>
                </a:solidFill>
                <a:latin typeface="Arial"/>
              </a:rPr>
              <a:t>Fourth Outline Level</a:t>
            </a:r>
            <a:endParaRPr b="0" lang="en-US" sz="1810" spc="-1" strike="noStrike">
              <a:solidFill>
                <a:srgbClr val="000000"/>
              </a:solidFill>
              <a:latin typeface="Arial"/>
            </a:endParaRPr>
          </a:p>
          <a:p>
            <a:pPr lvl="4" marL="2160000" indent="-216000">
              <a:spcBef>
                <a:spcPts val="255"/>
              </a:spcBef>
              <a:buClr>
                <a:srgbClr val="000000"/>
              </a:buClr>
              <a:buSzPct val="45000"/>
              <a:buFont typeface="Wingdings" charset="2"/>
              <a:buChar char=""/>
            </a:pPr>
            <a:r>
              <a:rPr b="0" lang="en-US" sz="1810" spc="-1" strike="noStrike">
                <a:solidFill>
                  <a:srgbClr val="000000"/>
                </a:solidFill>
                <a:latin typeface="Arial"/>
              </a:rPr>
              <a:t>Fifth Outline Level</a:t>
            </a:r>
            <a:endParaRPr b="0" lang="en-US" sz="1810" spc="-1" strike="noStrike">
              <a:solidFill>
                <a:srgbClr val="000000"/>
              </a:solidFill>
              <a:latin typeface="Arial"/>
            </a:endParaRPr>
          </a:p>
          <a:p>
            <a:pPr lvl="5" marL="2592000" indent="-216000">
              <a:spcBef>
                <a:spcPts val="255"/>
              </a:spcBef>
              <a:buClr>
                <a:srgbClr val="000000"/>
              </a:buClr>
              <a:buSzPct val="45000"/>
              <a:buFont typeface="Wingdings" charset="2"/>
              <a:buChar char=""/>
            </a:pPr>
            <a:r>
              <a:rPr b="0" lang="en-US" sz="1810" spc="-1" strike="noStrike">
                <a:solidFill>
                  <a:srgbClr val="000000"/>
                </a:solidFill>
                <a:latin typeface="Arial"/>
              </a:rPr>
              <a:t>Sixth Outline Level</a:t>
            </a:r>
            <a:endParaRPr b="0" lang="en-US" sz="1810" spc="-1" strike="noStrike">
              <a:solidFill>
                <a:srgbClr val="000000"/>
              </a:solidFill>
              <a:latin typeface="Arial"/>
            </a:endParaRPr>
          </a:p>
          <a:p>
            <a:pPr lvl="6" marL="3024000" indent="-216000">
              <a:spcBef>
                <a:spcPts val="255"/>
              </a:spcBef>
              <a:buClr>
                <a:srgbClr val="000000"/>
              </a:buClr>
              <a:buSzPct val="45000"/>
              <a:buFont typeface="Wingdings" charset="2"/>
              <a:buChar char=""/>
            </a:pPr>
            <a:r>
              <a:rPr b="0" lang="en-US" sz="1810" spc="-1" strike="noStrike">
                <a:solidFill>
                  <a:srgbClr val="000000"/>
                </a:solidFill>
                <a:latin typeface="Arial"/>
              </a:rPr>
              <a:t>Seventh Outline Level</a:t>
            </a:r>
            <a:endParaRPr b="0" lang="en-US" sz="181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5.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5.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5.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5.xml"/>
</Relationships>
</file>

<file path=ppt/slides/_rels/slide8.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5.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5.xml"/>
</Relationships>
</file>

<file path=ppt/slides/_rels/slide11.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5.xml"/>
</Relationships>
</file>

<file path=ppt/slides/_rels/slide12.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5.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 name="CustomShape 1"/>
          <p:cNvSpPr/>
          <p:nvPr/>
        </p:nvSpPr>
        <p:spPr>
          <a:xfrm>
            <a:off x="990720" y="1447920"/>
            <a:ext cx="7694280" cy="15534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4800" spc="-1" strike="noStrike">
                <a:solidFill>
                  <a:srgbClr val="000000"/>
                </a:solidFill>
                <a:latin typeface="Calibri"/>
                <a:ea typeface="DejaVu Sans"/>
              </a:rPr>
              <a:t>Memory mapped and IO mapped in Linux</a:t>
            </a:r>
            <a:endParaRPr b="0" lang="en-US" sz="4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3" name="Picture 2" descr=""/>
          <p:cNvPicPr/>
          <p:nvPr/>
        </p:nvPicPr>
        <p:blipFill>
          <a:blip r:embed="rId1"/>
          <a:stretch/>
        </p:blipFill>
        <p:spPr>
          <a:xfrm>
            <a:off x="0" y="914400"/>
            <a:ext cx="8989920" cy="4332240"/>
          </a:xfrm>
          <a:prstGeom prst="rect">
            <a:avLst/>
          </a:prstGeom>
          <a:ln w="0">
            <a:noFill/>
          </a:ln>
        </p:spPr>
      </p:pic>
      <p:sp>
        <p:nvSpPr>
          <p:cNvPr id="64" name="CustomShape 1"/>
          <p:cNvSpPr/>
          <p:nvPr/>
        </p:nvSpPr>
        <p:spPr>
          <a:xfrm>
            <a:off x="304920" y="457200"/>
            <a:ext cx="7694280" cy="6382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3600" spc="-1" strike="noStrike">
                <a:solidFill>
                  <a:srgbClr val="000000"/>
                </a:solidFill>
                <a:latin typeface="Calibri"/>
                <a:ea typeface="DejaVu Sans"/>
              </a:rPr>
              <a:t>Memory Mapped I/O Vs  Port I/O</a:t>
            </a:r>
            <a:endParaRPr b="0" lang="en-US" sz="3600" spc="-1" strike="noStrike">
              <a:solidFill>
                <a:srgbClr val="000000"/>
              </a:solidFill>
              <a:latin typeface="Arial"/>
            </a:endParaRPr>
          </a:p>
        </p:txBody>
      </p:sp>
      <p:sp>
        <p:nvSpPr>
          <p:cNvPr id="65" name="CustomShape 2"/>
          <p:cNvSpPr/>
          <p:nvPr/>
        </p:nvSpPr>
        <p:spPr>
          <a:xfrm>
            <a:off x="533520" y="5270040"/>
            <a:ext cx="6170400" cy="17355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Calibri"/>
                <a:ea typeface="DejaVu Sans"/>
              </a:rPr>
              <a:t>Cat /proc/ioports  --- To display port mapped I/O</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Cat /proc/iomem  --  To display memory mapped I/O Ports</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6" name="Picture 3" descr=""/>
          <p:cNvPicPr/>
          <p:nvPr/>
        </p:nvPicPr>
        <p:blipFill>
          <a:blip r:embed="rId1"/>
          <a:stretch/>
        </p:blipFill>
        <p:spPr>
          <a:xfrm>
            <a:off x="152280" y="1295280"/>
            <a:ext cx="8685000" cy="5256000"/>
          </a:xfrm>
          <a:prstGeom prst="rect">
            <a:avLst/>
          </a:prstGeom>
          <a:ln w="0">
            <a:noFill/>
          </a:ln>
        </p:spPr>
      </p:pic>
      <p:sp>
        <p:nvSpPr>
          <p:cNvPr id="67" name="CustomShape 1"/>
          <p:cNvSpPr/>
          <p:nvPr/>
        </p:nvSpPr>
        <p:spPr>
          <a:xfrm>
            <a:off x="762120" y="304920"/>
            <a:ext cx="5865480" cy="5774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US" sz="3200" spc="-1" strike="noStrike">
                <a:solidFill>
                  <a:srgbClr val="000000"/>
                </a:solidFill>
                <a:latin typeface="Calibri"/>
                <a:ea typeface="DejaVu Sans"/>
              </a:rPr>
              <a:t>Requesting I/O ports</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685800" y="228600"/>
            <a:ext cx="7846920" cy="53017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pc="-1" strike="noStrike">
                <a:solidFill>
                  <a:srgbClr val="000000"/>
                </a:solidFill>
                <a:latin typeface="Calibri"/>
                <a:ea typeface="DejaVu Sans"/>
              </a:rPr>
              <a:t>Application can access port mapped devices in 2 ways</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marL="343080" indent="-342000">
              <a:lnSpc>
                <a:spcPct val="100000"/>
              </a:lnSpc>
              <a:buClr>
                <a:srgbClr val="000000"/>
              </a:buClr>
              <a:buFont typeface="StarSymbol"/>
              <a:buAutoNum type="arabicPeriod"/>
            </a:pPr>
            <a:r>
              <a:rPr b="0" lang="en-US" sz="1800" spc="-1" strike="noStrike">
                <a:solidFill>
                  <a:srgbClr val="000000"/>
                </a:solidFill>
                <a:latin typeface="Calibri"/>
                <a:ea typeface="DejaVu Sans"/>
              </a:rPr>
              <a:t>Running as root application using IOPERM system call</a:t>
            </a:r>
            <a:endParaRPr b="0" lang="en-US" sz="1800" spc="-1" strike="noStrike">
              <a:solidFill>
                <a:srgbClr val="000000"/>
              </a:solidFill>
              <a:latin typeface="Arial"/>
            </a:endParaRPr>
          </a:p>
          <a:p>
            <a:pPr marL="343080" indent="-342000">
              <a:lnSpc>
                <a:spcPct val="100000"/>
              </a:lnSpc>
              <a:buClr>
                <a:srgbClr val="000000"/>
              </a:buClr>
              <a:buFont typeface="StarSymbol"/>
              <a:buAutoNum type="arabicPeriod"/>
            </a:pPr>
            <a:r>
              <a:rPr b="0" lang="en-US" sz="1800" spc="-1" strike="noStrike">
                <a:solidFill>
                  <a:srgbClr val="000000"/>
                </a:solidFill>
                <a:latin typeface="Calibri"/>
                <a:ea typeface="DejaVu Sans"/>
              </a:rPr>
              <a:t>Using operation on the special device file /dev/port (Old method)</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addr = 0x378;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int result = ioperm(addr,5,1);</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unsigned char data;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data = inb(addr);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outb(data,addr);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short data;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data = inw(addr);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outw(data,addr);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long data;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data = inl(addr); </a:t>
            </a:r>
            <a:endParaRPr b="0" lang="en-US" sz="1800" spc="-1" strike="noStrike">
              <a:solidFill>
                <a:srgbClr val="000000"/>
              </a:solidFill>
              <a:latin typeface="Arial"/>
            </a:endParaRPr>
          </a:p>
          <a:p>
            <a:pPr>
              <a:lnSpc>
                <a:spcPct val="100000"/>
              </a:lnSpc>
            </a:pPr>
            <a:r>
              <a:rPr b="0" lang="en-US" sz="1800" spc="-1" strike="noStrike">
                <a:solidFill>
                  <a:srgbClr val="000000"/>
                </a:solidFill>
                <a:latin typeface="Calibri"/>
                <a:ea typeface="DejaVu Sans"/>
              </a:rPr>
              <a:t>outl(data,addr);</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9" name="Picture 2" descr=""/>
          <p:cNvPicPr/>
          <p:nvPr/>
        </p:nvPicPr>
        <p:blipFill>
          <a:blip r:embed="rId1"/>
          <a:stretch/>
        </p:blipFill>
        <p:spPr>
          <a:xfrm>
            <a:off x="157320" y="914400"/>
            <a:ext cx="8827920" cy="4170240"/>
          </a:xfrm>
          <a:prstGeom prst="rect">
            <a:avLst/>
          </a:prstGeom>
          <a:ln w="0">
            <a:noFill/>
          </a:ln>
        </p:spPr>
      </p:pic>
      <p:sp>
        <p:nvSpPr>
          <p:cNvPr id="70" name="CustomShape 1"/>
          <p:cNvSpPr/>
          <p:nvPr/>
        </p:nvSpPr>
        <p:spPr>
          <a:xfrm>
            <a:off x="533520" y="304920"/>
            <a:ext cx="4036680" cy="4554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2400" spc="-1" strike="noStrike">
                <a:solidFill>
                  <a:srgbClr val="000000"/>
                </a:solidFill>
                <a:latin typeface="Calibri"/>
                <a:ea typeface="DejaVu Sans"/>
              </a:rPr>
              <a:t>Accessing IO Ports:</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1" name="Picture 2" descr=""/>
          <p:cNvPicPr/>
          <p:nvPr/>
        </p:nvPicPr>
        <p:blipFill>
          <a:blip r:embed="rId1"/>
          <a:stretch/>
        </p:blipFill>
        <p:spPr>
          <a:xfrm>
            <a:off x="33480" y="1276200"/>
            <a:ext cx="9075600" cy="4894200"/>
          </a:xfrm>
          <a:prstGeom prst="rect">
            <a:avLst/>
          </a:prstGeom>
          <a:ln w="0">
            <a:noFill/>
          </a:ln>
        </p:spPr>
      </p:pic>
      <p:sp>
        <p:nvSpPr>
          <p:cNvPr id="72" name="CustomShape 1"/>
          <p:cNvSpPr/>
          <p:nvPr/>
        </p:nvSpPr>
        <p:spPr>
          <a:xfrm>
            <a:off x="533520" y="228600"/>
            <a:ext cx="5713200" cy="9435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2800" spc="-1" strike="noStrike">
                <a:solidFill>
                  <a:srgbClr val="000000"/>
                </a:solidFill>
                <a:latin typeface="Calibri"/>
                <a:ea typeface="DejaVu Sans"/>
              </a:rPr>
              <a:t>Mapping IO Ports in Virtual Memory</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3" name="Picture 2" descr=""/>
          <p:cNvPicPr/>
          <p:nvPr/>
        </p:nvPicPr>
        <p:blipFill>
          <a:blip r:embed="rId1"/>
          <a:stretch/>
        </p:blipFill>
        <p:spPr>
          <a:xfrm>
            <a:off x="85680" y="866880"/>
            <a:ext cx="8970840" cy="5122800"/>
          </a:xfrm>
          <a:prstGeom prst="rect">
            <a:avLst/>
          </a:prstGeom>
          <a:ln w="0">
            <a:noFill/>
          </a:ln>
        </p:spPr>
      </p:pic>
      <p:sp>
        <p:nvSpPr>
          <p:cNvPr id="74" name="CustomShape 1"/>
          <p:cNvSpPr/>
          <p:nvPr/>
        </p:nvSpPr>
        <p:spPr>
          <a:xfrm>
            <a:off x="533520" y="228600"/>
            <a:ext cx="5636880" cy="5166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2800" spc="-1" strike="noStrike">
                <a:solidFill>
                  <a:srgbClr val="000000"/>
                </a:solidFill>
                <a:latin typeface="Calibri"/>
                <a:ea typeface="DejaVu Sans"/>
              </a:rPr>
              <a:t>Accessing I/O memory </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5" name="Picture 3" descr=""/>
          <p:cNvPicPr/>
          <p:nvPr/>
        </p:nvPicPr>
        <p:blipFill>
          <a:blip r:embed="rId1"/>
          <a:stretch/>
        </p:blipFill>
        <p:spPr>
          <a:xfrm>
            <a:off x="433440" y="1209600"/>
            <a:ext cx="8275320" cy="4437000"/>
          </a:xfrm>
          <a:prstGeom prst="rect">
            <a:avLst/>
          </a:prstGeom>
          <a:ln w="0">
            <a:noFill/>
          </a:ln>
        </p:spPr>
      </p:pic>
      <p:sp>
        <p:nvSpPr>
          <p:cNvPr id="76" name="CustomShape 1"/>
          <p:cNvSpPr/>
          <p:nvPr/>
        </p:nvSpPr>
        <p:spPr>
          <a:xfrm>
            <a:off x="533520" y="228600"/>
            <a:ext cx="5636880" cy="5166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2800" spc="-1" strike="noStrike">
                <a:solidFill>
                  <a:srgbClr val="000000"/>
                </a:solidFill>
                <a:latin typeface="Calibri"/>
                <a:ea typeface="DejaVu Sans"/>
              </a:rPr>
              <a:t>Port Mapped I/O Execution</a:t>
            </a:r>
            <a:endParaRPr b="0" lang="en-US" sz="2800" spc="-1" strike="noStrike">
              <a:solidFill>
                <a:srgbClr val="000000"/>
              </a:solidFill>
              <a:latin typeface="Arial"/>
            </a:endParaRPr>
          </a:p>
        </p:txBody>
      </p:sp>
      <p:sp>
        <p:nvSpPr>
          <p:cNvPr id="77" name="CustomShape 2"/>
          <p:cNvSpPr/>
          <p:nvPr/>
        </p:nvSpPr>
        <p:spPr>
          <a:xfrm>
            <a:off x="1143000" y="5648400"/>
            <a:ext cx="988920" cy="598320"/>
          </a:xfrm>
          <a:prstGeom prst="rightArrow">
            <a:avLst>
              <a:gd name="adj1" fmla="val 50000"/>
              <a:gd name="adj2" fmla="val 50000"/>
            </a:avLst>
          </a:prstGeom>
          <a:solidFill>
            <a:srgbClr val="4f81bd"/>
          </a:solidFill>
          <a:ln>
            <a:solidFill>
              <a:srgbClr val="3a5f8b"/>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ffffff"/>
              </a:solidFill>
              <a:latin typeface="Arial"/>
              <a:ea typeface="DejaVu Sans"/>
            </a:endParaRPr>
          </a:p>
        </p:txBody>
      </p:sp>
      <p:sp>
        <p:nvSpPr>
          <p:cNvPr id="78" name="CustomShape 3"/>
          <p:cNvSpPr/>
          <p:nvPr/>
        </p:nvSpPr>
        <p:spPr>
          <a:xfrm>
            <a:off x="2362320" y="5648400"/>
            <a:ext cx="5636880" cy="5166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2800" spc="-1" strike="noStrike">
                <a:solidFill>
                  <a:srgbClr val="000000"/>
                </a:solidFill>
                <a:latin typeface="Calibri"/>
                <a:ea typeface="DejaVu Sans"/>
              </a:rPr>
              <a:t>Go through CMOS driver</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 name="CustomShape 1"/>
          <p:cNvSpPr/>
          <p:nvPr/>
        </p:nvSpPr>
        <p:spPr>
          <a:xfrm>
            <a:off x="46800" y="0"/>
            <a:ext cx="8520480" cy="5166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2800" spc="-1" strike="noStrike">
                <a:solidFill>
                  <a:srgbClr val="000000"/>
                </a:solidFill>
                <a:latin typeface="Calibri"/>
                <a:ea typeface="DejaVu Sans"/>
              </a:rPr>
              <a:t>Requesting I/O Memory in User Space</a:t>
            </a:r>
            <a:endParaRPr b="0" lang="en-US" sz="2800" spc="-1" strike="noStrike">
              <a:solidFill>
                <a:srgbClr val="000000"/>
              </a:solidFill>
              <a:latin typeface="Arial"/>
            </a:endParaRPr>
          </a:p>
        </p:txBody>
      </p:sp>
      <p:sp>
        <p:nvSpPr>
          <p:cNvPr id="80" name="CustomShape 2"/>
          <p:cNvSpPr/>
          <p:nvPr/>
        </p:nvSpPr>
        <p:spPr>
          <a:xfrm>
            <a:off x="152280" y="729360"/>
            <a:ext cx="8837280" cy="6124320"/>
          </a:xfrm>
          <a:prstGeom prst="rect">
            <a:avLst/>
          </a:prstGeom>
          <a:solidFill>
            <a:srgbClr val="ffffff"/>
          </a:solidFill>
          <a:ln w="0">
            <a:noFill/>
          </a:ln>
        </p:spPr>
        <p:style>
          <a:lnRef idx="0"/>
          <a:fillRef idx="0"/>
          <a:effectRef idx="0"/>
          <a:fontRef idx="minor"/>
        </p:style>
        <p:txBody>
          <a:bodyPr lIns="90000" rIns="90000" tIns="45000" bIns="45000" anchor="ctr">
            <a:spAutoFit/>
          </a:bodyPr>
          <a:p>
            <a:pPr>
              <a:lnSpc>
                <a:spcPct val="100000"/>
              </a:lnSpc>
              <a:tabLst>
                <a:tab algn="l" pos="0"/>
              </a:tabLst>
            </a:pPr>
            <a:r>
              <a:rPr b="0" lang="en-US" sz="1800" spc="-1" strike="noStrike">
                <a:solidFill>
                  <a:srgbClr val="222222"/>
                </a:solidFill>
                <a:latin typeface="Calibri"/>
                <a:ea typeface="DejaVu Sans"/>
              </a:rPr>
              <a:t>/dev/mem Provides access to the computer's physical memory.</a:t>
            </a:r>
            <a:r>
              <a:rPr b="0" lang="en-US" sz="1800" spc="-1" strike="noStrike">
                <a:solidFill>
                  <a:srgbClr val="000000"/>
                </a:solidFill>
                <a:latin typeface="Calibri"/>
                <a:ea typeface="DejaVu Sans"/>
              </a:rPr>
              <a:t> </a:t>
            </a:r>
            <a:endParaRPr b="0" lang="en-US" sz="1800" spc="-1" strike="noStrike">
              <a:solidFill>
                <a:srgbClr val="000000"/>
              </a:solidFill>
              <a:latin typeface="Arial"/>
            </a:endParaRPr>
          </a:p>
          <a:p>
            <a:pPr>
              <a:lnSpc>
                <a:spcPct val="100000"/>
              </a:lnSpc>
              <a:tabLst>
                <a:tab algn="l" pos="0"/>
              </a:tabLst>
            </a:pPr>
            <a:r>
              <a:rPr b="1" lang="en-US" sz="1800" spc="-1" strike="noStrike">
                <a:solidFill>
                  <a:srgbClr val="000000"/>
                </a:solidFill>
                <a:latin typeface="Calibri"/>
                <a:ea typeface="DejaVu Sans"/>
              </a:rPr>
              <a:t>void *mmap(void *</a:t>
            </a:r>
            <a:r>
              <a:rPr b="0" i="1" lang="en-US" sz="1800" spc="-1" strike="noStrike">
                <a:solidFill>
                  <a:srgbClr val="000000"/>
                </a:solidFill>
                <a:latin typeface="Calibri"/>
                <a:ea typeface="DejaVu Sans"/>
              </a:rPr>
              <a:t>addr</a:t>
            </a:r>
            <a:r>
              <a:rPr b="1" lang="en-US" sz="1800" spc="-1" strike="noStrike">
                <a:solidFill>
                  <a:srgbClr val="000000"/>
                </a:solidFill>
                <a:latin typeface="Calibri"/>
                <a:ea typeface="DejaVu Sans"/>
              </a:rPr>
              <a:t>, size_t </a:t>
            </a:r>
            <a:r>
              <a:rPr b="0" i="1" lang="en-US" sz="1800" spc="-1" strike="noStrike">
                <a:solidFill>
                  <a:srgbClr val="000000"/>
                </a:solidFill>
                <a:latin typeface="Calibri"/>
                <a:ea typeface="DejaVu Sans"/>
              </a:rPr>
              <a:t>length</a:t>
            </a:r>
            <a:r>
              <a:rPr b="1" lang="en-US" sz="1800" spc="-1" strike="noStrike">
                <a:solidFill>
                  <a:srgbClr val="000000"/>
                </a:solidFill>
                <a:latin typeface="Calibri"/>
                <a:ea typeface="DejaVu Sans"/>
              </a:rPr>
              <a:t>, int </a:t>
            </a:r>
            <a:r>
              <a:rPr b="0" i="1" lang="en-US" sz="1800" spc="-1" strike="noStrike">
                <a:solidFill>
                  <a:srgbClr val="000000"/>
                </a:solidFill>
                <a:latin typeface="Calibri"/>
                <a:ea typeface="DejaVu Sans"/>
              </a:rPr>
              <a:t>prot</a:t>
            </a:r>
            <a:r>
              <a:rPr b="1" lang="en-US" sz="1800" spc="-1" strike="noStrike">
                <a:solidFill>
                  <a:srgbClr val="000000"/>
                </a:solidFill>
                <a:latin typeface="Calibri"/>
                <a:ea typeface="DejaVu Sans"/>
              </a:rPr>
              <a:t>, int </a:t>
            </a:r>
            <a:r>
              <a:rPr b="0" i="1" lang="en-US" sz="1800" spc="-1" strike="noStrike">
                <a:solidFill>
                  <a:srgbClr val="000000"/>
                </a:solidFill>
                <a:latin typeface="Calibri"/>
                <a:ea typeface="DejaVu Sans"/>
              </a:rPr>
              <a:t>flags</a:t>
            </a:r>
            <a:r>
              <a:rPr b="1" lang="en-US" sz="1800" spc="-1" strike="noStrike">
                <a:solidFill>
                  <a:srgbClr val="000000"/>
                </a:solidFill>
                <a:latin typeface="Calibri"/>
                <a:ea typeface="DejaVu Sans"/>
              </a:rPr>
              <a:t>,</a:t>
            </a:r>
            <a:r>
              <a:rPr b="0" lang="en-US" sz="1800" spc="-1" strike="noStrike">
                <a:solidFill>
                  <a:srgbClr val="000000"/>
                </a:solidFill>
                <a:latin typeface="Calibri"/>
                <a:ea typeface="DejaVu Sans"/>
              </a:rPr>
              <a:t> </a:t>
            </a:r>
            <a:r>
              <a:rPr b="1" lang="en-US" sz="1800" spc="-1" strike="noStrike">
                <a:solidFill>
                  <a:srgbClr val="000000"/>
                </a:solidFill>
                <a:latin typeface="Calibri"/>
                <a:ea typeface="DejaVu Sans"/>
              </a:rPr>
              <a:t>int </a:t>
            </a:r>
            <a:r>
              <a:rPr b="0" i="1" lang="en-US" sz="1800" spc="-1" strike="noStrike">
                <a:solidFill>
                  <a:srgbClr val="000000"/>
                </a:solidFill>
                <a:latin typeface="Calibri"/>
                <a:ea typeface="DejaVu Sans"/>
              </a:rPr>
              <a:t>fd</a:t>
            </a:r>
            <a:r>
              <a:rPr b="1" lang="en-US" sz="1800" spc="-1" strike="noStrike">
                <a:solidFill>
                  <a:srgbClr val="000000"/>
                </a:solidFill>
                <a:latin typeface="Calibri"/>
                <a:ea typeface="DejaVu Sans"/>
              </a:rPr>
              <a:t>, off_t </a:t>
            </a:r>
            <a:r>
              <a:rPr b="0" i="1" lang="en-US" sz="1800" spc="-1" strike="noStrike">
                <a:solidFill>
                  <a:srgbClr val="000000"/>
                </a:solidFill>
                <a:latin typeface="Calibri"/>
                <a:ea typeface="DejaVu Sans"/>
              </a:rPr>
              <a:t>offset</a:t>
            </a:r>
            <a:r>
              <a:rPr b="1" lang="en-US" sz="1800" spc="-1" strike="noStrike">
                <a:solidFill>
                  <a:srgbClr val="000000"/>
                </a:solidFill>
                <a:latin typeface="Calibri"/>
                <a:ea typeface="DejaVu Sans"/>
              </a:rPr>
              <a:t>); -&gt; man mmap</a:t>
            </a:r>
            <a:endParaRPr b="0" lang="en-US" sz="1800" spc="-1" strike="noStrike">
              <a:solidFill>
                <a:srgbClr val="000000"/>
              </a:solidFill>
              <a:latin typeface="Arial"/>
            </a:endParaRPr>
          </a:p>
          <a:p>
            <a:pPr>
              <a:lnSpc>
                <a:spcPct val="100000"/>
              </a:lnSpc>
              <a:tabLst>
                <a:tab algn="l" pos="0"/>
              </a:tabLst>
            </a:pP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r>
              <a:rPr b="0" lang="en-US" sz="1800" spc="-1" strike="noStrike">
                <a:solidFill>
                  <a:srgbClr val="000000"/>
                </a:solidFill>
                <a:latin typeface="Calibri"/>
                <a:ea typeface="DejaVu Sans"/>
              </a:rPr>
              <a:t>uint8_t *virt_addr;</a:t>
            </a:r>
            <a:endParaRPr b="0" lang="en-US" sz="1800" spc="-1" strike="noStrike">
              <a:solidFill>
                <a:srgbClr val="000000"/>
              </a:solidFill>
              <a:latin typeface="Arial"/>
            </a:endParaRPr>
          </a:p>
          <a:p>
            <a:pPr>
              <a:lnSpc>
                <a:spcPct val="100000"/>
              </a:lnSpc>
              <a:tabLst>
                <a:tab algn="l" pos="0"/>
              </a:tabLst>
            </a:pP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r>
              <a:rPr b="0" lang="en-US" sz="1800" spc="-1" strike="noStrike">
                <a:solidFill>
                  <a:srgbClr val="000000"/>
                </a:solidFill>
                <a:latin typeface="Calibri"/>
                <a:ea typeface="DejaVu Sans"/>
              </a:rPr>
              <a:t>fd = open("/dev/mem", O_RDWR);</a:t>
            </a: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r>
              <a:rPr b="0" lang="en-US" sz="1800" spc="-1" strike="noStrike">
                <a:solidFill>
                  <a:srgbClr val="000000"/>
                </a:solidFill>
                <a:latin typeface="Calibri"/>
                <a:ea typeface="DejaVu Sans"/>
              </a:rPr>
              <a:t>if (-1 == fd) </a:t>
            </a: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r>
              <a:rPr b="0" lang="en-US" sz="1800" spc="-1" strike="noStrike">
                <a:solidFill>
                  <a:srgbClr val="000000"/>
                </a:solidFill>
                <a:latin typeface="Calibri"/>
                <a:ea typeface="DejaVu Sans"/>
              </a:rPr>
              <a:t>{</a:t>
            </a: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r>
              <a:rPr b="0" lang="en-US" sz="1800" spc="-1" strike="noStrike">
                <a:solidFill>
                  <a:srgbClr val="000000"/>
                </a:solidFill>
                <a:latin typeface="Calibri"/>
                <a:ea typeface="DejaVu Sans"/>
              </a:rPr>
              <a:t>perror("Mem open failed:");</a:t>
            </a: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r>
              <a:rPr b="0" lang="en-US" sz="1800" spc="-1" strike="noStrike">
                <a:solidFill>
                  <a:srgbClr val="000000"/>
                </a:solidFill>
                <a:latin typeface="Calibri"/>
                <a:ea typeface="DejaVu Sans"/>
              </a:rPr>
              <a:t>return -1;</a:t>
            </a: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r>
              <a:rPr b="0" lang="en-US" sz="1800" spc="-1" strike="noStrike">
                <a:solidFill>
                  <a:srgbClr val="000000"/>
                </a:solidFill>
                <a:latin typeface="Calibri"/>
                <a:ea typeface="DejaVu Sans"/>
              </a:rPr>
              <a:t>}</a:t>
            </a: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r>
              <a:rPr b="0" lang="en-US" sz="1800" spc="-1" strike="noStrike">
                <a:solidFill>
                  <a:srgbClr val="000000"/>
                </a:solidFill>
                <a:latin typeface="Calibri"/>
                <a:ea typeface="DejaVu Sans"/>
              </a:rPr>
              <a:t>virt_addr = (uint8_t *)mmap(NULL, size , PROT_READ | PROT_WRITE, MAP_SHARED, fd, base_addr);</a:t>
            </a: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r>
              <a:rPr b="0" lang="en-US" sz="1800" spc="-1" strike="noStrike">
                <a:solidFill>
                  <a:srgbClr val="000000"/>
                </a:solidFill>
                <a:latin typeface="Calibri"/>
                <a:ea typeface="DejaVu Sans"/>
              </a:rPr>
              <a:t>if (NULL == virt_addr) </a:t>
            </a: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r>
              <a:rPr b="0" lang="en-US" sz="1800" spc="-1" strike="noStrike">
                <a:solidFill>
                  <a:srgbClr val="000000"/>
                </a:solidFill>
                <a:latin typeface="Calibri"/>
                <a:ea typeface="DejaVu Sans"/>
              </a:rPr>
              <a:t>{</a:t>
            </a: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r>
              <a:rPr b="0" lang="en-US" sz="1800" spc="-1" strike="noStrike">
                <a:solidFill>
                  <a:srgbClr val="000000"/>
                </a:solidFill>
                <a:latin typeface="Calibri"/>
                <a:ea typeface="DejaVu Sans"/>
              </a:rPr>
              <a:t>perror("mmap failed:");</a:t>
            </a: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r>
              <a:rPr b="0" lang="en-US" sz="1800" spc="-1" strike="noStrike">
                <a:solidFill>
                  <a:srgbClr val="000000"/>
                </a:solidFill>
                <a:latin typeface="Calibri"/>
                <a:ea typeface="DejaVu Sans"/>
              </a:rPr>
              <a:t>return -1;</a:t>
            </a: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r>
              <a:rPr b="0" lang="en-US" sz="1800" spc="-1" strike="noStrike">
                <a:solidFill>
                  <a:srgbClr val="000000"/>
                </a:solidFill>
                <a:latin typeface="Calibri"/>
                <a:ea typeface="DejaVu Sans"/>
              </a:rPr>
              <a:t>}</a:t>
            </a:r>
            <a:endParaRPr b="0" lang="en-US" sz="1800" spc="-1" strike="noStrike">
              <a:solidFill>
                <a:srgbClr val="000000"/>
              </a:solidFill>
              <a:latin typeface="Arial"/>
            </a:endParaRPr>
          </a:p>
          <a:p>
            <a:pPr>
              <a:lnSpc>
                <a:spcPct val="100000"/>
              </a:lnSpc>
              <a:tabLst>
                <a:tab algn="l" pos="0"/>
              </a:tabLst>
            </a:pPr>
            <a:endParaRPr b="0" lang="en-US" sz="1800" spc="-1" strike="noStrike">
              <a:solidFill>
                <a:srgbClr val="000000"/>
              </a:solidFill>
              <a:latin typeface="Arial"/>
            </a:endParaRPr>
          </a:p>
          <a:p>
            <a:pPr>
              <a:lnSpc>
                <a:spcPct val="100000"/>
              </a:lnSpc>
              <a:tabLst>
                <a:tab algn="l" pos="0"/>
              </a:tabLst>
            </a:pPr>
            <a:r>
              <a:rPr b="0" lang="en-US" sz="1800" spc="-1" strike="noStrike">
                <a:solidFill>
                  <a:srgbClr val="000000"/>
                </a:solidFill>
                <a:latin typeface="Calibri"/>
                <a:ea typeface="DejaVu Sans"/>
              </a:rPr>
              <a:t>                              </a:t>
            </a:r>
            <a:r>
              <a:rPr b="1" lang="en-US" sz="1800" spc="-1" strike="noStrike">
                <a:solidFill>
                  <a:srgbClr val="000000"/>
                </a:solidFill>
                <a:latin typeface="Calibri"/>
                <a:ea typeface="DejaVu Sans"/>
              </a:rPr>
              <a:t>Go to mmap and mmap  with  /dev/mem examples</a:t>
            </a:r>
            <a:endParaRPr b="0" lang="en-US" sz="1800" spc="-1" strike="noStrike">
              <a:solidFill>
                <a:srgbClr val="000000"/>
              </a:solidFill>
              <a:latin typeface="Arial"/>
            </a:endParaRPr>
          </a:p>
        </p:txBody>
      </p:sp>
      <p:sp>
        <p:nvSpPr>
          <p:cNvPr id="81" name="CustomShape 3"/>
          <p:cNvSpPr/>
          <p:nvPr/>
        </p:nvSpPr>
        <p:spPr>
          <a:xfrm>
            <a:off x="533520" y="6324480"/>
            <a:ext cx="1141200" cy="420480"/>
          </a:xfrm>
          <a:prstGeom prst="rightArrow">
            <a:avLst>
              <a:gd name="adj1" fmla="val 50000"/>
              <a:gd name="adj2" fmla="val 50000"/>
            </a:avLst>
          </a:prstGeom>
          <a:solidFill>
            <a:srgbClr val="4f81bd"/>
          </a:solidFill>
          <a:ln>
            <a:solidFill>
              <a:srgbClr val="3a5f8b"/>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ffffff"/>
              </a:solidFill>
              <a:latin typeface="Arial"/>
              <a:ea typeface="DejaVu Sans"/>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2" name="Picture 2" descr=""/>
          <p:cNvPicPr/>
          <p:nvPr/>
        </p:nvPicPr>
        <p:blipFill>
          <a:blip r:embed="rId1"/>
          <a:stretch/>
        </p:blipFill>
        <p:spPr>
          <a:xfrm>
            <a:off x="0" y="947880"/>
            <a:ext cx="9142200" cy="5298840"/>
          </a:xfrm>
          <a:prstGeom prst="rect">
            <a:avLst/>
          </a:prstGeom>
          <a:ln w="0">
            <a:noFill/>
          </a:ln>
        </p:spPr>
      </p:pic>
      <p:sp>
        <p:nvSpPr>
          <p:cNvPr id="83" name="CustomShape 1"/>
          <p:cNvSpPr/>
          <p:nvPr/>
        </p:nvSpPr>
        <p:spPr>
          <a:xfrm>
            <a:off x="533520" y="228600"/>
            <a:ext cx="6627600" cy="9435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2800" spc="-1" strike="noStrike">
                <a:solidFill>
                  <a:srgbClr val="000000"/>
                </a:solidFill>
                <a:latin typeface="Calibri"/>
                <a:ea typeface="DejaVu Sans"/>
              </a:rPr>
              <a:t>Requesting I/O Memory in Kernel Space </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4" name="" descr=""/>
          <p:cNvPicPr/>
          <p:nvPr/>
        </p:nvPicPr>
        <p:blipFill>
          <a:blip r:embed="rId1"/>
          <a:stretch/>
        </p:blipFill>
        <p:spPr>
          <a:xfrm>
            <a:off x="1988640" y="9720"/>
            <a:ext cx="5206680" cy="685620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5" name="Picture 2" descr=""/>
          <p:cNvPicPr/>
          <p:nvPr/>
        </p:nvPicPr>
        <p:blipFill>
          <a:blip r:embed="rId1"/>
          <a:stretch/>
        </p:blipFill>
        <p:spPr>
          <a:xfrm>
            <a:off x="52200" y="576000"/>
            <a:ext cx="9018360" cy="5141880"/>
          </a:xfrm>
          <a:prstGeom prst="rect">
            <a:avLst/>
          </a:prstGeom>
          <a:ln w="0">
            <a:noFill/>
          </a:ln>
        </p:spPr>
      </p:pic>
      <p:sp>
        <p:nvSpPr>
          <p:cNvPr id="86" name="CustomShape 1"/>
          <p:cNvSpPr/>
          <p:nvPr/>
        </p:nvSpPr>
        <p:spPr>
          <a:xfrm>
            <a:off x="291960" y="72000"/>
            <a:ext cx="8418600" cy="5166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en-US" sz="2800" spc="-1" strike="noStrike">
                <a:solidFill>
                  <a:srgbClr val="000000"/>
                </a:solidFill>
                <a:latin typeface="Calibri"/>
                <a:ea typeface="DejaVu Sans"/>
              </a:rPr>
              <a:t>Mapping I/O Memory in Virtual address</a:t>
            </a:r>
            <a:endParaRPr b="0" lang="en-US" sz="2800" spc="-1" strike="noStrike">
              <a:solidFill>
                <a:srgbClr val="000000"/>
              </a:solidFill>
              <a:latin typeface="Arial"/>
            </a:endParaRPr>
          </a:p>
        </p:txBody>
      </p:sp>
      <p:sp>
        <p:nvSpPr>
          <p:cNvPr id="87" name="CustomShape 2"/>
          <p:cNvSpPr/>
          <p:nvPr/>
        </p:nvSpPr>
        <p:spPr>
          <a:xfrm>
            <a:off x="216000" y="5472000"/>
            <a:ext cx="8509320" cy="1113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devm_ioremap_resource() managed API performs the job of (validity) checking the requested I/O memory region, requesting it from the kernel (internally via</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devm_request_mem_region() API), and remapping it (internally via</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devm_ioremap()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792000" y="469440"/>
            <a:ext cx="6622560" cy="1113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char val;</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void __iomem *base = devm_ioremap_resource(dev, r);</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val = ioread8(base+3);</a:t>
            </a:r>
            <a:endParaRPr b="0" lang="en-US" sz="1800" spc="-1" strike="noStrike">
              <a:solidFill>
                <a:srgbClr val="000000"/>
              </a:solidFill>
              <a:latin typeface="Arial"/>
            </a:endParaRPr>
          </a:p>
        </p:txBody>
      </p:sp>
      <p:sp>
        <p:nvSpPr>
          <p:cNvPr id="89" name="CustomShape 2"/>
          <p:cNvSpPr/>
          <p:nvPr/>
        </p:nvSpPr>
        <p:spPr>
          <a:xfrm>
            <a:off x="22680" y="1877760"/>
            <a:ext cx="9264240" cy="31611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en-IN" sz="1800" spc="-1" strike="noStrike">
                <a:solidFill>
                  <a:srgbClr val="000000"/>
                </a:solidFill>
                <a:latin typeface="Arial"/>
                <a:ea typeface="DejaVu Sans"/>
              </a:rPr>
              <a:t>memory barrier.</a:t>
            </a:r>
            <a:r>
              <a:rPr b="0" lang="en-IN" sz="1800" spc="-1" strike="noStrike">
                <a:solidFill>
                  <a:srgbClr val="000000"/>
                </a:solidFill>
                <a:latin typeface="Arial"/>
                <a:ea typeface="DejaVu Sans"/>
              </a:rPr>
              <a:t> What does it mean?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Sometimes, a program flow becomes unknown to the human programmer as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 microprocessor, the memory controllers, and the compiler can reorder memory reads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and writes. In the majority of cases, these "tricks" remain benign and optimized. But there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are cases – typically across hardware boundaries, such as CPU cores on multicore systems,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CPU to peripheral device, and vice versa on UniProcessor (UP) – where this reordering</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should not occur; the original and intended memory load and store sequences must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be honored. The memory barrier (typically machine-level instructions embedded within the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*mb*() macros) is a means to suppress such reordering; it's a way to force both the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CPU/memory controllers and the compiler to order instruction/data in a desired sequence.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CustomShape 1"/>
          <p:cNvSpPr/>
          <p:nvPr/>
        </p:nvSpPr>
        <p:spPr>
          <a:xfrm>
            <a:off x="72000" y="229680"/>
            <a:ext cx="8782920" cy="26492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Memory barriers can be placed into the code path by using the following</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macros: #include &lt;asm/barrier.h&gt;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rmb() : Inserts a read (or load) memory barrier into the instruction stream</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wmb() : Inserts a write (or store) memory barrier into the instruction stream</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mb() :  A general memory barrier gives a guarantee that all the LOAD and</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STORE operations specified before the barrier will appear to happen before all the LOAD and STORE operations specified after the barrier with respect to the other components of the system."</a:t>
            </a:r>
            <a:endParaRPr b="0" lang="en-US" sz="1800" spc="-1" strike="noStrike">
              <a:solidFill>
                <a:srgbClr val="000000"/>
              </a:solidFill>
              <a:latin typeface="Arial"/>
            </a:endParaRPr>
          </a:p>
        </p:txBody>
      </p:sp>
      <p:sp>
        <p:nvSpPr>
          <p:cNvPr id="91" name="CustomShape 2"/>
          <p:cNvSpPr/>
          <p:nvPr/>
        </p:nvSpPr>
        <p:spPr>
          <a:xfrm>
            <a:off x="720000" y="2415960"/>
            <a:ext cx="7414920" cy="4440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 drivers/net/ethernet/realtek/8139cp.c</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static netdev_tx_t cp_start_xmit([...])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len = skb-&gt;len;</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mapping = dma_map_single(&amp;cp-&gt;pdev-&gt;dev, skb-&gt;data, len,</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PCI_DMA_TODEVICE);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struct cp_desc *txd;</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txd-&gt;opts2 = opts2;</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txd-&gt;addr = cpu_to_le64(mapping);</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wmb</a:t>
            </a:r>
            <a:r>
              <a:rPr b="0" lang="en-IN" sz="1800" spc="-1" strike="noStrike">
                <a:solidFill>
                  <a:srgbClr val="000000"/>
                </a:solidFill>
                <a:latin typeface="Arial"/>
                <a:ea typeface="DejaVu Sans"/>
              </a:rPr>
              <a: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opts1 |= eor | len | FirstFrag | LastFrag;</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txd-&gt;opts1 = cpu_to_le32(opts1);</a:t>
            </a:r>
            <a:endParaRPr b="0" lang="en-US" sz="1800" spc="-1" strike="noStrike">
              <a:solidFill>
                <a:srgbClr val="000000"/>
              </a:solidFill>
              <a:latin typeface="Arial"/>
            </a:endParaRPr>
          </a:p>
          <a:p>
            <a:pPr>
              <a:lnSpc>
                <a:spcPct val="100000"/>
              </a:lnSpc>
            </a:pPr>
            <a:r>
              <a:rPr b="1" lang="en-IN" sz="1800" spc="-1" strike="noStrike">
                <a:solidFill>
                  <a:srgbClr val="000000"/>
                </a:solidFill>
                <a:latin typeface="Arial"/>
                <a:ea typeface="DejaVu Sans"/>
              </a:rPr>
              <a:t>wmb</a:t>
            </a:r>
            <a:r>
              <a:rPr b="0" lang="en-IN" sz="1800" spc="-1" strike="noStrike">
                <a:solidFill>
                  <a:srgbClr val="000000"/>
                </a:solidFill>
                <a:latin typeface="Arial"/>
                <a:ea typeface="DejaVu Sans"/>
              </a:rPr>
              <a: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4"/>
          <p:cNvSpPr/>
          <p:nvPr/>
        </p:nvSpPr>
        <p:spPr>
          <a:xfrm>
            <a:off x="456840" y="273240"/>
            <a:ext cx="8227080" cy="576720"/>
          </a:xfrm>
          <a:prstGeom prst="rect">
            <a:avLst/>
          </a:prstGeom>
          <a:no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a typeface="DejaVu Sans"/>
            </a:endParaRPr>
          </a:p>
        </p:txBody>
      </p:sp>
      <p:sp>
        <p:nvSpPr>
          <p:cNvPr id="93" name="TextShape 2"/>
          <p:cNvSpPr/>
          <p:nvPr/>
        </p:nvSpPr>
        <p:spPr>
          <a:xfrm>
            <a:off x="0" y="1580040"/>
            <a:ext cx="9247680" cy="2403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struct page is used to embed information about all physical pages in the system. The kernel has a struct page structure for all pages in the system.</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There are many functions that interact with this structure: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r>
              <a:rPr b="0" lang="en-IN" sz="1800" spc="-1" strike="noStrike">
                <a:solidFill>
                  <a:srgbClr val="000000"/>
                </a:solidFill>
                <a:latin typeface="Arial"/>
                <a:ea typeface="DejaVu Sans"/>
              </a:rPr>
              <a:t>virt_to_page() returns the page associated with a virtual address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r>
              <a:rPr b="0" lang="en-IN" sz="1800" spc="-1" strike="noStrike">
                <a:solidFill>
                  <a:srgbClr val="000000"/>
                </a:solidFill>
                <a:latin typeface="Arial"/>
                <a:ea typeface="DejaVu Sans"/>
              </a:rPr>
              <a:t>pfn_to_page() returns the page associated with a page frame number</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r>
              <a:rPr b="0" lang="en-IN" sz="1800" spc="-1" strike="noStrike">
                <a:solidFill>
                  <a:srgbClr val="000000"/>
                </a:solidFill>
                <a:latin typeface="Arial"/>
                <a:ea typeface="DejaVu Sans"/>
              </a:rPr>
              <a:t>page_to_pfn() return the page frame number associated with a struct page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r>
              <a:rPr b="0" lang="en-IN" sz="1800" spc="-1" strike="noStrike">
                <a:solidFill>
                  <a:srgbClr val="000000"/>
                </a:solidFill>
                <a:latin typeface="Arial"/>
                <a:ea typeface="DejaVu Sans"/>
              </a:rPr>
              <a:t>page_address() returns the virtual address of a struct page; this functions can be called only for pages from lowmem</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r>
              <a:rPr b="0" lang="en-IN" sz="1800" spc="-1" strike="noStrike">
                <a:solidFill>
                  <a:srgbClr val="000000"/>
                </a:solidFill>
                <a:latin typeface="Arial"/>
                <a:ea typeface="DejaVu Sans"/>
              </a:rPr>
              <a:t>kmap() creates a mapping in kernel for an arbitrary physical page (can be from highmem) and returns a virtual address that can be used to directly reference the page</a:t>
            </a:r>
            <a:endParaRPr b="0" lang="en-US" sz="1800" spc="-1" strike="noStrike">
              <a:solidFill>
                <a:srgbClr val="000000"/>
              </a:solidFill>
              <a:latin typeface="Arial"/>
            </a:endParaRPr>
          </a:p>
        </p:txBody>
      </p:sp>
      <p:sp>
        <p:nvSpPr>
          <p:cNvPr id="94" name="TextShape 3"/>
          <p:cNvSpPr/>
          <p:nvPr/>
        </p:nvSpPr>
        <p:spPr>
          <a:xfrm>
            <a:off x="-31320" y="788400"/>
            <a:ext cx="9043560" cy="7779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Before discussing about the memory mapping mechanism over a device, we will present some of the basic structures used by the Linux memory management subsystem.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Some of the basic structures are: struct page, struct vm_area_struct, struct mm_struct.</a:t>
            </a:r>
            <a:endParaRPr b="0" lang="en-US" sz="1800" spc="-1" strike="noStrike">
              <a:solidFill>
                <a:srgbClr val="000000"/>
              </a:solidFill>
              <a:latin typeface="Arial"/>
            </a:endParaRPr>
          </a:p>
        </p:txBody>
      </p:sp>
      <p:sp>
        <p:nvSpPr>
          <p:cNvPr id="95" name="TextShape 4"/>
          <p:cNvSpPr/>
          <p:nvPr/>
        </p:nvSpPr>
        <p:spPr>
          <a:xfrm>
            <a:off x="65160" y="3984120"/>
            <a:ext cx="8946360" cy="4725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struct vm_area_struct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struct vm_area_struct holds information about a contiguous virtual memory area. The memory areas of a process can be viewed by inspecting the maps attribute of the process via procfs: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root@qemux86:~# cat /proc/1/maps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#address          perms offset  device inode     pathname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08048000-08050000 r-xp 00000000 fe:00 761        /sbin/init.sysvinit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08050000-08051000 r--p 00007000 fe:00 761        /sbin/init.sysvinit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08051000-08052000 rw-p 00008000 fe:00 761        /sbin/init.sysvinit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092e1000-09302000 rw-p 00000000 00:00 0          [heap]</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4480c000-4482e000 r-xp 00000000 fe:00 576        /lib/ld-2.25.so</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4482e000-4482f000 r--p 00021000 fe:00 576        /lib/ld-2.25.so</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4482f000-44830000 rw-p 00022000 fe:00 576        /lib/ld-2.25.so</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44832000-449a9000 r-xp 00000000 fe:00 581        /lib/libc-2.25.so</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449a9000-449ab000 r--p 00176000 fe:00 581        /lib/libc-2.25.so</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449ab000-449ac000 rw-p 00178000 fe:00 581        /lib/libc-2.25.so</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449ac000-449af000 rw-p 00000000 00:00 0</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b7761000-b7763000 rw-p 00000000 00:00 0</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b7763000-b7766000 r--p 00000000 00:00 0          [vvar]</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b7766000-b7767000 r-xp 00000000 00:00 0          [vdso]</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bfa15000-bfa36000 rw-p 00000000 00:00 0          [stack]</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TextShape 1"/>
          <p:cNvSpPr/>
          <p:nvPr/>
        </p:nvSpPr>
        <p:spPr>
          <a:xfrm>
            <a:off x="0" y="829440"/>
            <a:ext cx="9091800" cy="75481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A memory area is characterized by a start address, a stop address, length, permissions.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A struct vm_area_struct is created at each mmap() call issued from user space. A driver that supports the mmap() operation must complete and initialize the associated struct vm_area_struct. The most important fields of this structure are: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r>
              <a:rPr b="0" lang="en-IN" sz="1800" spc="-1" strike="noStrike">
                <a:solidFill>
                  <a:srgbClr val="000000"/>
                </a:solidFill>
                <a:latin typeface="Arial"/>
                <a:ea typeface="DejaVu Sans"/>
              </a:rPr>
              <a:t>vm_start, vm_end - the beginning and the end of the memory area, respectively (these fields also appear in /proc/&lt;pid&gt;/maps);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r>
              <a:rPr b="0" lang="en-IN" sz="1800" spc="-1" strike="noStrike">
                <a:solidFill>
                  <a:srgbClr val="000000"/>
                </a:solidFill>
                <a:latin typeface="Arial"/>
                <a:ea typeface="DejaVu Sans"/>
              </a:rPr>
              <a:t>vm_file - the pointer to the associated file structure (if any);</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r>
              <a:rPr b="0" lang="en-IN" sz="1800" spc="-1" strike="noStrike">
                <a:solidFill>
                  <a:srgbClr val="000000"/>
                </a:solidFill>
                <a:latin typeface="Arial"/>
                <a:ea typeface="DejaVu Sans"/>
              </a:rPr>
              <a:t>vm_pgoff - the offset of the area within the file;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r>
              <a:rPr b="0" lang="en-IN" sz="1800" spc="-1" strike="noStrike">
                <a:solidFill>
                  <a:srgbClr val="000000"/>
                </a:solidFill>
                <a:latin typeface="Arial"/>
                <a:ea typeface="DejaVu Sans"/>
              </a:rPr>
              <a:t>vm_flags - a set of flags;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Liberation Mono;Courier New"/>
                <a:ea typeface="Liberation Mono;Courier New"/>
              </a:rPr>
              <a:t>vm_ops</a:t>
            </a:r>
            <a:r>
              <a:rPr b="0" lang="en-IN" sz="1800" spc="-1" strike="noStrike">
                <a:solidFill>
                  <a:srgbClr val="000000"/>
                </a:solidFill>
                <a:latin typeface="Arial"/>
                <a:ea typeface="Liberation Mono;Courier New"/>
              </a:rPr>
              <a:t> - a set of working functions for this area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Liberation Mono;Courier New"/>
                <a:ea typeface="Liberation Mono;Courier New"/>
              </a:rPr>
              <a:t>vm_next</a:t>
            </a:r>
            <a:r>
              <a:rPr b="0" lang="en-IN" sz="1800" spc="-1" strike="noStrike">
                <a:solidFill>
                  <a:srgbClr val="000000"/>
                </a:solidFill>
                <a:latin typeface="Arial"/>
                <a:ea typeface="Liberation Mono;Courier New"/>
              </a:rPr>
              <a:t>, </a:t>
            </a:r>
            <a:r>
              <a:rPr b="0" lang="en-IN" sz="1800" spc="-1" strike="noStrike">
                <a:solidFill>
                  <a:srgbClr val="000000"/>
                </a:solidFill>
                <a:latin typeface="Liberation Mono;Courier New"/>
                <a:ea typeface="Liberation Mono;Courier New"/>
              </a:rPr>
              <a:t>vm_prev</a:t>
            </a:r>
            <a:r>
              <a:rPr b="0" lang="en-IN" sz="1800" spc="-1" strike="noStrike">
                <a:solidFill>
                  <a:srgbClr val="000000"/>
                </a:solidFill>
                <a:latin typeface="Arial"/>
                <a:ea typeface="Liberation Mono;Courier New"/>
              </a:rPr>
              <a:t> - the areas of the same process are chained by a list structure </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7" name=""/>
          <p:cNvSpPr/>
          <p:nvPr/>
        </p:nvSpPr>
        <p:spPr>
          <a:xfrm>
            <a:off x="-16920" y="1200600"/>
            <a:ext cx="9273600" cy="4493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Liberation Mono;Courier New"/>
              </a:rPr>
              <a:t>struct mm_struct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Liberation Mono;Courier New"/>
              </a:rPr>
              <a:t>struct mm_struct encompasses all memory areas associated with a process. The mm field of struct task_struct is a pointer to the struct mm_struct of the current process.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Liberation Mono;Courier New"/>
              </a:rPr>
              <a:t>Device driver memory mapping</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Liberation Mono;Courier New"/>
              </a:rPr>
              <a:t>Memory mapping is one of the most interesting features of a Unix system. From a driver's point of view, the memory-mapping facility allows direct memory access to a user space device.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Liberation Mono;Courier New"/>
              </a:rPr>
              <a:t>To assign a mmap() operation to a driver, the mmap field of the device driver's struct file_operations must be implemented. If that is the case, the user space process can then use the mmap() system call on a file descriptor associated with the device.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Liberation Mono;Courier New"/>
              </a:rPr>
              <a:t>The mmap system call takes the following parameters: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Liberation Mono;Courier New"/>
              </a:rPr>
              <a:t>void *mmap(caddr_t addr, size_t len, int prot,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Liberation Mono;Courier New"/>
              </a:rPr>
              <a:t>           </a:t>
            </a:r>
            <a:r>
              <a:rPr b="0" lang="en-IN" sz="1800" spc="-1" strike="noStrike">
                <a:solidFill>
                  <a:srgbClr val="000000"/>
                </a:solidFill>
                <a:latin typeface="Arial"/>
                <a:ea typeface="Liberation Mono;Courier New"/>
              </a:rPr>
              <a:t>int flags, int fd, off_t offset);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Liberation Mono;Courier New"/>
              </a:rPr>
              <a:t>To map memory between a device and user space, the user process must open the device and issue the mmap() system call with the resulting file descriptor.</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Liberation Mono;Courier New"/>
              </a:rPr>
              <a:t>The device driver mmap() operation has the following signature: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Liberation Mono;Courier New"/>
              </a:rPr>
              <a:t>int (*mmap)(struct file *filp, struct vm_area_struct *vma);</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Liberation Mono;Courier New"/>
              </a:rPr>
              <a:t>The filp field is a pointer to a struct file created when the device is opened from user space. The vma field is used to indicate the virtual address space where the memory should be mapped by the device.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TextShape 5"/>
          <p:cNvSpPr/>
          <p:nvPr/>
        </p:nvSpPr>
        <p:spPr>
          <a:xfrm>
            <a:off x="-84240" y="979560"/>
            <a:ext cx="9292320" cy="33321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A driver should allocate memory (using kmalloc(), vmalloc(), alloc_pages()) and then map it to the user address space as indicated by the vma parameter using helper functions such as remap_pfn_range().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remap_pfn_range() will map a contiguous physical address space into the virtual space represented by vm_area_struct: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int remap_pfn_range (structure vm_area_struct *vma, unsigned long addr,</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a:t>
            </a:r>
            <a:r>
              <a:rPr b="0" lang="en-IN" sz="1800" spc="-1" strike="noStrike">
                <a:solidFill>
                  <a:srgbClr val="000000"/>
                </a:solidFill>
                <a:latin typeface="Arial"/>
                <a:ea typeface="DejaVu Sans"/>
              </a:rPr>
              <a:t>unsigned long pfn, unsigned long size, pgprot_t prot);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remap_pfn_range() expects the following parameters: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r>
              <a:rPr b="0" lang="en-IN" sz="1800" spc="-1" strike="noStrike">
                <a:solidFill>
                  <a:srgbClr val="000000"/>
                </a:solidFill>
                <a:latin typeface="Arial"/>
                <a:ea typeface="DejaVu Sans"/>
              </a:rPr>
              <a:t>vma - the virtual memory space in which mapping is made;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r>
              <a:rPr b="0" lang="en-IN" sz="1800" spc="-1" strike="noStrike">
                <a:solidFill>
                  <a:srgbClr val="000000"/>
                </a:solidFill>
                <a:latin typeface="Arial"/>
                <a:ea typeface="DejaVu Sans"/>
              </a:rPr>
              <a:t>addr - the virtual address space from where remapping begins; page tables for the virtual address space between addr and addr + size will be formed as needed</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r>
              <a:rPr b="0" lang="en-IN" sz="1800" spc="-1" strike="noStrike">
                <a:solidFill>
                  <a:srgbClr val="000000"/>
                </a:solidFill>
                <a:latin typeface="Arial"/>
                <a:ea typeface="DejaVu Sans"/>
              </a:rPr>
              <a:t>pfn - the page frame number to which the virtual address should be mapped</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r>
              <a:rPr b="0" lang="en-IN" sz="1800" spc="-1" strike="noStrike">
                <a:solidFill>
                  <a:srgbClr val="000000"/>
                </a:solidFill>
                <a:latin typeface="Arial"/>
                <a:ea typeface="DejaVu Sans"/>
              </a:rPr>
              <a:t>size - the size (in bytes) of the memory to be mapped</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    • </a:t>
            </a:r>
            <a:r>
              <a:rPr b="0" lang="en-IN" sz="1800" spc="-1" strike="noStrike">
                <a:solidFill>
                  <a:srgbClr val="000000"/>
                </a:solidFill>
                <a:latin typeface="Arial"/>
                <a:ea typeface="DejaVu Sans"/>
              </a:rPr>
              <a:t>prot - protection flags for this mapping</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TextShape 6"/>
          <p:cNvSpPr/>
          <p:nvPr/>
        </p:nvSpPr>
        <p:spPr>
          <a:xfrm>
            <a:off x="39960" y="1072080"/>
            <a:ext cx="8971560" cy="356436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IN" sz="1800" spc="-1" strike="noStrike">
                <a:solidFill>
                  <a:srgbClr val="000000"/>
                </a:solidFill>
                <a:latin typeface="Arial"/>
                <a:ea typeface="DejaVu Sans"/>
              </a:rPr>
              <a:t>To obtain the page frame number of the physical memory we must consider how the memory allocation was performed. For each kmalloc(), vmalloc(), alloc_pages(), we must used a different approach. </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For kmalloc() we can use something like:</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static char *kmalloc_area;</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unsigned long pfn = virt_to_phys((void *)kmalloc_area)&gt;&gt;PAGE_SHIFT;</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while for vmalloc():</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static char *vmalloc_area;</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unsigned long pfn = vmalloc_to_pfn(vmalloc_area);</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and finally for alloc_pages():</a:t>
            </a: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struct page *page;</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IN" sz="1800" spc="-1" strike="noStrike">
                <a:solidFill>
                  <a:srgbClr val="000000"/>
                </a:solidFill>
                <a:latin typeface="Arial"/>
                <a:ea typeface="DejaVu Sans"/>
              </a:rPr>
              <a:t>unsigned long pfn = page_to_pfn(page);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414</TotalTime>
  <Application>LibreOffice/24.2.7.2$Linux_X86_64 LibreOffice_project/420$Build-2</Application>
  <AppVersion>15.0000</AppVersion>
  <Words>260</Words>
  <Paragraphs>52</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dc:creator>RAMA KRISHNA KATTA (ramakatt)</dc:creator>
  <dc:description/>
  <dc:language>en-IN</dc:language>
  <cp:lastModifiedBy/>
  <dcterms:modified xsi:type="dcterms:W3CDTF">2026-06-27T20:11:59Z</dcterms:modified>
  <cp:revision>66</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0</vt:i4>
  </property>
  <property fmtid="{D5CDD505-2E9C-101B-9397-08002B2CF9AE}" pid="3" name="HyperlinksChanged">
    <vt:bool>0</vt:bool>
  </property>
  <property fmtid="{D5CDD505-2E9C-101B-9397-08002B2CF9AE}" pid="4" name="LinksUpToDate">
    <vt:bool>0</vt:bool>
  </property>
  <property fmtid="{D5CDD505-2E9C-101B-9397-08002B2CF9AE}" pid="5" name="MMClips">
    <vt:i4>0</vt:i4>
  </property>
  <property fmtid="{D5CDD505-2E9C-101B-9397-08002B2CF9AE}" pid="6" name="Notes">
    <vt:i4>0</vt:i4>
  </property>
  <property fmtid="{D5CDD505-2E9C-101B-9397-08002B2CF9AE}" pid="7" name="PresentationFormat">
    <vt:lpwstr>On-screen Show (4:3)</vt:lpwstr>
  </property>
  <property fmtid="{D5CDD505-2E9C-101B-9397-08002B2CF9AE}" pid="8" name="ScaleCrop">
    <vt:bool>0</vt:bool>
  </property>
  <property fmtid="{D5CDD505-2E9C-101B-9397-08002B2CF9AE}" pid="9" name="ShareDoc">
    <vt:bool>0</vt:bool>
  </property>
  <property fmtid="{D5CDD505-2E9C-101B-9397-08002B2CF9AE}" pid="10" name="Slides">
    <vt:i4>13</vt:i4>
  </property>
</Properties>
</file>