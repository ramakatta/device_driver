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F60DA5-7582-4F0A-A59B-73A94D245D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1D65C3-1301-48F3-923A-1C1B624873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DAF308-D605-4CC8-95D8-F8EF75D419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22133F-0001-44E2-853E-305EFBBE4B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EFBAA4-6DAE-4705-9328-3358931688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D2C6D4-A97F-4CE3-B153-F0A9641DD0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5784DA-C438-4256-A656-F3C6C1B89F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F23157-7924-444E-8E1C-A86018C278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063D4C-BB26-47ED-B066-444C2783FF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80FBF1-324D-40C6-BDBF-0D748C417A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2D356D-5818-485C-8214-9F6F7F2271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C0EB52-0E2F-464E-BEF3-D1BC5AE57E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204CB5-29D6-471E-AFAE-BA13F11BB2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A82C60-8BC9-4B6E-A1B2-1CBA96E789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8DFF00-3F5D-4256-BEA4-659C34313D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EE4213-CC2E-4F5E-B944-BFEBD6B6CE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0ED25C-8E92-489C-9399-659CBF9822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E0DE0F-6E53-46C3-A33A-FFEAD7ABBD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B79D5A-F7C5-4E48-B666-AFF727E0E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D1E2D6-E343-4DD0-8C56-2CED99CE49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BB9590-DCE0-47DF-921C-92C3EDDB70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8AF99A-C5AD-4B0D-9884-E9721BDD05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A90D37-A52F-4E9A-B688-D6E59E6729D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BAC230-591B-44C3-9C01-58B4941E01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251277-9E10-420D-8B39-3FD7C27C33D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C36D43-AA3C-4AC2-82DD-1ACC5553931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🔧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Introduction to CMake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67600" y="3816000"/>
            <a:ext cx="7844040" cy="17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8b8b8b"/>
                </a:solidFill>
                <a:latin typeface="Calibri"/>
              </a:rPr>
              <a:t>A Modern Build System for C &amp; C++ 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What is CMake?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22760" y="1522440"/>
            <a:ext cx="8804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Cross-platform build-system generator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Generates native build files (Makefiles, Visual Studio projects, etc.)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Not a compiler, but a tool to control compilation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Widely used in C++ projects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Why Use CMake?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Platform independence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Scales well for large projects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IDE integration (CLion, Visual Studio)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Dependency management support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CMake Workflow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1. Write CMakeLists.txt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2. Run cmake to configure and generate build files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3. Run native build tool (e.g., make)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4. Optionally install using make install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Basic Syntax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cmake_minimum_required(VERSION 3.10)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project(MyProject VERSION 1.0)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set(CMAKE_CXX_STANDARD 17)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add_executable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add_executable(MyApp main.cpp)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Defines an executable target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Takes source files as arguments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Output is a binary file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add_library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2000" y="1378440"/>
            <a:ext cx="883044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add_library(MathLib math.cpp)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Creates a static or shared library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Use SHARED keyword for dynamic libraries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Can be reused by multiple executables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target_link_libraries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266760" y="1440000"/>
            <a:ext cx="8660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target_link_libraries(MyApp PRIVATE MathLib)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Links libraries to executables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PRIVATE: Current target only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PUBLIC: Current + dependents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INTERFACE: Dependents only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10760" y="216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Install Command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72000" y="1378440"/>
            <a:ext cx="892764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install(TARGETS MyApp DESTINATION bin)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install(TARGETS MathLib DESTINATION lib)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install(DIRECTORY include/ DESTINATION include)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Run with: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cmake -DCMAKE_INSTALL_PREFIX=./install ..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make install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Example Project Structure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MyProject/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├──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CMakeLists.txt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├──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main.cpp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├──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math/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│   ├──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math.cpp</a:t>
            </a:r>
            <a:endParaRPr b="0" lang="en-IN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│   └──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math.h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60000" y="72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Complete CMakeLists.txt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5840" y="1042920"/>
            <a:ext cx="876780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cmake_minimum_required(VERSION 3.10)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project(MyProject)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add_library(MathLib math/math.cpp)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target_include_directories(MathLib PUBLIC math)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add_executable(MyApp main.cpp)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target_link_libraries(MyApp PRIVATE MathLib)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install(TARGETS MyApp DESTINATION bin)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install(TARGETS MathLib DESTINATION lib)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install(DIRECTORY math/ DESTINATION include FILES_MATCHING PATTERN "*.h")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Summary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add_executable – Builds executables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add_library – Builds libraries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target_link_libraries – Links dependencies</a:t>
            </a:r>
            <a:endParaRPr b="0" lang="en-IN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install – Packaging and deployment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2025-06-22T21:47:11Z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