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8277FB-52F7-4D85-BF1C-D68B1781FB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F35D21-3DCF-465B-AB14-AF4E4538C9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-2880" y="4497120"/>
            <a:ext cx="10078200" cy="1168200"/>
          </a:xfrm>
          <a:prstGeom prst="flowChartDocument">
            <a:avLst/>
          </a:prstGeom>
          <a:gradFill rotWithShape="0">
            <a:gsLst>
              <a:gs pos="2000">
                <a:srgbClr val="77caee"/>
              </a:gs>
              <a:gs pos="2000">
                <a:srgbClr val="75c9ee"/>
              </a:gs>
              <a:gs pos="3555">
                <a:srgbClr val="75c9ee"/>
              </a:gs>
              <a:gs pos="3555">
                <a:srgbClr val="73c9ed"/>
              </a:gs>
              <a:gs pos="5111">
                <a:srgbClr val="73c9ed"/>
              </a:gs>
              <a:gs pos="5111">
                <a:srgbClr val="71c8ed"/>
              </a:gs>
              <a:gs pos="6666">
                <a:srgbClr val="71c8ed"/>
              </a:gs>
              <a:gs pos="6666">
                <a:srgbClr val="6fc7ed"/>
              </a:gs>
              <a:gs pos="8222">
                <a:srgbClr val="6fc7ed"/>
              </a:gs>
              <a:gs pos="8222">
                <a:srgbClr val="6ec6ed"/>
              </a:gs>
              <a:gs pos="9777">
                <a:srgbClr val="6ec6ed"/>
              </a:gs>
              <a:gs pos="9777">
                <a:srgbClr val="6cc6ec"/>
              </a:gs>
              <a:gs pos="11333">
                <a:srgbClr val="6cc6ec"/>
              </a:gs>
              <a:gs pos="11333">
                <a:srgbClr val="6ac5ec"/>
              </a:gs>
              <a:gs pos="12888">
                <a:srgbClr val="6ac5ec"/>
              </a:gs>
              <a:gs pos="12888">
                <a:srgbClr val="68c4ec"/>
              </a:gs>
              <a:gs pos="14445">
                <a:srgbClr val="68c4ec"/>
              </a:gs>
              <a:gs pos="14445">
                <a:srgbClr val="66c3ec"/>
              </a:gs>
              <a:gs pos="16000">
                <a:srgbClr val="66c3ec"/>
              </a:gs>
              <a:gs pos="16000">
                <a:srgbClr val="64c3eb"/>
              </a:gs>
              <a:gs pos="17556">
                <a:srgbClr val="64c3eb"/>
              </a:gs>
              <a:gs pos="17556">
                <a:srgbClr val="62c2eb"/>
              </a:gs>
              <a:gs pos="19111">
                <a:srgbClr val="62c2eb"/>
              </a:gs>
              <a:gs pos="19111">
                <a:srgbClr val="60c1eb"/>
              </a:gs>
              <a:gs pos="20667">
                <a:srgbClr val="60c1eb"/>
              </a:gs>
              <a:gs pos="20667">
                <a:srgbClr val="5ec0ea"/>
              </a:gs>
              <a:gs pos="22222">
                <a:srgbClr val="5ec0ea"/>
              </a:gs>
              <a:gs pos="22222">
                <a:srgbClr val="5dc0ea"/>
              </a:gs>
              <a:gs pos="23778">
                <a:srgbClr val="5dc0ea"/>
              </a:gs>
              <a:gs pos="23778">
                <a:srgbClr val="5bbfea"/>
              </a:gs>
              <a:gs pos="25333">
                <a:srgbClr val="5bbfea"/>
              </a:gs>
              <a:gs pos="25333">
                <a:srgbClr val="59beea"/>
              </a:gs>
              <a:gs pos="26889">
                <a:srgbClr val="59beea"/>
              </a:gs>
              <a:gs pos="26889">
                <a:srgbClr val="57bde9"/>
              </a:gs>
              <a:gs pos="28444">
                <a:srgbClr val="57bde9"/>
              </a:gs>
              <a:gs pos="28444">
                <a:srgbClr val="55bde9"/>
              </a:gs>
              <a:gs pos="30000">
                <a:srgbClr val="55bde9"/>
              </a:gs>
              <a:gs pos="30000">
                <a:srgbClr val="53bce9"/>
              </a:gs>
              <a:gs pos="31555">
                <a:srgbClr val="53bce9"/>
              </a:gs>
              <a:gs pos="31555">
                <a:srgbClr val="51bbe9"/>
              </a:gs>
              <a:gs pos="33111">
                <a:srgbClr val="51bbe9"/>
              </a:gs>
              <a:gs pos="33111">
                <a:srgbClr val="4fbae8"/>
              </a:gs>
              <a:gs pos="34666">
                <a:srgbClr val="4fbae8"/>
              </a:gs>
              <a:gs pos="34666">
                <a:srgbClr val="4dbae8"/>
              </a:gs>
              <a:gs pos="36222">
                <a:srgbClr val="4dbae8"/>
              </a:gs>
              <a:gs pos="36222">
                <a:srgbClr val="4cb9e8"/>
              </a:gs>
              <a:gs pos="37777">
                <a:srgbClr val="4cb9e8"/>
              </a:gs>
              <a:gs pos="37777">
                <a:srgbClr val="4ab8e8"/>
              </a:gs>
              <a:gs pos="39334">
                <a:srgbClr val="4ab8e8"/>
              </a:gs>
              <a:gs pos="39334">
                <a:srgbClr val="48b7e7"/>
              </a:gs>
              <a:gs pos="40889">
                <a:srgbClr val="48b7e7"/>
              </a:gs>
              <a:gs pos="40889">
                <a:srgbClr val="46b7e7"/>
              </a:gs>
              <a:gs pos="42445">
                <a:srgbClr val="46b7e7"/>
              </a:gs>
              <a:gs pos="42445">
                <a:srgbClr val="44b6e7"/>
              </a:gs>
              <a:gs pos="44000">
                <a:srgbClr val="44b6e7"/>
              </a:gs>
              <a:gs pos="44000">
                <a:srgbClr val="42b5e6"/>
              </a:gs>
              <a:gs pos="45556">
                <a:srgbClr val="42b5e6"/>
              </a:gs>
              <a:gs pos="45556">
                <a:srgbClr val="40b4e6"/>
              </a:gs>
              <a:gs pos="47111">
                <a:srgbClr val="40b4e6"/>
              </a:gs>
              <a:gs pos="47111">
                <a:srgbClr val="3eb4e6"/>
              </a:gs>
              <a:gs pos="48667">
                <a:srgbClr val="3eb4e6"/>
              </a:gs>
              <a:gs pos="48667">
                <a:srgbClr val="3cb3e6"/>
              </a:gs>
              <a:gs pos="50222">
                <a:srgbClr val="3bb2e5"/>
              </a:gs>
              <a:gs pos="50222">
                <a:srgbClr val="3cb3e6"/>
              </a:gs>
              <a:gs pos="51778">
                <a:srgbClr val="3bb2e5"/>
              </a:gs>
              <a:gs pos="51778">
                <a:srgbClr val="39b1e5"/>
              </a:gs>
              <a:gs pos="53333">
                <a:srgbClr val="39b1e5"/>
              </a:gs>
              <a:gs pos="53333">
                <a:srgbClr val="37b1e5"/>
              </a:gs>
              <a:gs pos="54889">
                <a:srgbClr val="37b1e5"/>
              </a:gs>
              <a:gs pos="54889">
                <a:srgbClr val="35b0e5"/>
              </a:gs>
              <a:gs pos="56444">
                <a:srgbClr val="35b0e5"/>
              </a:gs>
              <a:gs pos="56444">
                <a:srgbClr val="33afe4"/>
              </a:gs>
              <a:gs pos="58000">
                <a:srgbClr val="33afe4"/>
              </a:gs>
              <a:gs pos="58000">
                <a:srgbClr val="31aee4"/>
              </a:gs>
              <a:gs pos="59555">
                <a:srgbClr val="31aee4"/>
              </a:gs>
              <a:gs pos="59555">
                <a:srgbClr val="2faee4"/>
              </a:gs>
              <a:gs pos="61111">
                <a:srgbClr val="2faee4"/>
              </a:gs>
              <a:gs pos="61111">
                <a:srgbClr val="2dade3"/>
              </a:gs>
              <a:gs pos="62666">
                <a:srgbClr val="2dade3"/>
              </a:gs>
              <a:gs pos="62666">
                <a:srgbClr val="2bace3"/>
              </a:gs>
              <a:gs pos="64223">
                <a:srgbClr val="2bace3"/>
              </a:gs>
              <a:gs pos="64223">
                <a:srgbClr val="2aabe3"/>
              </a:gs>
              <a:gs pos="65778">
                <a:srgbClr val="2aabe3"/>
              </a:gs>
              <a:gs pos="65778">
                <a:srgbClr val="28abe3"/>
              </a:gs>
              <a:gs pos="67334">
                <a:srgbClr val="28abe3"/>
              </a:gs>
              <a:gs pos="67334">
                <a:srgbClr val="26aae2"/>
              </a:gs>
              <a:gs pos="68889">
                <a:srgbClr val="26aae2"/>
              </a:gs>
              <a:gs pos="68889">
                <a:srgbClr val="24a9e2"/>
              </a:gs>
              <a:gs pos="70445">
                <a:srgbClr val="24a9e2"/>
              </a:gs>
              <a:gs pos="70445">
                <a:srgbClr val="22a8e2"/>
              </a:gs>
              <a:gs pos="72000">
                <a:srgbClr val="22a8e2"/>
              </a:gs>
              <a:gs pos="72000">
                <a:srgbClr val="20a8e2"/>
              </a:gs>
              <a:gs pos="73556">
                <a:srgbClr val="20a8e2"/>
              </a:gs>
              <a:gs pos="73556">
                <a:srgbClr val="1ea7e1"/>
              </a:gs>
              <a:gs pos="75111">
                <a:srgbClr val="1ca6e1"/>
              </a:gs>
              <a:gs pos="75111">
                <a:srgbClr val="1ea7e1"/>
              </a:gs>
              <a:gs pos="76667">
                <a:srgbClr val="1ca6e1"/>
              </a:gs>
              <a:gs pos="76667">
                <a:srgbClr val="1aa5e1"/>
              </a:gs>
              <a:gs pos="78222">
                <a:srgbClr val="1aa5e1"/>
              </a:gs>
              <a:gs pos="78222">
                <a:srgbClr val="19a5e1"/>
              </a:gs>
              <a:gs pos="79778">
                <a:srgbClr val="19a5e1"/>
              </a:gs>
              <a:gs pos="79778">
                <a:srgbClr val="17a4e0"/>
              </a:gs>
              <a:gs pos="81333">
                <a:srgbClr val="17a4e0"/>
              </a:gs>
              <a:gs pos="81333">
                <a:srgbClr val="15a3e0"/>
              </a:gs>
              <a:gs pos="82889">
                <a:srgbClr val="15a3e0"/>
              </a:gs>
              <a:gs pos="82889">
                <a:srgbClr val="13a2e0"/>
              </a:gs>
              <a:gs pos="84444">
                <a:srgbClr val="13a2e0"/>
              </a:gs>
              <a:gs pos="84444">
                <a:srgbClr val="11a2df"/>
              </a:gs>
              <a:gs pos="86000">
                <a:srgbClr val="11a2df"/>
              </a:gs>
              <a:gs pos="86000">
                <a:srgbClr val="0fa1df"/>
              </a:gs>
              <a:gs pos="87555">
                <a:srgbClr val="0da0df"/>
              </a:gs>
              <a:gs pos="87555">
                <a:srgbClr val="0fa1df"/>
              </a:gs>
              <a:gs pos="89112">
                <a:srgbClr val="0da0df"/>
              </a:gs>
              <a:gs pos="89112">
                <a:srgbClr val="0b9fdf"/>
              </a:gs>
              <a:gs pos="90667">
                <a:srgbClr val="0b9fdf"/>
              </a:gs>
              <a:gs pos="90667">
                <a:srgbClr val="099fde"/>
              </a:gs>
              <a:gs pos="92223">
                <a:srgbClr val="099fde"/>
              </a:gs>
              <a:gs pos="92223">
                <a:srgbClr val="089ede"/>
              </a:gs>
              <a:gs pos="93778">
                <a:srgbClr val="089ede"/>
              </a:gs>
              <a:gs pos="93778">
                <a:srgbClr val="069dde"/>
              </a:gs>
              <a:gs pos="95334">
                <a:srgbClr val="069dde"/>
              </a:gs>
              <a:gs pos="95334">
                <a:srgbClr val="049cde"/>
              </a:gs>
              <a:gs pos="96889">
                <a:srgbClr val="049cde"/>
              </a:gs>
              <a:gs pos="96889">
                <a:srgbClr val="029cdd"/>
              </a:gs>
              <a:gs pos="98445">
                <a:srgbClr val="029cdd"/>
              </a:gs>
              <a:gs pos="98445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3420000" y="5220000"/>
            <a:ext cx="3238200" cy="3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7380000" y="5220000"/>
            <a:ext cx="2338200" cy="3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1088A3-0D11-4E5B-B960-3FBE1F633D7D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360000" y="5220000"/>
            <a:ext cx="2338200" cy="3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 flipH="1" flipV="1">
            <a:off x="-2880" y="4497120"/>
            <a:ext cx="10078200" cy="1168200"/>
          </a:xfrm>
          <a:prstGeom prst="flowChartDocument">
            <a:avLst/>
          </a:prstGeom>
          <a:gradFill rotWithShape="0">
            <a:gsLst>
              <a:gs pos="2000">
                <a:srgbClr val="77caee"/>
              </a:gs>
              <a:gs pos="2000">
                <a:srgbClr val="75c9ee"/>
              </a:gs>
              <a:gs pos="3555">
                <a:srgbClr val="75c9ee"/>
              </a:gs>
              <a:gs pos="3555">
                <a:srgbClr val="73c9ed"/>
              </a:gs>
              <a:gs pos="5111">
                <a:srgbClr val="73c9ed"/>
              </a:gs>
              <a:gs pos="5111">
                <a:srgbClr val="71c8ed"/>
              </a:gs>
              <a:gs pos="6666">
                <a:srgbClr val="71c8ed"/>
              </a:gs>
              <a:gs pos="6666">
                <a:srgbClr val="6fc7ed"/>
              </a:gs>
              <a:gs pos="8222">
                <a:srgbClr val="6fc7ed"/>
              </a:gs>
              <a:gs pos="8222">
                <a:srgbClr val="6ec6ed"/>
              </a:gs>
              <a:gs pos="9777">
                <a:srgbClr val="6ec6ed"/>
              </a:gs>
              <a:gs pos="9777">
                <a:srgbClr val="6cc6ec"/>
              </a:gs>
              <a:gs pos="11333">
                <a:srgbClr val="6cc6ec"/>
              </a:gs>
              <a:gs pos="11333">
                <a:srgbClr val="6ac5ec"/>
              </a:gs>
              <a:gs pos="12888">
                <a:srgbClr val="6ac5ec"/>
              </a:gs>
              <a:gs pos="12888">
                <a:srgbClr val="68c4ec"/>
              </a:gs>
              <a:gs pos="14445">
                <a:srgbClr val="68c4ec"/>
              </a:gs>
              <a:gs pos="14445">
                <a:srgbClr val="66c3ec"/>
              </a:gs>
              <a:gs pos="16000">
                <a:srgbClr val="66c3ec"/>
              </a:gs>
              <a:gs pos="16000">
                <a:srgbClr val="64c3eb"/>
              </a:gs>
              <a:gs pos="17556">
                <a:srgbClr val="64c3eb"/>
              </a:gs>
              <a:gs pos="17556">
                <a:srgbClr val="62c2eb"/>
              </a:gs>
              <a:gs pos="19111">
                <a:srgbClr val="62c2eb"/>
              </a:gs>
              <a:gs pos="19111">
                <a:srgbClr val="60c1eb"/>
              </a:gs>
              <a:gs pos="20667">
                <a:srgbClr val="60c1eb"/>
              </a:gs>
              <a:gs pos="20667">
                <a:srgbClr val="5ec0ea"/>
              </a:gs>
              <a:gs pos="22222">
                <a:srgbClr val="5ec0ea"/>
              </a:gs>
              <a:gs pos="22222">
                <a:srgbClr val="5dc0ea"/>
              </a:gs>
              <a:gs pos="23778">
                <a:srgbClr val="5dc0ea"/>
              </a:gs>
              <a:gs pos="23778">
                <a:srgbClr val="5bbfea"/>
              </a:gs>
              <a:gs pos="25333">
                <a:srgbClr val="5bbfea"/>
              </a:gs>
              <a:gs pos="25333">
                <a:srgbClr val="59beea"/>
              </a:gs>
              <a:gs pos="26889">
                <a:srgbClr val="59beea"/>
              </a:gs>
              <a:gs pos="26889">
                <a:srgbClr val="57bde9"/>
              </a:gs>
              <a:gs pos="28444">
                <a:srgbClr val="57bde9"/>
              </a:gs>
              <a:gs pos="28444">
                <a:srgbClr val="55bde9"/>
              </a:gs>
              <a:gs pos="30000">
                <a:srgbClr val="55bde9"/>
              </a:gs>
              <a:gs pos="30000">
                <a:srgbClr val="53bce9"/>
              </a:gs>
              <a:gs pos="31555">
                <a:srgbClr val="53bce9"/>
              </a:gs>
              <a:gs pos="31555">
                <a:srgbClr val="51bbe9"/>
              </a:gs>
              <a:gs pos="33111">
                <a:srgbClr val="51bbe9"/>
              </a:gs>
              <a:gs pos="33111">
                <a:srgbClr val="4fbae8"/>
              </a:gs>
              <a:gs pos="34666">
                <a:srgbClr val="4fbae8"/>
              </a:gs>
              <a:gs pos="34666">
                <a:srgbClr val="4dbae8"/>
              </a:gs>
              <a:gs pos="36222">
                <a:srgbClr val="4dbae8"/>
              </a:gs>
              <a:gs pos="36222">
                <a:srgbClr val="4cb9e8"/>
              </a:gs>
              <a:gs pos="37777">
                <a:srgbClr val="4cb9e8"/>
              </a:gs>
              <a:gs pos="37777">
                <a:srgbClr val="4ab8e8"/>
              </a:gs>
              <a:gs pos="39334">
                <a:srgbClr val="4ab8e8"/>
              </a:gs>
              <a:gs pos="39334">
                <a:srgbClr val="48b7e7"/>
              </a:gs>
              <a:gs pos="40889">
                <a:srgbClr val="48b7e7"/>
              </a:gs>
              <a:gs pos="40889">
                <a:srgbClr val="46b7e7"/>
              </a:gs>
              <a:gs pos="42445">
                <a:srgbClr val="46b7e7"/>
              </a:gs>
              <a:gs pos="42445">
                <a:srgbClr val="44b6e7"/>
              </a:gs>
              <a:gs pos="44000">
                <a:srgbClr val="44b6e7"/>
              </a:gs>
              <a:gs pos="44000">
                <a:srgbClr val="42b5e6"/>
              </a:gs>
              <a:gs pos="45556">
                <a:srgbClr val="42b5e6"/>
              </a:gs>
              <a:gs pos="45556">
                <a:srgbClr val="40b4e6"/>
              </a:gs>
              <a:gs pos="47111">
                <a:srgbClr val="40b4e6"/>
              </a:gs>
              <a:gs pos="47111">
                <a:srgbClr val="3eb4e6"/>
              </a:gs>
              <a:gs pos="48667">
                <a:srgbClr val="3eb4e6"/>
              </a:gs>
              <a:gs pos="48667">
                <a:srgbClr val="3cb3e6"/>
              </a:gs>
              <a:gs pos="50222">
                <a:srgbClr val="3bb2e5"/>
              </a:gs>
              <a:gs pos="50222">
                <a:srgbClr val="3cb3e6"/>
              </a:gs>
              <a:gs pos="51778">
                <a:srgbClr val="3bb2e5"/>
              </a:gs>
              <a:gs pos="51778">
                <a:srgbClr val="39b1e5"/>
              </a:gs>
              <a:gs pos="53333">
                <a:srgbClr val="39b1e5"/>
              </a:gs>
              <a:gs pos="53333">
                <a:srgbClr val="37b1e5"/>
              </a:gs>
              <a:gs pos="54889">
                <a:srgbClr val="37b1e5"/>
              </a:gs>
              <a:gs pos="54889">
                <a:srgbClr val="35b0e5"/>
              </a:gs>
              <a:gs pos="56444">
                <a:srgbClr val="35b0e5"/>
              </a:gs>
              <a:gs pos="56444">
                <a:srgbClr val="33afe4"/>
              </a:gs>
              <a:gs pos="58000">
                <a:srgbClr val="33afe4"/>
              </a:gs>
              <a:gs pos="58000">
                <a:srgbClr val="31aee4"/>
              </a:gs>
              <a:gs pos="59555">
                <a:srgbClr val="31aee4"/>
              </a:gs>
              <a:gs pos="59555">
                <a:srgbClr val="2faee4"/>
              </a:gs>
              <a:gs pos="61111">
                <a:srgbClr val="2faee4"/>
              </a:gs>
              <a:gs pos="61111">
                <a:srgbClr val="2dade3"/>
              </a:gs>
              <a:gs pos="62666">
                <a:srgbClr val="2dade3"/>
              </a:gs>
              <a:gs pos="62666">
                <a:srgbClr val="2bace3"/>
              </a:gs>
              <a:gs pos="64223">
                <a:srgbClr val="2bace3"/>
              </a:gs>
              <a:gs pos="64223">
                <a:srgbClr val="2aabe3"/>
              </a:gs>
              <a:gs pos="65778">
                <a:srgbClr val="2aabe3"/>
              </a:gs>
              <a:gs pos="65778">
                <a:srgbClr val="28abe3"/>
              </a:gs>
              <a:gs pos="67334">
                <a:srgbClr val="28abe3"/>
              </a:gs>
              <a:gs pos="67334">
                <a:srgbClr val="26aae2"/>
              </a:gs>
              <a:gs pos="68889">
                <a:srgbClr val="26aae2"/>
              </a:gs>
              <a:gs pos="68889">
                <a:srgbClr val="24a9e2"/>
              </a:gs>
              <a:gs pos="70445">
                <a:srgbClr val="24a9e2"/>
              </a:gs>
              <a:gs pos="70445">
                <a:srgbClr val="22a8e2"/>
              </a:gs>
              <a:gs pos="72000">
                <a:srgbClr val="22a8e2"/>
              </a:gs>
              <a:gs pos="72000">
                <a:srgbClr val="20a8e2"/>
              </a:gs>
              <a:gs pos="73556">
                <a:srgbClr val="20a8e2"/>
              </a:gs>
              <a:gs pos="73556">
                <a:srgbClr val="1ea7e1"/>
              </a:gs>
              <a:gs pos="75111">
                <a:srgbClr val="1ca6e1"/>
              </a:gs>
              <a:gs pos="75111">
                <a:srgbClr val="1ea7e1"/>
              </a:gs>
              <a:gs pos="76667">
                <a:srgbClr val="1ca6e1"/>
              </a:gs>
              <a:gs pos="76667">
                <a:srgbClr val="1aa5e1"/>
              </a:gs>
              <a:gs pos="78222">
                <a:srgbClr val="1aa5e1"/>
              </a:gs>
              <a:gs pos="78222">
                <a:srgbClr val="19a5e1"/>
              </a:gs>
              <a:gs pos="79778">
                <a:srgbClr val="19a5e1"/>
              </a:gs>
              <a:gs pos="79778">
                <a:srgbClr val="17a4e0"/>
              </a:gs>
              <a:gs pos="81333">
                <a:srgbClr val="17a4e0"/>
              </a:gs>
              <a:gs pos="81333">
                <a:srgbClr val="15a3e0"/>
              </a:gs>
              <a:gs pos="82889">
                <a:srgbClr val="15a3e0"/>
              </a:gs>
              <a:gs pos="82889">
                <a:srgbClr val="13a2e0"/>
              </a:gs>
              <a:gs pos="84444">
                <a:srgbClr val="13a2e0"/>
              </a:gs>
              <a:gs pos="84444">
                <a:srgbClr val="11a2df"/>
              </a:gs>
              <a:gs pos="86000">
                <a:srgbClr val="11a2df"/>
              </a:gs>
              <a:gs pos="86000">
                <a:srgbClr val="0fa1df"/>
              </a:gs>
              <a:gs pos="87555">
                <a:srgbClr val="0da0df"/>
              </a:gs>
              <a:gs pos="87555">
                <a:srgbClr val="0fa1df"/>
              </a:gs>
              <a:gs pos="89112">
                <a:srgbClr val="0da0df"/>
              </a:gs>
              <a:gs pos="89112">
                <a:srgbClr val="0b9fdf"/>
              </a:gs>
              <a:gs pos="90667">
                <a:srgbClr val="0b9fdf"/>
              </a:gs>
              <a:gs pos="90667">
                <a:srgbClr val="099fde"/>
              </a:gs>
              <a:gs pos="92223">
                <a:srgbClr val="099fde"/>
              </a:gs>
              <a:gs pos="92223">
                <a:srgbClr val="089ede"/>
              </a:gs>
              <a:gs pos="93778">
                <a:srgbClr val="089ede"/>
              </a:gs>
              <a:gs pos="93778">
                <a:srgbClr val="069dde"/>
              </a:gs>
              <a:gs pos="95334">
                <a:srgbClr val="069dde"/>
              </a:gs>
              <a:gs pos="95334">
                <a:srgbClr val="049cde"/>
              </a:gs>
              <a:gs pos="96889">
                <a:srgbClr val="049cde"/>
              </a:gs>
              <a:gs pos="96889">
                <a:srgbClr val="029cdd"/>
              </a:gs>
              <a:gs pos="98445">
                <a:srgbClr val="029cdd"/>
              </a:gs>
              <a:gs pos="98445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20000" y="5220000"/>
            <a:ext cx="3238200" cy="3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380000" y="5220000"/>
            <a:ext cx="2338200" cy="3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04AA467-4792-4263-BAEA-97D6D77AAD87}" type="slidenum">
              <a:rPr b="0" lang="en-US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360000" y="5220000"/>
            <a:ext cx="2338200" cy="35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8200" cy="107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dd4100"/>
                </a:solidFill>
                <a:latin typeface="Arial"/>
              </a:rPr>
              <a:t>Secure Boot process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1440" y="65160"/>
            <a:ext cx="571068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a933"/>
                </a:solidFill>
                <a:latin typeface="Arial"/>
                <a:ea typeface="DejaVu Sans"/>
              </a:rPr>
              <a:t>Booting on embedded platforms: ROM code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91800" y="481320"/>
            <a:ext cx="9732960" cy="29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Most embedded processors include a ROM code that implements the initial step of the boot process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The ROM code is written by the processor vendor and directly built into the processor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Cannot be changed or updated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Its behavior is described in the processor data sheet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Responsible for finding a suitable boot loader, loading it and running 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From NAND/NOR flash, from USB, from SD card, from eMMC, etc.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Well defined location/format</a:t>
            </a:r>
            <a:br>
              <a:rPr sz="1400"/>
            </a:b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Generally runs with the external RAM not initialized, so it can only load the bootloader into an internal SRAM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Limited size of the boot loader, due to the size of the SRAM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Forces the boot process to be split in two steps: first stage boot loader (small, runs from SRAM, initializes external DRAM), second stage bootloader (larger, runs from external DRAM)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4047840" y="3284640"/>
            <a:ext cx="5710680" cy="203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199800" y="169560"/>
            <a:ext cx="45961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a933"/>
                </a:solidFill>
                <a:latin typeface="Arial"/>
                <a:ea typeface="DejaVu Sans"/>
              </a:rPr>
              <a:t>Two stage booting sequence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504720" y="735840"/>
            <a:ext cx="8862840" cy="457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643320" y="171360"/>
            <a:ext cx="6210000" cy="44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 loaders and firmware Trusted firmware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156240" y="469800"/>
            <a:ext cx="9596520" cy="48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Traditionally, bootloaders are only used during the booting process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      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Bootloader loads operating system, jumps to it, and is discarded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Modern SoCs have advanced security mechanisms that require running some sort of trusted firmware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This firmware is loaded by the bootloader, or part of the boot chain itself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This trusted firmware stays resident after control has been passed to the 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It is stored in a dedicated portion of the DDR, or some specific SRAM, inaccessible from the OS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It provides services to the OS, which the OS cannot perform directly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Can also be responsible for running a secure OS alongside the regular OS (Linux in our case)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Modern ARMv7 and ARMv8 processors have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4 privilege levels (Exception Levels)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EL3, the most privileged, runs secure firmware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EL2, typically used by hypervisors, for virtualization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EL1, used to run the Linux kernel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EL0, used to run Linux user-space applications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2 worlds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Normal world, used to run a general purpose OS, like Linux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Secure world, to run a separate, isolated, secure operating system and applications.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Also called TrustZone by ARM.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EL3 only exists in the secure world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EL2 exists in both secure and normal worlds since ARMv8.4, before that EL2 was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only in the normal world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EL1 and EL0 exist in both secure and normal worlds. EL3 is the highest implemented exception level in the Arm A-profile security model and is normally used for secure monitor/runtime firmware.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228240" y="62640"/>
            <a:ext cx="38818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158466"/>
                </a:solidFill>
                <a:latin typeface="Arial"/>
                <a:ea typeface="DejaVu Sans"/>
              </a:rPr>
              <a:t>Interfaces with secure firmware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38960" y="420840"/>
            <a:ext cx="7176240" cy="29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Standardized by ARM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Services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implemented by the secure firmware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called by the operating system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Prevents the operating system running in normal world from directly accessing critical hardware resources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PSCI, Power State Coordination Interface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Power management related: turn CPUs on/off, CPU idle state, platform shutdown/reset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SCMI, System Control and Management Interface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Power domain, clocks, sensor, performance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Secure firmware implementing these interfaces is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Mandatory to run Linux on ARMv8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Mandatory to run Linux on some ARMv7 platforms, but not all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7143480" y="99000"/>
            <a:ext cx="2681280" cy="3344760"/>
          </a:xfrm>
          <a:prstGeom prst="rect">
            <a:avLst/>
          </a:prstGeom>
          <a:ln w="0">
            <a:noFill/>
          </a:ln>
        </p:spPr>
      </p:pic>
      <p:sp>
        <p:nvSpPr>
          <p:cNvPr id="28" name=""/>
          <p:cNvSpPr/>
          <p:nvPr/>
        </p:nvSpPr>
        <p:spPr>
          <a:xfrm>
            <a:off x="112320" y="3305880"/>
            <a:ext cx="9941040" cy="25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br>
              <a:rPr sz="1400"/>
            </a:b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TF-A</a:t>
            </a:r>
            <a:br>
              <a:rPr sz="1400"/>
            </a:b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Trusted Firmware-A (TF-A) provides a reference implementation of secure world software for Armv7-A and Armv8-A, including a Secure Monitor executing at Exception Level 3 (EL3)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Formerly known as ATF, for ARM Trusted Firmware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Implements the various standard interfaces that operating systems need from the secure firmware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Has drivers for the hardware blocks that are not accessed directly by Linux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Needs to be ported for each SoC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Depending on the platform, may also need to be ported per board: DDR initialization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▶ 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Used on the vast majority of ARMv8 platforms, and on a few recent ARMv7 platform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543920" y="3467880"/>
            <a:ext cx="545832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CPU_ON ├── CPU_OFF ├── CPU_SUSPEND ├── SYSTEM_OFF └── SYSTEM_RESET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" descr=""/>
          <p:cNvPicPr/>
          <p:nvPr/>
        </p:nvPicPr>
        <p:blipFill>
          <a:blip r:embed="rId1"/>
          <a:stretch/>
        </p:blipFill>
        <p:spPr>
          <a:xfrm>
            <a:off x="52200" y="788760"/>
            <a:ext cx="9543960" cy="4008600"/>
          </a:xfrm>
          <a:prstGeom prst="rect">
            <a:avLst/>
          </a:prstGeom>
          <a:ln w="0">
            <a:noFill/>
          </a:ln>
        </p:spPr>
      </p:pic>
      <p:sp>
        <p:nvSpPr>
          <p:cNvPr id="31" name=""/>
          <p:cNvSpPr/>
          <p:nvPr/>
        </p:nvSpPr>
        <p:spPr>
          <a:xfrm>
            <a:off x="295200" y="263520"/>
            <a:ext cx="5415120" cy="4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2a6099"/>
                </a:solidFill>
                <a:latin typeface="Arial"/>
                <a:ea typeface="DejaVu Sans"/>
              </a:rPr>
              <a:t>ARM exception levels and worlds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685800" y="2880"/>
            <a:ext cx="8914320" cy="566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" descr=""/>
          <p:cNvPicPr/>
          <p:nvPr/>
        </p:nvPicPr>
        <p:blipFill>
          <a:blip r:embed="rId1"/>
          <a:stretch/>
        </p:blipFill>
        <p:spPr>
          <a:xfrm>
            <a:off x="1589400" y="2880"/>
            <a:ext cx="693504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2705400" y="192600"/>
            <a:ext cx="4381200" cy="525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1288800" y="2880"/>
            <a:ext cx="753624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1702080" y="2880"/>
            <a:ext cx="6709680" cy="566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457200"/>
            <a:ext cx="10140120" cy="54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BeagleBone Linux Boot Process with Trusted Firmware-A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Secure Boot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This document describes the Linux boot process on BeagleBone-class boards using Trusted Firmware-A (TF-A) with Secure Boot enabled. This applies to newer TI K3-based SoCs such as AM62x, AM64x, and AM65x.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1. Power-On and ROM Code (BL0)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When power is applied, the CPU begins execution from immutable on-chip ROM code. This ROM code forms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Root of Trust.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Boot mode selection via boot pins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Minimal hardware initialization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Authentication of the first boot image using keys stored in eFuses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Loading of TF-A BL2 into internal SRAM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2. TF-A BL2 (Secure Boot Loader)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BL2 runs in Secure EL3 and is responsible for initializing DDR memory and maintaining the secure chain of trust.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Initialize clocks, DDR, and security firewalls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Authenticate and load BL31 (TF-A runtime)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Authenticate and load BL32 (OP-TEE, optional)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Authenticate and load BL33 (U-Boot)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DTB(FDT blob)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DTB is used across all stages.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221760" y="342720"/>
            <a:ext cx="9607320" cy="44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3. TF-A BL31 (Secure Monitor TF-A)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BL31 provides the secure monitor runtime and remains resident for the entire system lifetime.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Runs in EL3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Handles Secure Monitor Calls (SMCs)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Provides PSCI services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Transitions execution to the non-secure world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→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Does not modify DTB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Acts as dispatcher: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→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Passes DTB pointer to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BL32(OP_TEE)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BL33(U-boot)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4. BL32 (OP-TEE OS – Optional)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OP-TEE runs in Secure EL1 and provides trusted execution services.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Trusted Applications execution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Secure storage and cryptographic services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Communication via SMC through BL31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→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OP-TEE Receives DTB pointer from TF-A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Uses DTB for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→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secure memory layout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→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reserved memory regions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→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Device configuration (secure peripherals)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156600" y="171360"/>
            <a:ext cx="9599760" cy="42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5. BL33 (U-Boot – Non-Secure)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U-Boot runs in the non-secure world but is cryptographically verified before execution.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Board-level initialization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Loading Linux kernel, device tree, and initramfs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Optional verification of kernel and device tree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Jumping to the Linux kernel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6. Linux Kernel Boot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Linux kernel executes in the non-secure world and completes system initialization.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Kernel initialization and device probing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Root filesystem mount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User space startup (systemd/init)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7. Secure Boot Chain of Trust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secure boot process enforces a strict chain of trust from ROM to Linux.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ROM → BL2 → BL31 → (OP-TEE) → U-Boot → Linux Kernel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18610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2026-08-26T01:42:55Z</dcterms:created>
  <dc:creator/>
  <dc:description/>
  <dc:language>en-US</dc:language>
  <cp:lastModifiedBy/>
  <dcterms:modified xsi:type="dcterms:W3CDTF">2026-10-03T21:17:44Z</dcterms:modified>
  <cp:revision>25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