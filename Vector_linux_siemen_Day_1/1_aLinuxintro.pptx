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4.xml.rels" ContentType="application/vnd.openxmlformats-package.relationships+xml"/>
  <Override PartName="/ppt/slideMasters/_rels/slideMaster53.xml.rels" ContentType="application/vnd.openxmlformats-package.relationships+xml"/>
  <Override PartName="/ppt/slideMasters/_rels/slideMaster58.xml.rels" ContentType="application/vnd.openxmlformats-package.relationships+xml"/>
  <Override PartName="/ppt/slideMasters/_rels/slideMaster21.xml.rels" ContentType="application/vnd.openxmlformats-package.relationships+xml"/>
  <Override PartName="/ppt/slideMasters/_rels/slideMaster23.xml.rels" ContentType="application/vnd.openxmlformats-package.relationships+xml"/>
  <Override PartName="/ppt/slideMasters/_rels/slideMaster60.xml.rels" ContentType="application/vnd.openxmlformats-package.relationships+xml"/>
  <Override PartName="/ppt/slideMasters/_rels/slideMaster18.xml.rels" ContentType="application/vnd.openxmlformats-package.relationships+xml"/>
  <Override PartName="/ppt/slideMasters/_rels/slideMaster57.xml.rels" ContentType="application/vnd.openxmlformats-package.relationships+xml"/>
  <Override PartName="/ppt/slideMasters/_rels/slideMaster20.xml.rels" ContentType="application/vnd.openxmlformats-package.relationships+xml"/>
  <Override PartName="/ppt/slideMasters/_rels/slideMaster22.xml.rels" ContentType="application/vnd.openxmlformats-package.relationships+xml"/>
  <Override PartName="/ppt/slideMasters/_rels/slideMaster59.xml.rels" ContentType="application/vnd.openxmlformats-package.relationships+xml"/>
  <Override PartName="/ppt/slideMasters/_rels/slideMaster24.xml.rels" ContentType="application/vnd.openxmlformats-package.relationships+xml"/>
  <Override PartName="/ppt/slideMasters/_rels/slideMaster61.xml.rels" ContentType="application/vnd.openxmlformats-package.relationships+xml"/>
  <Override PartName="/ppt/slideMasters/_rels/slideMaster19.xml.rels" ContentType="application/vnd.openxmlformats-package.relationships+xml"/>
  <Override PartName="/ppt/slideMasters/_rels/slideMaster25.xml.rels" ContentType="application/vnd.openxmlformats-package.relationships+xml"/>
  <Override PartName="/ppt/slideMasters/_rels/slideMaster17.xml.rels" ContentType="application/vnd.openxmlformats-package.relationships+xml"/>
  <Override PartName="/ppt/slideMasters/_rels/slideMaster16.xml.rels" ContentType="application/vnd.openxmlformats-package.relationships+xml"/>
  <Override PartName="/ppt/slideMasters/_rels/slideMaster15.xml.rels" ContentType="application/vnd.openxmlformats-package.relationships+xml"/>
  <Override PartName="/ppt/slideMasters/_rels/slideMaster56.xml.rels" ContentType="application/vnd.openxmlformats-package.relationships+xml"/>
  <Override PartName="/ppt/slideMasters/_rels/slideMaster44.xml.rels" ContentType="application/vnd.openxmlformats-package.relationships+xml"/>
  <Override PartName="/ppt/slideMasters/_rels/slideMaster55.xml.rels" ContentType="application/vnd.openxmlformats-package.relationships+xml"/>
  <Override PartName="/ppt/slideMasters/_rels/slideMaster29.xml.rels" ContentType="application/vnd.openxmlformats-package.relationships+xml"/>
  <Override PartName="/ppt/slideMasters/_rels/slideMaster46.xml.rels" ContentType="application/vnd.openxmlformats-package.relationships+xml"/>
  <Override PartName="/ppt/slideMasters/_rels/slideMaster28.xml.rels" ContentType="application/vnd.openxmlformats-package.relationships+xml"/>
  <Override PartName="/ppt/slideMasters/_rels/slideMaster47.xml.rels" ContentType="application/vnd.openxmlformats-package.relationships+xml"/>
  <Override PartName="/ppt/slideMasters/_rels/slideMaster10.xml.rels" ContentType="application/vnd.openxmlformats-package.relationships+xml"/>
  <Override PartName="/ppt/slideMasters/_rels/slideMaster45.xml.rels" ContentType="application/vnd.openxmlformats-package.relationships+xml"/>
  <Override PartName="/ppt/slideMasters/_rels/slideMaster27.xml.rels" ContentType="application/vnd.openxmlformats-package.relationships+xml"/>
  <Override PartName="/ppt/slideMasters/_rels/slideMaster13.xml.rels" ContentType="application/vnd.openxmlformats-package.relationships+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43.xml.rels" ContentType="application/vnd.openxmlformats-package.relationships+xml"/>
  <Override PartName="/ppt/slideMasters/_rels/slideMaster42.xml.rels" ContentType="application/vnd.openxmlformats-package.relationships+xml"/>
  <Override PartName="/ppt/slideMasters/_rels/slideMaster11.xml.rels" ContentType="application/vnd.openxmlformats-package.relationships+xml"/>
  <Override PartName="/ppt/slideMasters/_rels/slideMaster48.xml.rels" ContentType="application/vnd.openxmlformats-package.relationships+xml"/>
  <Override PartName="/ppt/slideMasters/_rels/slideMaster41.xml.rels" ContentType="application/vnd.openxmlformats-package.relationships+xml"/>
  <Override PartName="/ppt/slideMasters/_rels/slideMaster12.xml.rels" ContentType="application/vnd.openxmlformats-package.relationships+xml"/>
  <Override PartName="/ppt/slideMasters/_rels/slideMaster49.xml.rels" ContentType="application/vnd.openxmlformats-package.relationships+xml"/>
  <Override PartName="/ppt/slideMasters/_rels/slideMaster6.xml.rels" ContentType="application/vnd.openxmlformats-package.relationships+xml"/>
  <Override PartName="/ppt/slideMasters/_rels/slideMaster33.xml.rels" ContentType="application/vnd.openxmlformats-package.relationships+xml"/>
  <Override PartName="/ppt/slideMasters/_rels/slideMaster7.xml.rels" ContentType="application/vnd.openxmlformats-package.relationships+xml"/>
  <Override PartName="/ppt/slideMasters/_rels/slideMaster34.xml.rels" ContentType="application/vnd.openxmlformats-package.relationships+xml"/>
  <Override PartName="/ppt/slideMasters/_rels/slideMaster1.xml.rels" ContentType="application/vnd.openxmlformats-package.relationships+xml"/>
  <Override PartName="/ppt/slideMasters/_rels/slideMaster8.xml.rels" ContentType="application/vnd.openxmlformats-package.relationships+xml"/>
  <Override PartName="/ppt/slideMasters/_rels/slideMaster35.xml.rels" ContentType="application/vnd.openxmlformats-package.relationships+xml"/>
  <Override PartName="/ppt/slideMasters/_rels/slideMaster2.xml.rels" ContentType="application/vnd.openxmlformats-package.relationships+xml"/>
  <Override PartName="/ppt/slideMasters/_rels/slideMaster9.xml.rels" ContentType="application/vnd.openxmlformats-package.relationships+xml"/>
  <Override PartName="/ppt/slideMasters/_rels/slideMaster36.xml.rels" ContentType="application/vnd.openxmlformats-package.relationships+xml"/>
  <Override PartName="/ppt/slideMasters/_rels/slideMaster30.xml.rels" ContentType="application/vnd.openxmlformats-package.relationships+xml"/>
  <Override PartName="/ppt/slideMasters/_rels/slideMaster3.xml.rels" ContentType="application/vnd.openxmlformats-package.relationships+xml"/>
  <Override PartName="/ppt/slideMasters/_rels/slideMaster37.xml.rels" ContentType="application/vnd.openxmlformats-package.relationships+xml"/>
  <Override PartName="/ppt/slideMasters/_rels/slideMaster31.xml.rels" ContentType="application/vnd.openxmlformats-package.relationships+xml"/>
  <Override PartName="/ppt/slideMasters/_rels/slideMaster4.xml.rels" ContentType="application/vnd.openxmlformats-package.relationships+xml"/>
  <Override PartName="/ppt/slideMasters/_rels/slideMaster38.xml.rels" ContentType="application/vnd.openxmlformats-package.relationships+xml"/>
  <Override PartName="/ppt/slideMasters/_rels/slideMaster32.xml.rels" ContentType="application/vnd.openxmlformats-package.relationships+xml"/>
  <Override PartName="/ppt/slideMasters/_rels/slideMaster5.xml.rels" ContentType="application/vnd.openxmlformats-package.relationships+xml"/>
  <Override PartName="/ppt/slideMasters/_rels/slideMaster40.xml.rels" ContentType="application/vnd.openxmlformats-package.relationships+xml"/>
  <Override PartName="/ppt/slideMasters/_rels/slideMaster39.xml.rels" ContentType="application/vnd.openxmlformats-package.relationships+xml"/>
  <Override PartName="/ppt/slideMasters/_rels/slideMaster50.xml.rels" ContentType="application/vnd.openxmlformats-package.relationships+xml"/>
  <Override PartName="/ppt/slideMasters/_rels/slideMaster51.xml.rels" ContentType="application/vnd.openxmlformats-package.relationships+xml"/>
  <Override PartName="/ppt/slideMasters/_rels/slideMaster52.xml.rels" ContentType="application/vnd.openxmlformats-package.relationships+xml"/>
  <Override PartName="/ppt/slideMasters/slideMaster56.xml" ContentType="application/vnd.openxmlformats-officedocument.presentationml.slideMaster+xml"/>
  <Override PartName="/ppt/slideMasters/slideMaster55.xml" ContentType="application/vnd.openxmlformats-officedocument.presentationml.slideMaster+xml"/>
  <Override PartName="/ppt/slideMasters/slideMaster29.xml" ContentType="application/vnd.openxmlformats-officedocument.presentationml.slideMaster+xml"/>
  <Override PartName="/ppt/slideMasters/slideMaster46.xml" ContentType="application/vnd.openxmlformats-officedocument.presentationml.slideMaster+xml"/>
  <Override PartName="/ppt/slideMasters/slideMaster28.xml" ContentType="application/vnd.openxmlformats-officedocument.presentationml.slideMaster+xml"/>
  <Override PartName="/ppt/slideMasters/slideMaster10.xml" ContentType="application/vnd.openxmlformats-officedocument.presentationml.slideMaster+xml"/>
  <Override PartName="/ppt/slideMasters/slideMaster47.xml" ContentType="application/vnd.openxmlformats-officedocument.presentationml.slideMaster+xml"/>
  <Override PartName="/ppt/slideMasters/slideMaster45.xml" ContentType="application/vnd.openxmlformats-officedocument.presentationml.slideMaster+xml"/>
  <Override PartName="/ppt/slideMasters/slideMaster27.xml" ContentType="application/vnd.openxmlformats-officedocument.presentationml.slideMaster+xml"/>
  <Override PartName="/ppt/slideMasters/slideMaster7.xml" ContentType="application/vnd.openxmlformats-officedocument.presentationml.slideMaster+xml"/>
  <Override PartName="/ppt/slideMasters/slideMaster13.xml" ContentType="application/vnd.openxmlformats-officedocument.presentationml.slideMaster+xml"/>
  <Override PartName="/ppt/slideMasters/slideMaster44.xml" ContentType="application/vnd.openxmlformats-officedocument.presentationml.slideMaster+xml"/>
  <Override PartName="/ppt/slideMasters/slideMaster26.xml" ContentType="application/vnd.openxmlformats-officedocument.presentationml.slideMaster+xml"/>
  <Override PartName="/ppt/slideMasters/slideMaster8.xml" ContentType="application/vnd.openxmlformats-officedocument.presentationml.slideMaster+xml"/>
  <Override PartName="/ppt/slideMasters/slideMaster14.xml" ContentType="application/vnd.openxmlformats-officedocument.presentationml.slideMaster+xml"/>
  <Override PartName="/ppt/slideMasters/slideMaster9.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25.xml" ContentType="application/vnd.openxmlformats-officedocument.presentationml.slideMaster+xml"/>
  <Override PartName="/ppt/slideMasters/slideMaster61.xml" ContentType="application/vnd.openxmlformats-officedocument.presentationml.slideMaster+xml"/>
  <Override PartName="/ppt/slideMasters/slideMaster19.xml" ContentType="application/vnd.openxmlformats-officedocument.presentationml.slideMaster+xml"/>
  <Override PartName="/ppt/slideMasters/slideMaster24.xml" ContentType="application/vnd.openxmlformats-officedocument.presentationml.slideMaster+xml"/>
  <Override PartName="/ppt/slideMasters/slideMaster59.xml" ContentType="application/vnd.openxmlformats-officedocument.presentationml.slideMaster+xml"/>
  <Override PartName="/ppt/slideMasters/slideMaster22.xml" ContentType="application/vnd.openxmlformats-officedocument.presentationml.slideMaster+xml"/>
  <Override PartName="/ppt/slideMasters/slideMaster60.xml" ContentType="application/vnd.openxmlformats-officedocument.presentationml.slideMaster+xml"/>
  <Override PartName="/ppt/slideMasters/slideMaster18.xml" ContentType="application/vnd.openxmlformats-officedocument.presentationml.slideMaster+xml"/>
  <Override PartName="/ppt/slideMasters/slideMaster23.xml" ContentType="application/vnd.openxmlformats-officedocument.presentationml.slideMaster+xml"/>
  <Override PartName="/ppt/slideMasters/slideMaster58.xml" ContentType="application/vnd.openxmlformats-officedocument.presentationml.slideMaster+xml"/>
  <Override PartName="/ppt/slideMasters/slideMaster21.xml" ContentType="application/vnd.openxmlformats-officedocument.presentationml.slideMaster+xml"/>
  <Override PartName="/ppt/slideMasters/slideMaster57.xml" ContentType="application/vnd.openxmlformats-officedocument.presentationml.slideMaster+xml"/>
  <Override PartName="/ppt/slideMasters/slideMaster20.xml" ContentType="application/vnd.openxmlformats-officedocument.presentationml.slideMaster+xml"/>
  <Override PartName="/ppt/slideMasters/slideMaster11.xml" ContentType="application/vnd.openxmlformats-officedocument.presentationml.slideMaster+xml"/>
  <Override PartName="/ppt/slideMasters/slideMaster48.xml" ContentType="application/vnd.openxmlformats-officedocument.presentationml.slideMaster+xml"/>
  <Override PartName="/ppt/slideMasters/slideMaster6.xml" ContentType="application/vnd.openxmlformats-officedocument.presentationml.slideMaster+xml"/>
  <Override PartName="/ppt/slideMasters/slideMaster12.xml" ContentType="application/vnd.openxmlformats-officedocument.presentationml.slideMaster+xml"/>
  <Override PartName="/ppt/slideMasters/slideMaster4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1.xml" ContentType="application/vnd.openxmlformats-officedocument.presentationml.slideMaster+xml"/>
  <Override PartName="/ppt/slideMasters/slideMaster35.xml" ContentType="application/vnd.openxmlformats-officedocument.presentationml.slideMaster+xml"/>
  <Override PartName="/ppt/slideMasters/slideMaster2.xml" ContentType="application/vnd.openxmlformats-officedocument.presentationml.slideMaster+xml"/>
  <Override PartName="/ppt/slideMasters/slideMaster36.xml" ContentType="application/vnd.openxmlformats-officedocument.presentationml.slideMaster+xml"/>
  <Override PartName="/ppt/slideMasters/slideMaster3.xml" ContentType="application/vnd.openxmlformats-officedocument.presentationml.slideMaster+xml"/>
  <Override PartName="/ppt/slideMasters/slideMaster37.xml" ContentType="application/vnd.openxmlformats-officedocument.presentationml.slideMaster+xml"/>
  <Override PartName="/ppt/slideMasters/slideMaster4.xml" ContentType="application/vnd.openxmlformats-officedocument.presentationml.slideMaster+xml"/>
  <Override PartName="/ppt/slideMasters/slideMaster38.xml" ContentType="application/vnd.openxmlformats-officedocument.presentationml.slideMaster+xml"/>
  <Override PartName="/ppt/slideMasters/slideMaster5.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presProps.xml" ContentType="application/vnd.openxmlformats-officedocument.presentationml.presProps+xml"/>
  <Override PartName="/ppt/theme/theme56.xml" ContentType="application/vnd.openxmlformats-officedocument.theme+xml"/>
  <Override PartName="/ppt/theme/theme55.xml" ContentType="application/vnd.openxmlformats-officedocument.theme+xml"/>
  <Override PartName="/ppt/theme/theme54.xml" ContentType="application/vnd.openxmlformats-officedocument.theme+xml"/>
  <Override PartName="/ppt/theme/theme30.xml" ContentType="application/vnd.openxmlformats-officedocument.theme+xml"/>
  <Override PartName="/ppt/theme/theme3.xml" ContentType="application/vnd.openxmlformats-officedocument.theme+xml"/>
  <Override PartName="/ppt/theme/theme28.xml" ContentType="application/vnd.openxmlformats-officedocument.theme+xml"/>
  <Override PartName="/ppt/theme/theme12.xml" ContentType="application/vnd.openxmlformats-officedocument.theme+xml"/>
  <Override PartName="/ppt/theme/theme49.xml" ContentType="application/vnd.openxmlformats-officedocument.theme+xml"/>
  <Override PartName="/ppt/theme/theme2.xml" ContentType="application/vnd.openxmlformats-officedocument.theme+xml"/>
  <Override PartName="/ppt/theme/theme27.xml" ContentType="application/vnd.openxmlformats-officedocument.theme+xml"/>
  <Override PartName="/ppt/theme/theme48.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26.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62.xml" ContentType="application/vnd.openxmlformats-officedocument.theme+xml"/>
  <Override PartName="/ppt/theme/theme25.xml" ContentType="application/vnd.openxmlformats-officedocument.theme+xml"/>
  <Override PartName="/ppt/theme/theme61.xml" ContentType="application/vnd.openxmlformats-officedocument.theme+xml"/>
  <Override PartName="/ppt/theme/theme19.xml" ContentType="application/vnd.openxmlformats-officedocument.theme+xml"/>
  <Override PartName="/ppt/theme/theme24.xml" ContentType="application/vnd.openxmlformats-officedocument.theme+xml"/>
  <Override PartName="/ppt/theme/theme59.xml" ContentType="application/vnd.openxmlformats-officedocument.theme+xml"/>
  <Override PartName="/ppt/theme/theme22.xml" ContentType="application/vnd.openxmlformats-officedocument.theme+xml"/>
  <Override PartName="/ppt/theme/theme60.xml" ContentType="application/vnd.openxmlformats-officedocument.theme+xml"/>
  <Override PartName="/ppt/theme/theme18.xml" ContentType="application/vnd.openxmlformats-officedocument.theme+xml"/>
  <Override PartName="/ppt/theme/theme23.xml" ContentType="application/vnd.openxmlformats-officedocument.theme+xml"/>
  <Override PartName="/ppt/theme/theme58.xml" ContentType="application/vnd.openxmlformats-officedocument.theme+xml"/>
  <Override PartName="/ppt/theme/theme21.xml" ContentType="application/vnd.openxmlformats-officedocument.theme+xml"/>
  <Override PartName="/ppt/theme/theme57.xml" ContentType="application/vnd.openxmlformats-officedocument.theme+xml"/>
  <Override PartName="/ppt/theme/theme20.xml" ContentType="application/vnd.openxmlformats-officedocument.theme+xml"/>
  <Override PartName="/ppt/theme/theme13.xml" ContentType="application/vnd.openxmlformats-officedocument.theme+xml"/>
  <Override PartName="/ppt/theme/theme29.xml" ContentType="application/vnd.openxmlformats-officedocument.theme+xml"/>
  <Override PartName="/ppt/theme/theme4.xml" ContentType="application/vnd.openxmlformats-officedocument.theme+xml"/>
  <Override PartName="/ppt/theme/theme31.xml" ContentType="application/vnd.openxmlformats-officedocument.theme+xml"/>
  <Override PartName="/ppt/theme/theme5.xml" ContentType="application/vnd.openxmlformats-officedocument.theme+xml"/>
  <Override PartName="/ppt/theme/theme32.xml" ContentType="application/vnd.openxmlformats-officedocument.theme+xml"/>
  <Override PartName="/ppt/theme/theme6.xml" ContentType="application/vnd.openxmlformats-officedocument.theme+xml"/>
  <Override PartName="/ppt/theme/theme33.xml" ContentType="application/vnd.openxmlformats-officedocument.theme+xml"/>
  <Override PartName="/ppt/theme/theme7.xml" ContentType="application/vnd.openxmlformats-officedocument.theme+xml"/>
  <Override PartName="/ppt/theme/theme34.xml" ContentType="application/vnd.openxmlformats-officedocument.theme+xml"/>
  <Override PartName="/ppt/theme/theme8.xml" ContentType="application/vnd.openxmlformats-officedocument.theme+xml"/>
  <Override PartName="/ppt/theme/theme35.xml" ContentType="application/vnd.openxmlformats-officedocument.theme+xml"/>
  <Override PartName="/ppt/theme/theme9.xml" ContentType="application/vnd.openxmlformats-officedocument.theme+xml"/>
  <Override PartName="/ppt/theme/theme36.xml" ContentType="application/vnd.openxmlformats-officedocument.theme+xml"/>
  <Override PartName="/ppt/theme/theme10.xml" ContentType="application/vnd.openxmlformats-officedocument.theme+xml"/>
  <Override PartName="/ppt/theme/theme47.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_rels/presentation.xml.rels" ContentType="application/vnd.openxmlformats-package.relationships+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png" ContentType="image/png"/>
  <Override PartName="/ppt/media/image7.jpeg" ContentType="image/jpeg"/>
  <Override PartName="/ppt/media/image8.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29.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28.xml" ContentType="application/vnd.openxmlformats-officedocument.presentationml.slideLayout+xml"/>
  <Override PartName="/ppt/slideLayouts/slideLayout47.xml" ContentType="application/vnd.openxmlformats-officedocument.presentationml.slideLayout+xml"/>
  <Override PartName="/ppt/slideLayouts/slideLayout10.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61.xml" ContentType="application/vnd.openxmlformats-officedocument.presentationml.slideLayout+xml"/>
  <Override PartName="/ppt/slideLayouts/slideLayout19.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1.xml" ContentType="application/vnd.openxmlformats-officedocument.presentationml.slideLayout+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slideLayouts/slideLayout5.xml" ContentType="application/vnd.openxmlformats-officedocument.presentationml.slideLayout+xml"/>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22.xml" ContentType="application/vnd.openxmlformats-officedocument.presentationml.slideLayout+xml"/>
  <Override PartName="/ppt/slideLayouts/slideLayout7.xml" ContentType="application/vnd.openxmlformats-officedocument.presentationml.slideLayout+xml"/>
  <Override PartName="/ppt/slideLayouts/slideLayout50.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23.xml" ContentType="application/vnd.openxmlformats-officedocument.presentationml.slideLayout+xml"/>
  <Override PartName="/ppt/slideLayouts/slideLayout8.xml" ContentType="application/vnd.openxmlformats-officedocument.presentationml.slideLayout+xml"/>
  <Override PartName="/ppt/slideLayouts/slideLayout51.xml" ContentType="application/vnd.openxmlformats-officedocument.presentationml.slideLayout+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9.xml" ContentType="application/vnd.openxmlformats-officedocument.presentationml.slideLayout+xml"/>
  <Override PartName="/ppt/slideLayouts/slideLayout52.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_rels/slideLayout54.xml.rels" ContentType="application/vnd.openxmlformats-package.relationships+xml"/>
  <Override PartName="/ppt/slideLayouts/_rels/slideLayout53.xml.rels" ContentType="application/vnd.openxmlformats-package.relationships+xml"/>
  <Override PartName="/ppt/slideLayouts/_rels/slideLayout17.xml.rels" ContentType="application/vnd.openxmlformats-package.relationships+xml"/>
  <Override PartName="/ppt/slideLayouts/_rels/slideLayout29.xml.rels" ContentType="application/vnd.openxmlformats-package.relationships+xml"/>
  <Override PartName="/ppt/slideLayouts/_rels/slideLayout9.xml.rels" ContentType="application/vnd.openxmlformats-package.relationships+xml"/>
  <Override PartName="/ppt/slideLayouts/_rels/slideLayout58.xml.rels" ContentType="application/vnd.openxmlformats-package.relationships+xml"/>
  <Override PartName="/ppt/slideLayouts/_rels/slideLayout60.xml.rels" ContentType="application/vnd.openxmlformats-package.relationships+xml"/>
  <Override PartName="/ppt/slideLayouts/_rels/slideLayout18.xml.rels" ContentType="application/vnd.openxmlformats-package.relationships+xml"/>
  <Override PartName="/ppt/slideLayouts/_rels/slideLayout57.xml.rels" ContentType="application/vnd.openxmlformats-package.relationships+xml"/>
  <Override PartName="/ppt/slideLayouts/_rels/slideLayout20.xml.rels" ContentType="application/vnd.openxmlformats-package.relationships+xml"/>
  <Override PartName="/ppt/slideLayouts/_rels/slideLayout59.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47.xml.rels" ContentType="application/vnd.openxmlformats-package.relationships+xml"/>
  <Override PartName="/ppt/slideLayouts/_rels/slideLayout10.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46.xml.rels" ContentType="application/vnd.openxmlformats-package.relationships+xml"/>
  <Override PartName="/ppt/slideLayouts/_rels/slideLayout56.xml.rels" ContentType="application/vnd.openxmlformats-package.relationships+xml"/>
  <Override PartName="/ppt/slideLayouts/_rels/slideLayout55.xml.rels" ContentType="application/vnd.openxmlformats-package.relationships+xml"/>
  <Override PartName="/ppt/slideLayouts/_rels/slideLayout11.xml.rels" ContentType="application/vnd.openxmlformats-package.relationships+xml"/>
  <Override PartName="/ppt/slideLayouts/_rels/slideLayout48.xml.rels" ContentType="application/vnd.openxmlformats-package.relationships+xml"/>
  <Override PartName="/ppt/slideLayouts/_rels/slideLayout12.xml.rels" ContentType="application/vnd.openxmlformats-package.relationships+xml"/>
  <Override PartName="/ppt/slideLayouts/_rels/slideLayout49.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39.xml.rels" ContentType="application/vnd.openxmlformats-package.relationships+xml"/>
  <Override PartName="/ppt/slideLayouts/_rels/slideLayout50.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51.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52.xml.rels" ContentType="application/vnd.openxmlformats-package.relationships+xml"/>
  <Override PartName="/ppt/slideLayouts/_rels/slideLayout30.xml.rels" ContentType="application/vnd.openxmlformats-package.relationships+xml"/>
  <Override PartName="/ppt/slideLayouts/_rels/slideLayout31.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37.xml.rels" ContentType="application/vnd.openxmlformats-package.relationships+xml"/>
  <Override PartName="/ppt/slideLayouts/_rels/slideLayout38.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 id="2147483712" r:id="rId34"/>
    <p:sldMasterId id="2147483714" r:id="rId35"/>
    <p:sldMasterId id="2147483716" r:id="rId36"/>
    <p:sldMasterId id="2147483718" r:id="rId37"/>
    <p:sldMasterId id="2147483720" r:id="rId38"/>
    <p:sldMasterId id="2147483722" r:id="rId39"/>
    <p:sldMasterId id="2147483724" r:id="rId40"/>
    <p:sldMasterId id="2147483726" r:id="rId41"/>
    <p:sldMasterId id="2147483728" r:id="rId42"/>
    <p:sldMasterId id="2147483730" r:id="rId43"/>
    <p:sldMasterId id="2147483732" r:id="rId44"/>
    <p:sldMasterId id="2147483734" r:id="rId45"/>
    <p:sldMasterId id="2147483736" r:id="rId46"/>
    <p:sldMasterId id="2147483738" r:id="rId47"/>
    <p:sldMasterId id="2147483740" r:id="rId48"/>
    <p:sldMasterId id="2147483742" r:id="rId49"/>
    <p:sldMasterId id="2147483744" r:id="rId50"/>
    <p:sldMasterId id="2147483746" r:id="rId51"/>
    <p:sldMasterId id="2147483748" r:id="rId52"/>
    <p:sldMasterId id="2147483750" r:id="rId53"/>
    <p:sldMasterId id="2147483752" r:id="rId54"/>
    <p:sldMasterId id="2147483754" r:id="rId55"/>
    <p:sldMasterId id="2147483756" r:id="rId56"/>
    <p:sldMasterId id="2147483758" r:id="rId57"/>
    <p:sldMasterId id="2147483760" r:id="rId58"/>
    <p:sldMasterId id="2147483762" r:id="rId59"/>
    <p:sldMasterId id="2147483764" r:id="rId60"/>
    <p:sldMasterId id="2147483766" r:id="rId61"/>
    <p:sldMasterId id="2147483768" r:id="rId62"/>
  </p:sldMasterIdLst>
  <p:notesMasterIdLst>
    <p:notesMasterId r:id="rId63"/>
  </p:notesMasterIdLst>
  <p:sldIdLst>
    <p:sldId id="256" r:id="rId64"/>
    <p:sldId id="257" r:id="rId65"/>
    <p:sldId id="258" r:id="rId66"/>
    <p:sldId id="259" r:id="rId67"/>
    <p:sldId id="260" r:id="rId68"/>
    <p:sldId id="261" r:id="rId69"/>
    <p:sldId id="262" r:id="rId70"/>
    <p:sldId id="263" r:id="rId71"/>
    <p:sldId id="264" r:id="rId72"/>
    <p:sldId id="265" r:id="rId73"/>
    <p:sldId id="266" r:id="rId74"/>
    <p:sldId id="267" r:id="rId75"/>
    <p:sldId id="268" r:id="rId76"/>
    <p:sldId id="269" r:id="rId77"/>
    <p:sldId id="270" r:id="rId78"/>
    <p:sldId id="271" r:id="rId79"/>
    <p:sldId id="272" r:id="rId80"/>
    <p:sldId id="273" r:id="rId81"/>
    <p:sldId id="274" r:id="rId82"/>
    <p:sldId id="275" r:id="rId83"/>
    <p:sldId id="276" r:id="rId8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Master" Target="slideMasters/slideMaster29.xml"/><Relationship Id="rId31" Type="http://schemas.openxmlformats.org/officeDocument/2006/relationships/slideMaster" Target="slideMasters/slideMaster30.xml"/><Relationship Id="rId32" Type="http://schemas.openxmlformats.org/officeDocument/2006/relationships/slideMaster" Target="slideMasters/slideMaster31.xml"/><Relationship Id="rId33" Type="http://schemas.openxmlformats.org/officeDocument/2006/relationships/slideMaster" Target="slideMasters/slideMaster32.xml"/><Relationship Id="rId34" Type="http://schemas.openxmlformats.org/officeDocument/2006/relationships/slideMaster" Target="slideMasters/slideMaster33.xml"/><Relationship Id="rId35" Type="http://schemas.openxmlformats.org/officeDocument/2006/relationships/slideMaster" Target="slideMasters/slideMaster34.xml"/><Relationship Id="rId36" Type="http://schemas.openxmlformats.org/officeDocument/2006/relationships/slideMaster" Target="slideMasters/slideMaster35.xml"/><Relationship Id="rId37" Type="http://schemas.openxmlformats.org/officeDocument/2006/relationships/slideMaster" Target="slideMasters/slideMaster36.xml"/><Relationship Id="rId38" Type="http://schemas.openxmlformats.org/officeDocument/2006/relationships/slideMaster" Target="slideMasters/slideMaster37.xml"/><Relationship Id="rId39" Type="http://schemas.openxmlformats.org/officeDocument/2006/relationships/slideMaster" Target="slideMasters/slideMaster38.xml"/><Relationship Id="rId40" Type="http://schemas.openxmlformats.org/officeDocument/2006/relationships/slideMaster" Target="slideMasters/slideMaster39.xml"/><Relationship Id="rId41" Type="http://schemas.openxmlformats.org/officeDocument/2006/relationships/slideMaster" Target="slideMasters/slideMaster40.xml"/><Relationship Id="rId42" Type="http://schemas.openxmlformats.org/officeDocument/2006/relationships/slideMaster" Target="slideMasters/slideMaster41.xml"/><Relationship Id="rId43" Type="http://schemas.openxmlformats.org/officeDocument/2006/relationships/slideMaster" Target="slideMasters/slideMaster42.xml"/><Relationship Id="rId44" Type="http://schemas.openxmlformats.org/officeDocument/2006/relationships/slideMaster" Target="slideMasters/slideMaster43.xml"/><Relationship Id="rId45" Type="http://schemas.openxmlformats.org/officeDocument/2006/relationships/slideMaster" Target="slideMasters/slideMaster44.xml"/><Relationship Id="rId46" Type="http://schemas.openxmlformats.org/officeDocument/2006/relationships/slideMaster" Target="slideMasters/slideMaster45.xml"/><Relationship Id="rId47" Type="http://schemas.openxmlformats.org/officeDocument/2006/relationships/slideMaster" Target="slideMasters/slideMaster46.xml"/><Relationship Id="rId48" Type="http://schemas.openxmlformats.org/officeDocument/2006/relationships/slideMaster" Target="slideMasters/slideMaster47.xml"/><Relationship Id="rId49" Type="http://schemas.openxmlformats.org/officeDocument/2006/relationships/slideMaster" Target="slideMasters/slideMaster48.xml"/><Relationship Id="rId50" Type="http://schemas.openxmlformats.org/officeDocument/2006/relationships/slideMaster" Target="slideMasters/slideMaster49.xml"/><Relationship Id="rId51" Type="http://schemas.openxmlformats.org/officeDocument/2006/relationships/slideMaster" Target="slideMasters/slideMaster50.xml"/><Relationship Id="rId52" Type="http://schemas.openxmlformats.org/officeDocument/2006/relationships/slideMaster" Target="slideMasters/slideMaster51.xml"/><Relationship Id="rId53" Type="http://schemas.openxmlformats.org/officeDocument/2006/relationships/slideMaster" Target="slideMasters/slideMaster52.xml"/><Relationship Id="rId54" Type="http://schemas.openxmlformats.org/officeDocument/2006/relationships/slideMaster" Target="slideMasters/slideMaster53.xml"/><Relationship Id="rId55" Type="http://schemas.openxmlformats.org/officeDocument/2006/relationships/slideMaster" Target="slideMasters/slideMaster54.xml"/><Relationship Id="rId56" Type="http://schemas.openxmlformats.org/officeDocument/2006/relationships/slideMaster" Target="slideMasters/slideMaster55.xml"/><Relationship Id="rId57" Type="http://schemas.openxmlformats.org/officeDocument/2006/relationships/slideMaster" Target="slideMasters/slideMaster56.xml"/><Relationship Id="rId58" Type="http://schemas.openxmlformats.org/officeDocument/2006/relationships/slideMaster" Target="slideMasters/slideMaster57.xml"/><Relationship Id="rId59" Type="http://schemas.openxmlformats.org/officeDocument/2006/relationships/slideMaster" Target="slideMasters/slideMaster58.xml"/><Relationship Id="rId60" Type="http://schemas.openxmlformats.org/officeDocument/2006/relationships/slideMaster" Target="slideMasters/slideMaster59.xml"/><Relationship Id="rId61" Type="http://schemas.openxmlformats.org/officeDocument/2006/relationships/slideMaster" Target="slideMasters/slideMaster60.xml"/><Relationship Id="rId62" Type="http://schemas.openxmlformats.org/officeDocument/2006/relationships/slideMaster" Target="slideMasters/slideMaster61.xml"/><Relationship Id="rId63" Type="http://schemas.openxmlformats.org/officeDocument/2006/relationships/notesMaster" Target="notesMasters/notesMaster1.xml"/><Relationship Id="rId64" Type="http://schemas.openxmlformats.org/officeDocument/2006/relationships/slide" Target="slides/slide1.xml"/><Relationship Id="rId65" Type="http://schemas.openxmlformats.org/officeDocument/2006/relationships/slide" Target="slides/slide2.xml"/><Relationship Id="rId66" Type="http://schemas.openxmlformats.org/officeDocument/2006/relationships/slide" Target="slides/slide3.xml"/><Relationship Id="rId67" Type="http://schemas.openxmlformats.org/officeDocument/2006/relationships/slide" Target="slides/slide4.xml"/><Relationship Id="rId68" Type="http://schemas.openxmlformats.org/officeDocument/2006/relationships/slide" Target="slides/slide5.xml"/><Relationship Id="rId69" Type="http://schemas.openxmlformats.org/officeDocument/2006/relationships/slide" Target="slides/slide6.xml"/><Relationship Id="rId70" Type="http://schemas.openxmlformats.org/officeDocument/2006/relationships/slide" Target="slides/slide7.xml"/><Relationship Id="rId71" Type="http://schemas.openxmlformats.org/officeDocument/2006/relationships/slide" Target="slides/slide8.xml"/><Relationship Id="rId72" Type="http://schemas.openxmlformats.org/officeDocument/2006/relationships/slide" Target="slides/slide9.xml"/><Relationship Id="rId73" Type="http://schemas.openxmlformats.org/officeDocument/2006/relationships/slide" Target="slides/slide10.xml"/><Relationship Id="rId74" Type="http://schemas.openxmlformats.org/officeDocument/2006/relationships/slide" Target="slides/slide11.xml"/><Relationship Id="rId75" Type="http://schemas.openxmlformats.org/officeDocument/2006/relationships/slide" Target="slides/slide12.xml"/><Relationship Id="rId76" Type="http://schemas.openxmlformats.org/officeDocument/2006/relationships/slide" Target="slides/slide13.xml"/><Relationship Id="rId77" Type="http://schemas.openxmlformats.org/officeDocument/2006/relationships/slide" Target="slides/slide14.xml"/><Relationship Id="rId78" Type="http://schemas.openxmlformats.org/officeDocument/2006/relationships/slide" Target="slides/slide15.xml"/><Relationship Id="rId79" Type="http://schemas.openxmlformats.org/officeDocument/2006/relationships/slide" Target="slides/slide16.xml"/><Relationship Id="rId80" Type="http://schemas.openxmlformats.org/officeDocument/2006/relationships/slide" Target="slides/slide17.xml"/><Relationship Id="rId81" Type="http://schemas.openxmlformats.org/officeDocument/2006/relationships/slide" Target="slides/slide18.xml"/><Relationship Id="rId82" Type="http://schemas.openxmlformats.org/officeDocument/2006/relationships/slide" Target="slides/slide19.xml"/><Relationship Id="rId83" Type="http://schemas.openxmlformats.org/officeDocument/2006/relationships/slide" Target="slides/slide20.xml"/><Relationship Id="rId84" Type="http://schemas.openxmlformats.org/officeDocument/2006/relationships/slide" Target="slides/slide21.xml"/><Relationship Id="rId8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0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0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09" name="PlaceHolder 4"/>
          <p:cNvSpPr>
            <a:spLocks noGrp="1"/>
          </p:cNvSpPr>
          <p:nvPr>
            <p:ph type="dt" idx="148"/>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10" name="PlaceHolder 5"/>
          <p:cNvSpPr>
            <a:spLocks noGrp="1"/>
          </p:cNvSpPr>
          <p:nvPr>
            <p:ph type="ftr" idx="149"/>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11" name="PlaceHolder 6"/>
          <p:cNvSpPr>
            <a:spLocks noGrp="1"/>
          </p:cNvSpPr>
          <p:nvPr>
            <p:ph type="sldNum" idx="150"/>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8F1F347-4000-4C1D-9825-49BC2A9F396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20181DF8-693D-4F84-8D30-3A4EB355ECF5}"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558" name="PlaceHolder 1"/>
          <p:cNvSpPr>
            <a:spLocks noGrp="1"/>
          </p:cNvSpPr>
          <p:nvPr>
            <p:ph type="sldImg"/>
          </p:nvPr>
        </p:nvSpPr>
        <p:spPr>
          <a:xfrm>
            <a:off x="1107000" y="812520"/>
            <a:ext cx="5343840" cy="4007520"/>
          </a:xfrm>
          <a:prstGeom prst="rect">
            <a:avLst/>
          </a:prstGeom>
          <a:ln w="0">
            <a:noFill/>
          </a:ln>
        </p:spPr>
      </p:sp>
      <p:sp>
        <p:nvSpPr>
          <p:cNvPr id="559"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60" name=""/>
          <p:cNvSpPr/>
          <p:nvPr/>
        </p:nvSpPr>
        <p:spPr>
          <a:xfrm>
            <a:off x="4282200" y="1015560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BC49691A-31FD-4D76-A3E7-52906CF2E1B7}"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978205CD-EB35-47ED-8A13-9C2AF4F1277F}"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562" name="PlaceHolder 1"/>
          <p:cNvSpPr>
            <a:spLocks noGrp="1"/>
          </p:cNvSpPr>
          <p:nvPr>
            <p:ph type="sldImg"/>
          </p:nvPr>
        </p:nvSpPr>
        <p:spPr>
          <a:xfrm>
            <a:off x="1107000" y="812520"/>
            <a:ext cx="5343840" cy="4007520"/>
          </a:xfrm>
          <a:prstGeom prst="rect">
            <a:avLst/>
          </a:prstGeom>
          <a:ln w="0">
            <a:noFill/>
          </a:ln>
        </p:spPr>
      </p:sp>
      <p:sp>
        <p:nvSpPr>
          <p:cNvPr id="563"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64" name=""/>
          <p:cNvSpPr/>
          <p:nvPr/>
        </p:nvSpPr>
        <p:spPr>
          <a:xfrm>
            <a:off x="4282200" y="1015524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E6AFB3EF-BE65-4654-9707-147603819B73}"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3215E278-87D6-46AB-A807-F41CC17D9037}"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566" name="PlaceHolder 1"/>
          <p:cNvSpPr>
            <a:spLocks noGrp="1"/>
          </p:cNvSpPr>
          <p:nvPr>
            <p:ph type="sldImg"/>
          </p:nvPr>
        </p:nvSpPr>
        <p:spPr>
          <a:xfrm>
            <a:off x="1107000" y="812520"/>
            <a:ext cx="5343840" cy="4007520"/>
          </a:xfrm>
          <a:prstGeom prst="rect">
            <a:avLst/>
          </a:prstGeom>
          <a:ln w="0">
            <a:noFill/>
          </a:ln>
        </p:spPr>
      </p:sp>
      <p:sp>
        <p:nvSpPr>
          <p:cNvPr id="567"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68" name=""/>
          <p:cNvSpPr/>
          <p:nvPr/>
        </p:nvSpPr>
        <p:spPr>
          <a:xfrm>
            <a:off x="4282200" y="1015524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63C0960C-4A1D-44A6-8D50-38916A9057C1}"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43281C50-23C3-4D00-9859-4A264B180FDA}"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570" name="PlaceHolder 1"/>
          <p:cNvSpPr>
            <a:spLocks noGrp="1"/>
          </p:cNvSpPr>
          <p:nvPr>
            <p:ph type="sldImg"/>
          </p:nvPr>
        </p:nvSpPr>
        <p:spPr>
          <a:xfrm>
            <a:off x="1107000" y="812520"/>
            <a:ext cx="5343840" cy="4007520"/>
          </a:xfrm>
          <a:prstGeom prst="rect">
            <a:avLst/>
          </a:prstGeom>
          <a:ln w="0">
            <a:noFill/>
          </a:ln>
        </p:spPr>
      </p:sp>
      <p:sp>
        <p:nvSpPr>
          <p:cNvPr id="571"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72" name=""/>
          <p:cNvSpPr/>
          <p:nvPr/>
        </p:nvSpPr>
        <p:spPr>
          <a:xfrm>
            <a:off x="4282200" y="1015524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C03ECA93-7D7B-49A1-AADD-F25788809DF1}"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AC283B97-46C4-43AC-A1FD-FCE483DAD730}"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574" name="PlaceHolder 1"/>
          <p:cNvSpPr>
            <a:spLocks noGrp="1"/>
          </p:cNvSpPr>
          <p:nvPr>
            <p:ph type="sldImg"/>
          </p:nvPr>
        </p:nvSpPr>
        <p:spPr>
          <a:xfrm>
            <a:off x="1107000" y="812520"/>
            <a:ext cx="5343840" cy="4007520"/>
          </a:xfrm>
          <a:prstGeom prst="rect">
            <a:avLst/>
          </a:prstGeom>
          <a:ln w="0">
            <a:noFill/>
          </a:ln>
        </p:spPr>
      </p:sp>
      <p:sp>
        <p:nvSpPr>
          <p:cNvPr id="575"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76" name=""/>
          <p:cNvSpPr/>
          <p:nvPr/>
        </p:nvSpPr>
        <p:spPr>
          <a:xfrm>
            <a:off x="4282200" y="1015560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60C10D94-ED4B-4FE2-82EE-EA8315BC6B48}"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B25A9BF3-C596-478C-B85F-31B95E473026}"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578" name="PlaceHolder 1"/>
          <p:cNvSpPr>
            <a:spLocks noGrp="1"/>
          </p:cNvSpPr>
          <p:nvPr>
            <p:ph type="sldImg"/>
          </p:nvPr>
        </p:nvSpPr>
        <p:spPr>
          <a:xfrm>
            <a:off x="1107000" y="812520"/>
            <a:ext cx="5343840" cy="4007520"/>
          </a:xfrm>
          <a:prstGeom prst="rect">
            <a:avLst/>
          </a:prstGeom>
          <a:ln w="0">
            <a:noFill/>
          </a:ln>
        </p:spPr>
      </p:sp>
      <p:sp>
        <p:nvSpPr>
          <p:cNvPr id="579"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80" name=""/>
          <p:cNvSpPr/>
          <p:nvPr/>
        </p:nvSpPr>
        <p:spPr>
          <a:xfrm>
            <a:off x="4282200" y="1015560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7C856B39-26DB-4A3C-A33D-32315CA38372}"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EEE44166-5AD4-4277-83FD-B9B69CFCCA39}"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
        <p:nvSpPr>
          <p:cNvPr id="582" name="PlaceHolder 1"/>
          <p:cNvSpPr>
            <a:spLocks noGrp="1"/>
          </p:cNvSpPr>
          <p:nvPr>
            <p:ph type="sldImg"/>
          </p:nvPr>
        </p:nvSpPr>
        <p:spPr>
          <a:xfrm>
            <a:off x="1107000" y="812520"/>
            <a:ext cx="5343840" cy="4007520"/>
          </a:xfrm>
          <a:prstGeom prst="rect">
            <a:avLst/>
          </a:prstGeom>
          <a:ln w="0">
            <a:noFill/>
          </a:ln>
        </p:spPr>
      </p:sp>
      <p:sp>
        <p:nvSpPr>
          <p:cNvPr id="583"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84" name=""/>
          <p:cNvSpPr/>
          <p:nvPr/>
        </p:nvSpPr>
        <p:spPr>
          <a:xfrm>
            <a:off x="4282200" y="1015560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68302DD8-40FF-4605-9524-1A29499E0E14}" type="slidenum">
              <a:rPr b="0" lang="en-IN" sz="1200" spc="-1" strike="noStrike">
                <a:solidFill>
                  <a:srgbClr val="000000"/>
                </a:solidFill>
                <a:latin typeface="Times New Roman"/>
                <a:ea typeface="WenQuanYi Micro Hei"/>
              </a:rPr>
              <a:t>&lt;number&gt;</a:t>
            </a:fld>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
          <p:cNvSpPr/>
          <p:nvPr/>
        </p:nvSpPr>
        <p:spPr>
          <a:xfrm>
            <a:off x="4282200" y="10155600"/>
            <a:ext cx="3272760" cy="531000"/>
          </a:xfrm>
          <a:custGeom>
            <a:avLst/>
            <a:gdLst>
              <a:gd name="textAreaLeft" fmla="*/ 0 w 3272760"/>
              <a:gd name="textAreaRight" fmla="*/ 3274200 w 3272760"/>
              <a:gd name="textAreaTop" fmla="*/ 0 h 531000"/>
              <a:gd name="textAreaBottom" fmla="*/ 532440 h 5310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79A1F791-5A28-4B65-9C31-0AA6D4205BB1}"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
        <p:nvSpPr>
          <p:cNvPr id="586" name="PlaceHolder 1"/>
          <p:cNvSpPr>
            <a:spLocks noGrp="1"/>
          </p:cNvSpPr>
          <p:nvPr>
            <p:ph type="sldImg"/>
          </p:nvPr>
        </p:nvSpPr>
        <p:spPr>
          <a:xfrm>
            <a:off x="1107000" y="812520"/>
            <a:ext cx="5343840" cy="4007520"/>
          </a:xfrm>
          <a:prstGeom prst="rect">
            <a:avLst/>
          </a:prstGeom>
          <a:ln w="0">
            <a:noFill/>
          </a:ln>
        </p:spPr>
      </p:sp>
      <p:sp>
        <p:nvSpPr>
          <p:cNvPr id="587" name="PlaceHolder 2"/>
          <p:cNvSpPr>
            <a:spLocks noGrp="1"/>
          </p:cNvSpPr>
          <p:nvPr>
            <p:ph type="body"/>
          </p:nvPr>
        </p:nvSpPr>
        <p:spPr>
          <a:xfrm>
            <a:off x="756000" y="5078520"/>
            <a:ext cx="6046200" cy="4809600"/>
          </a:xfrm>
          <a:prstGeom prst="rect">
            <a:avLst/>
          </a:prstGeom>
          <a:noFill/>
          <a:ln w="0">
            <a:noFill/>
          </a:ln>
        </p:spPr>
        <p:txBody>
          <a:bodyPr lIns="0" rIns="0" tIns="0" bIns="0" anchor="ctr">
            <a:noAutofit/>
          </a:bodyPr>
          <a:p>
            <a:pPr marL="216000" indent="-216000">
              <a:buNone/>
            </a:pPr>
            <a:endParaRPr b="0" lang="en-US" sz="1800" spc="-1" strike="noStrike">
              <a:solidFill>
                <a:srgbClr val="000000"/>
              </a:solidFill>
              <a:latin typeface="Arial"/>
            </a:endParaRPr>
          </a:p>
        </p:txBody>
      </p:sp>
      <p:sp>
        <p:nvSpPr>
          <p:cNvPr id="588" name=""/>
          <p:cNvSpPr/>
          <p:nvPr/>
        </p:nvSpPr>
        <p:spPr>
          <a:xfrm>
            <a:off x="4282200" y="10155600"/>
            <a:ext cx="3274560" cy="533160"/>
          </a:xfrm>
          <a:custGeom>
            <a:avLst/>
            <a:gdLst>
              <a:gd name="textAreaLeft" fmla="*/ 0 w 3274560"/>
              <a:gd name="textAreaRight" fmla="*/ 3276000 w 3274560"/>
              <a:gd name="textAreaTop" fmla="*/ 0 h 533160"/>
              <a:gd name="textAreaBottom" fmla="*/ 534600 h 533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fld id="{81622B72-19F1-4767-9721-589C7E0A767D}" type="slidenum">
              <a:rPr b="0" lang="en-IN" sz="1200" spc="-1" strike="noStrike">
                <a:solidFill>
                  <a:srgbClr val="000000"/>
                </a:solidFill>
                <a:latin typeface="Arial"/>
                <a:ea typeface="WenQuanYi Micro Hei"/>
              </a:rPr>
              <a:t>&lt;number&gt;</a:t>
            </a:fld>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9.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0.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2.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5.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6.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7.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8.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9.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0.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2.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3.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5.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6.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0.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1.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2.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3.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4.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6.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7.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8.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60.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CC36139C-B655-4F55-BFBD-FEF79D94096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E4345D80-D514-4CBC-9E00-9E313D4A3084}"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F6C6187E-08E1-481E-8EA1-EB417B220273}"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C0C9267C-99BB-4508-996C-EEA4002E6A2B}"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D6D96D29-5080-49EB-AAE6-15CCB1973EE1}"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DEDD5CBD-3141-4D39-97D5-A8C6F19D7AFF}"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8474F625-865B-4329-BCA9-BEBB6A0B85F9}"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7DABB77C-81C9-40EE-BC2B-0DBB99CB0677}"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56D6B693-DBEE-4139-A309-827715EA0ED2}"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DD02DC29-F34D-492B-8658-78B70DCE18EF}"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612100CC-2142-4FD0-AD2F-E58CCCC65270}"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1"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2"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389F8F90-7DF9-4103-BB04-30C70357CBE8}"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11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5"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6"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CDE41FC2-3F59-4535-A612-42FB23ED68F9}"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2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6"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7"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2E0A04EF-0868-400A-8B18-702014B95E56}"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3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1"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2"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C86105F5-F7A1-40D7-BB22-F0DE18D22D90}"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9CFCBF16-970F-455A-BD5E-471AC413DCDE}"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86433810-2DCF-4506-917C-DD058AE1C41E}"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6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1"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7B9351BB-FEC1-400C-89A4-2A6E1B52EE83}"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6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0"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5675DA29-7E87-4081-A2F2-654D5314474F}"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7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0"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1"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CED7ED4F-4EE0-4E14-8208-510BEDC3FEFC}"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8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71ACC1C3-F099-40B1-8D06-279ED80AA25B}"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F337F6B0-5E69-4563-BDBB-AAF7F3FEAFB6}"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203"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4"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5"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6"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521539C1-7B36-4D07-B2EC-D4595784CA0B}" type="slidenum">
              <a:t>&lt;#&gt;</a:t>
            </a:fld>
          </a:p>
        </p:txBody>
      </p:sp>
      <p:sp>
        <p:nvSpPr>
          <p:cNvPr id="8" name="PlaceHolder 7"/>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21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7"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8"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19"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EB8A6ACF-F83A-494F-BEDB-DC4D55985A77}" type="slidenum">
              <a:t>&lt;#&gt;</a:t>
            </a:fld>
          </a:p>
        </p:txBody>
      </p:sp>
      <p:sp>
        <p:nvSpPr>
          <p:cNvPr id="8" name="PlaceHolder 7"/>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2">
    <p:spTree>
      <p:nvGrpSpPr>
        <p:cNvPr id="1" name=""/>
        <p:cNvGrpSpPr/>
        <p:nvPr/>
      </p:nvGrpSpPr>
      <p:grpSpPr>
        <a:xfrm>
          <a:off x="0" y="0"/>
          <a:ext cx="0" cy="0"/>
          <a:chOff x="0" y="0"/>
          <a:chExt cx="0" cy="0"/>
        </a:xfrm>
      </p:grpSpPr>
      <p:sp>
        <p:nvSpPr>
          <p:cNvPr id="22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5"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6"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7"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3">
    <p:spTree>
      <p:nvGrpSpPr>
        <p:cNvPr id="1" name=""/>
        <p:cNvGrpSpPr/>
        <p:nvPr/>
      </p:nvGrpSpPr>
      <p:grpSpPr>
        <a:xfrm>
          <a:off x="0" y="0"/>
          <a:ext cx="0" cy="0"/>
          <a:chOff x="0" y="0"/>
          <a:chExt cx="0" cy="0"/>
        </a:xfrm>
      </p:grpSpPr>
      <p:sp>
        <p:nvSpPr>
          <p:cNvPr id="23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32"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3"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4">
    <p:spTree>
      <p:nvGrpSpPr>
        <p:cNvPr id="1" name=""/>
        <p:cNvGrpSpPr/>
        <p:nvPr/>
      </p:nvGrpSpPr>
      <p:grpSpPr>
        <a:xfrm>
          <a:off x="0" y="0"/>
          <a:ext cx="0" cy="0"/>
          <a:chOff x="0" y="0"/>
          <a:chExt cx="0" cy="0"/>
        </a:xfrm>
      </p:grpSpPr>
      <p:sp>
        <p:nvSpPr>
          <p:cNvPr id="23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0"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1"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2"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43"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5">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spTree>
      <p:nvGrpSpPr>
        <p:cNvPr id="1" name=""/>
        <p:cNvGrpSpPr/>
        <p:nvPr/>
      </p:nvGrpSpPr>
      <p:grpSpPr>
        <a:xfrm>
          <a:off x="0" y="0"/>
          <a:ext cx="0" cy="0"/>
          <a:chOff x="0" y="0"/>
          <a:chExt cx="0" cy="0"/>
        </a:xfrm>
      </p:grpSpPr>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7">
    <p:spTree>
      <p:nvGrpSpPr>
        <p:cNvPr id="1" name=""/>
        <p:cNvGrpSpPr/>
        <p:nvPr/>
      </p:nvGrpSpPr>
      <p:grpSpPr>
        <a:xfrm>
          <a:off x="0" y="0"/>
          <a:ext cx="0" cy="0"/>
          <a:chOff x="0" y="0"/>
          <a:chExt cx="0" cy="0"/>
        </a:xfrm>
      </p:grpSpPr>
      <p:sp>
        <p:nvSpPr>
          <p:cNvPr id="24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8">
    <p:spTree>
      <p:nvGrpSpPr>
        <p:cNvPr id="1" name=""/>
        <p:cNvGrpSpPr/>
        <p:nvPr/>
      </p:nvGrpSpPr>
      <p:grpSpPr>
        <a:xfrm>
          <a:off x="0" y="0"/>
          <a:ext cx="0" cy="0"/>
          <a:chOff x="0" y="0"/>
          <a:chExt cx="0" cy="0"/>
        </a:xfrm>
      </p:grpSpPr>
      <p:sp>
        <p:nvSpPr>
          <p:cNvPr id="25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3"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9">
    <p:spTree>
      <p:nvGrpSpPr>
        <p:cNvPr id="1" name=""/>
        <p:cNvGrpSpPr/>
        <p:nvPr/>
      </p:nvGrpSpPr>
      <p:grpSpPr>
        <a:xfrm>
          <a:off x="0" y="0"/>
          <a:ext cx="0" cy="0"/>
          <a:chOff x="0" y="0"/>
          <a:chExt cx="0" cy="0"/>
        </a:xfrm>
      </p:grpSpPr>
      <p:sp>
        <p:nvSpPr>
          <p:cNvPr id="25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8"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59"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0">
    <p:spTree>
      <p:nvGrpSpPr>
        <p:cNvPr id="1" name=""/>
        <p:cNvGrpSpPr/>
        <p:nvPr/>
      </p:nvGrpSpPr>
      <p:grpSpPr>
        <a:xfrm>
          <a:off x="0" y="0"/>
          <a:ext cx="0" cy="0"/>
          <a:chOff x="0" y="0"/>
          <a:chExt cx="0" cy="0"/>
        </a:xfrm>
      </p:grpSpPr>
      <p:sp>
        <p:nvSpPr>
          <p:cNvPr id="26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1">
    <p:spTree>
      <p:nvGrpSpPr>
        <p:cNvPr id="1" name=""/>
        <p:cNvGrpSpPr/>
        <p:nvPr/>
      </p:nvGrpSpPr>
      <p:grpSpPr>
        <a:xfrm>
          <a:off x="0" y="0"/>
          <a:ext cx="0" cy="0"/>
          <a:chOff x="0" y="0"/>
          <a:chExt cx="0" cy="0"/>
        </a:xfrm>
      </p:grpSpPr>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2">
    <p:spTree>
      <p:nvGrpSpPr>
        <p:cNvPr id="1" name=""/>
        <p:cNvGrpSpPr/>
        <p:nvPr/>
      </p:nvGrpSpPr>
      <p:grpSpPr>
        <a:xfrm>
          <a:off x="0" y="0"/>
          <a:ext cx="0" cy="0"/>
          <a:chOff x="0" y="0"/>
          <a:chExt cx="0" cy="0"/>
        </a:xfrm>
      </p:grpSpPr>
      <p:sp>
        <p:nvSpPr>
          <p:cNvPr id="26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7"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8"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69"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3">
    <p:spTree>
      <p:nvGrpSpPr>
        <p:cNvPr id="1" name=""/>
        <p:cNvGrpSpPr/>
        <p:nvPr/>
      </p:nvGrpSpPr>
      <p:grpSpPr>
        <a:xfrm>
          <a:off x="0" y="0"/>
          <a:ext cx="0" cy="0"/>
          <a:chOff x="0" y="0"/>
          <a:chExt cx="0" cy="0"/>
        </a:xfrm>
      </p:grpSpPr>
      <p:sp>
        <p:nvSpPr>
          <p:cNvPr id="27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5"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6"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77"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24">
    <p:spTree>
      <p:nvGrpSpPr>
        <p:cNvPr id="1" name=""/>
        <p:cNvGrpSpPr/>
        <p:nvPr/>
      </p:nvGrpSpPr>
      <p:grpSpPr>
        <a:xfrm>
          <a:off x="0" y="0"/>
          <a:ext cx="0" cy="0"/>
          <a:chOff x="0" y="0"/>
          <a:chExt cx="0" cy="0"/>
        </a:xfrm>
      </p:grpSpPr>
      <p:sp>
        <p:nvSpPr>
          <p:cNvPr id="28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87"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8"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89"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3"/>
          </p:nvPr>
        </p:nvSpPr>
        <p:spPr/>
        <p:txBody>
          <a:bodyPr/>
          <a:p>
            <a:r>
              <a:t>Footer</a:t>
            </a:r>
          </a:p>
        </p:txBody>
      </p:sp>
      <p:sp>
        <p:nvSpPr>
          <p:cNvPr id="7" name="PlaceHolder 6"/>
          <p:cNvSpPr>
            <a:spLocks noGrp="1"/>
          </p:cNvSpPr>
          <p:nvPr>
            <p:ph type="sldNum" idx="74"/>
          </p:nvPr>
        </p:nvSpPr>
        <p:spPr/>
        <p:txBody>
          <a:bodyPr/>
          <a:p>
            <a:fld id="{2675AC3C-D096-475E-B05D-C079CA57667F}" type="slidenum">
              <a:t>&lt;#&gt;</a:t>
            </a:fld>
          </a:p>
        </p:txBody>
      </p:sp>
      <p:sp>
        <p:nvSpPr>
          <p:cNvPr id="8" name="PlaceHolder 7"/>
          <p:cNvSpPr>
            <a:spLocks noGrp="1"/>
          </p:cNvSpPr>
          <p:nvPr>
            <p:ph type="dt" idx="75"/>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25">
    <p:spTree>
      <p:nvGrpSpPr>
        <p:cNvPr id="1" name=""/>
        <p:cNvGrpSpPr/>
        <p:nvPr/>
      </p:nvGrpSpPr>
      <p:grpSpPr>
        <a:xfrm>
          <a:off x="0" y="0"/>
          <a:ext cx="0" cy="0"/>
          <a:chOff x="0" y="0"/>
          <a:chExt cx="0" cy="0"/>
        </a:xfrm>
      </p:grpSpPr>
      <p:sp>
        <p:nvSpPr>
          <p:cNvPr id="29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9"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0"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1"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6"/>
          </p:nvPr>
        </p:nvSpPr>
        <p:spPr/>
        <p:txBody>
          <a:bodyPr/>
          <a:p>
            <a:r>
              <a:t>Footer</a:t>
            </a:r>
          </a:p>
        </p:txBody>
      </p:sp>
      <p:sp>
        <p:nvSpPr>
          <p:cNvPr id="7" name="PlaceHolder 6"/>
          <p:cNvSpPr>
            <a:spLocks noGrp="1"/>
          </p:cNvSpPr>
          <p:nvPr>
            <p:ph type="sldNum" idx="77"/>
          </p:nvPr>
        </p:nvSpPr>
        <p:spPr/>
        <p:txBody>
          <a:bodyPr/>
          <a:p>
            <a:fld id="{01B79915-3C4C-4B41-A99C-AE4AE33CADCE}" type="slidenum">
              <a:t>&lt;#&gt;</a:t>
            </a:fld>
          </a:p>
        </p:txBody>
      </p:sp>
      <p:sp>
        <p:nvSpPr>
          <p:cNvPr id="8" name="PlaceHolder 7"/>
          <p:cNvSpPr>
            <a:spLocks noGrp="1"/>
          </p:cNvSpPr>
          <p:nvPr>
            <p:ph type="dt" idx="78"/>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6">
    <p:spTree>
      <p:nvGrpSpPr>
        <p:cNvPr id="1" name=""/>
        <p:cNvGrpSpPr/>
        <p:nvPr/>
      </p:nvGrpSpPr>
      <p:grpSpPr>
        <a:xfrm>
          <a:off x="0" y="0"/>
          <a:ext cx="0" cy="0"/>
          <a:chOff x="0" y="0"/>
          <a:chExt cx="0" cy="0"/>
        </a:xfrm>
      </p:grpSpPr>
      <p:sp>
        <p:nvSpPr>
          <p:cNvPr id="30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10"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1"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9"/>
          </p:nvPr>
        </p:nvSpPr>
        <p:spPr/>
        <p:txBody>
          <a:bodyPr/>
          <a:p>
            <a:r>
              <a:t>Footer</a:t>
            </a:r>
          </a:p>
        </p:txBody>
      </p:sp>
      <p:sp>
        <p:nvSpPr>
          <p:cNvPr id="6" name="PlaceHolder 5"/>
          <p:cNvSpPr>
            <a:spLocks noGrp="1"/>
          </p:cNvSpPr>
          <p:nvPr>
            <p:ph type="sldNum" idx="80"/>
          </p:nvPr>
        </p:nvSpPr>
        <p:spPr/>
        <p:txBody>
          <a:bodyPr/>
          <a:p>
            <a:fld id="{B95825BB-190F-45B0-AE2D-830E9A74FD49}" type="slidenum">
              <a:t>&lt;#&gt;</a:t>
            </a:fld>
          </a:p>
        </p:txBody>
      </p:sp>
      <p:sp>
        <p:nvSpPr>
          <p:cNvPr id="7" name="PlaceHolder 6"/>
          <p:cNvSpPr>
            <a:spLocks noGrp="1"/>
          </p:cNvSpPr>
          <p:nvPr>
            <p:ph type="dt" idx="81"/>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7">
    <p:spTree>
      <p:nvGrpSpPr>
        <p:cNvPr id="1" name=""/>
        <p:cNvGrpSpPr/>
        <p:nvPr/>
      </p:nvGrpSpPr>
      <p:grpSpPr>
        <a:xfrm>
          <a:off x="0" y="0"/>
          <a:ext cx="0" cy="0"/>
          <a:chOff x="0" y="0"/>
          <a:chExt cx="0" cy="0"/>
        </a:xfrm>
      </p:grpSpPr>
      <p:sp>
        <p:nvSpPr>
          <p:cNvPr id="321"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2"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3"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4"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25"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82"/>
          </p:nvPr>
        </p:nvSpPr>
        <p:spPr/>
        <p:txBody>
          <a:bodyPr/>
          <a:p>
            <a:r>
              <a:t>Footer</a:t>
            </a:r>
          </a:p>
        </p:txBody>
      </p:sp>
      <p:sp>
        <p:nvSpPr>
          <p:cNvPr id="8" name="PlaceHolder 7"/>
          <p:cNvSpPr>
            <a:spLocks noGrp="1"/>
          </p:cNvSpPr>
          <p:nvPr>
            <p:ph type="sldNum" idx="83"/>
          </p:nvPr>
        </p:nvSpPr>
        <p:spPr/>
        <p:txBody>
          <a:bodyPr/>
          <a:p>
            <a:fld id="{E1017B82-95FE-4586-80F0-25578F7C31FA}" type="slidenum">
              <a:t>&lt;#&gt;</a:t>
            </a:fld>
          </a:p>
        </p:txBody>
      </p:sp>
      <p:sp>
        <p:nvSpPr>
          <p:cNvPr id="9" name="PlaceHolder 8"/>
          <p:cNvSpPr>
            <a:spLocks noGrp="1"/>
          </p:cNvSpPr>
          <p:nvPr>
            <p:ph type="dt" idx="84"/>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8">
    <p:spTree>
      <p:nvGrpSpPr>
        <p:cNvPr id="1" name=""/>
        <p:cNvGrpSpPr/>
        <p:nvPr/>
      </p:nvGrpSpPr>
      <p:grpSpPr>
        <a:xfrm>
          <a:off x="0" y="0"/>
          <a:ext cx="0" cy="0"/>
          <a:chOff x="0" y="0"/>
          <a:chExt cx="0" cy="0"/>
        </a:xfrm>
      </p:grpSpPr>
      <p:sp>
        <p:nvSpPr>
          <p:cNvPr id="2" name="PlaceHolder 1"/>
          <p:cNvSpPr>
            <a:spLocks noGrp="1"/>
          </p:cNvSpPr>
          <p:nvPr>
            <p:ph type="ftr" idx="85"/>
          </p:nvPr>
        </p:nvSpPr>
        <p:spPr/>
        <p:txBody>
          <a:bodyPr/>
          <a:p>
            <a:r>
              <a:t>Footer</a:t>
            </a:r>
          </a:p>
        </p:txBody>
      </p:sp>
      <p:sp>
        <p:nvSpPr>
          <p:cNvPr id="3" name="PlaceHolder 2"/>
          <p:cNvSpPr>
            <a:spLocks noGrp="1"/>
          </p:cNvSpPr>
          <p:nvPr>
            <p:ph type="sldNum" idx="86"/>
          </p:nvPr>
        </p:nvSpPr>
        <p:spPr/>
        <p:txBody>
          <a:bodyPr/>
          <a:p>
            <a:fld id="{1E5FDF29-024B-4B63-8DB9-03B7C534DC9E}" type="slidenum">
              <a:t>&lt;#&gt;</a:t>
            </a:fld>
          </a:p>
        </p:txBody>
      </p:sp>
      <p:sp>
        <p:nvSpPr>
          <p:cNvPr id="4" name="PlaceHolder 3"/>
          <p:cNvSpPr>
            <a:spLocks noGrp="1"/>
          </p:cNvSpPr>
          <p:nvPr>
            <p:ph type="dt" idx="87"/>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9">
    <p:spTree>
      <p:nvGrpSpPr>
        <p:cNvPr id="1" name=""/>
        <p:cNvGrpSpPr/>
        <p:nvPr/>
      </p:nvGrpSpPr>
      <p:grpSpPr>
        <a:xfrm>
          <a:off x="0" y="0"/>
          <a:ext cx="0" cy="0"/>
          <a:chOff x="0" y="0"/>
          <a:chExt cx="0" cy="0"/>
        </a:xfrm>
      </p:grpSpPr>
      <p:sp>
        <p:nvSpPr>
          <p:cNvPr id="2" name="PlaceHolder 1"/>
          <p:cNvSpPr>
            <a:spLocks noGrp="1"/>
          </p:cNvSpPr>
          <p:nvPr>
            <p:ph type="ftr" idx="88"/>
          </p:nvPr>
        </p:nvSpPr>
        <p:spPr/>
        <p:txBody>
          <a:bodyPr/>
          <a:p>
            <a:r>
              <a:t>Footer</a:t>
            </a:r>
          </a:p>
        </p:txBody>
      </p:sp>
      <p:sp>
        <p:nvSpPr>
          <p:cNvPr id="3" name="PlaceHolder 2"/>
          <p:cNvSpPr>
            <a:spLocks noGrp="1"/>
          </p:cNvSpPr>
          <p:nvPr>
            <p:ph type="sldNum" idx="89"/>
          </p:nvPr>
        </p:nvSpPr>
        <p:spPr/>
        <p:txBody>
          <a:bodyPr/>
          <a:p>
            <a:fld id="{A168E078-78AD-414E-9DDD-7F67ED27E6B9}" type="slidenum">
              <a:t>&lt;#&gt;</a:t>
            </a:fld>
          </a:p>
        </p:txBody>
      </p:sp>
      <p:sp>
        <p:nvSpPr>
          <p:cNvPr id="4" name="PlaceHolder 3"/>
          <p:cNvSpPr>
            <a:spLocks noGrp="1"/>
          </p:cNvSpPr>
          <p:nvPr>
            <p:ph type="dt" idx="90"/>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0">
    <p:spTree>
      <p:nvGrpSpPr>
        <p:cNvPr id="1" name=""/>
        <p:cNvGrpSpPr/>
        <p:nvPr/>
      </p:nvGrpSpPr>
      <p:grpSpPr>
        <a:xfrm>
          <a:off x="0" y="0"/>
          <a:ext cx="0" cy="0"/>
          <a:chOff x="0" y="0"/>
          <a:chExt cx="0" cy="0"/>
        </a:xfrm>
      </p:grpSpPr>
      <p:sp>
        <p:nvSpPr>
          <p:cNvPr id="34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1"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1"/>
          </p:nvPr>
        </p:nvSpPr>
        <p:spPr/>
        <p:txBody>
          <a:bodyPr/>
          <a:p>
            <a:r>
              <a:t>Footer</a:t>
            </a:r>
          </a:p>
        </p:txBody>
      </p:sp>
      <p:sp>
        <p:nvSpPr>
          <p:cNvPr id="5" name="PlaceHolder 4"/>
          <p:cNvSpPr>
            <a:spLocks noGrp="1"/>
          </p:cNvSpPr>
          <p:nvPr>
            <p:ph type="sldNum" idx="92"/>
          </p:nvPr>
        </p:nvSpPr>
        <p:spPr/>
        <p:txBody>
          <a:bodyPr/>
          <a:p>
            <a:fld id="{D4AA9E1B-4E65-45E3-B990-9A83246D9DE6}" type="slidenum">
              <a:t>&lt;#&gt;</a:t>
            </a:fld>
          </a:p>
        </p:txBody>
      </p:sp>
      <p:sp>
        <p:nvSpPr>
          <p:cNvPr id="6" name="PlaceHolder 5"/>
          <p:cNvSpPr>
            <a:spLocks noGrp="1"/>
          </p:cNvSpPr>
          <p:nvPr>
            <p:ph type="dt" idx="93"/>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1">
    <p:spTree>
      <p:nvGrpSpPr>
        <p:cNvPr id="1" name=""/>
        <p:cNvGrpSpPr/>
        <p:nvPr/>
      </p:nvGrpSpPr>
      <p:grpSpPr>
        <a:xfrm>
          <a:off x="0" y="0"/>
          <a:ext cx="0" cy="0"/>
          <a:chOff x="0" y="0"/>
          <a:chExt cx="0" cy="0"/>
        </a:xfrm>
      </p:grpSpPr>
      <p:sp>
        <p:nvSpPr>
          <p:cNvPr id="34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94"/>
          </p:nvPr>
        </p:nvSpPr>
        <p:spPr/>
        <p:txBody>
          <a:bodyPr/>
          <a:p>
            <a:r>
              <a:t>Footer</a:t>
            </a:r>
          </a:p>
        </p:txBody>
      </p:sp>
      <p:sp>
        <p:nvSpPr>
          <p:cNvPr id="5" name="PlaceHolder 4"/>
          <p:cNvSpPr>
            <a:spLocks noGrp="1"/>
          </p:cNvSpPr>
          <p:nvPr>
            <p:ph type="sldNum" idx="95"/>
          </p:nvPr>
        </p:nvSpPr>
        <p:spPr/>
        <p:txBody>
          <a:bodyPr/>
          <a:p>
            <a:fld id="{274940DA-88AA-43CE-B1C8-EEE89B3376FC}" type="slidenum">
              <a:t>&lt;#&gt;</a:t>
            </a:fld>
          </a:p>
        </p:txBody>
      </p:sp>
      <p:sp>
        <p:nvSpPr>
          <p:cNvPr id="6" name="PlaceHolder 5"/>
          <p:cNvSpPr>
            <a:spLocks noGrp="1"/>
          </p:cNvSpPr>
          <p:nvPr>
            <p:ph type="dt" idx="96"/>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32">
    <p:spTree>
      <p:nvGrpSpPr>
        <p:cNvPr id="1" name=""/>
        <p:cNvGrpSpPr/>
        <p:nvPr/>
      </p:nvGrpSpPr>
      <p:grpSpPr>
        <a:xfrm>
          <a:off x="0" y="0"/>
          <a:ext cx="0" cy="0"/>
          <a:chOff x="0" y="0"/>
          <a:chExt cx="0" cy="0"/>
        </a:xfrm>
      </p:grpSpPr>
      <p:sp>
        <p:nvSpPr>
          <p:cNvPr id="35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58"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59"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97"/>
          </p:nvPr>
        </p:nvSpPr>
        <p:spPr/>
        <p:txBody>
          <a:bodyPr/>
          <a:p>
            <a:r>
              <a:t>Footer</a:t>
            </a:r>
          </a:p>
        </p:txBody>
      </p:sp>
      <p:sp>
        <p:nvSpPr>
          <p:cNvPr id="6" name="PlaceHolder 5"/>
          <p:cNvSpPr>
            <a:spLocks noGrp="1"/>
          </p:cNvSpPr>
          <p:nvPr>
            <p:ph type="sldNum" idx="98"/>
          </p:nvPr>
        </p:nvSpPr>
        <p:spPr/>
        <p:txBody>
          <a:bodyPr/>
          <a:p>
            <a:fld id="{01C9FA3D-FFCF-42AF-9191-833D388DFB97}" type="slidenum">
              <a:t>&lt;#&gt;</a:t>
            </a:fld>
          </a:p>
        </p:txBody>
      </p:sp>
      <p:sp>
        <p:nvSpPr>
          <p:cNvPr id="7" name="PlaceHolder 6"/>
          <p:cNvSpPr>
            <a:spLocks noGrp="1"/>
          </p:cNvSpPr>
          <p:nvPr>
            <p:ph type="dt" idx="99"/>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3">
    <p:spTree>
      <p:nvGrpSpPr>
        <p:cNvPr id="1" name=""/>
        <p:cNvGrpSpPr/>
        <p:nvPr/>
      </p:nvGrpSpPr>
      <p:grpSpPr>
        <a:xfrm>
          <a:off x="0" y="0"/>
          <a:ext cx="0" cy="0"/>
          <a:chOff x="0" y="0"/>
          <a:chExt cx="0" cy="0"/>
        </a:xfrm>
      </p:grpSpPr>
      <p:sp>
        <p:nvSpPr>
          <p:cNvPr id="366"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00"/>
          </p:nvPr>
        </p:nvSpPr>
        <p:spPr/>
        <p:txBody>
          <a:bodyPr/>
          <a:p>
            <a:r>
              <a:t>Footer</a:t>
            </a:r>
          </a:p>
        </p:txBody>
      </p:sp>
      <p:sp>
        <p:nvSpPr>
          <p:cNvPr id="4" name="PlaceHolder 3"/>
          <p:cNvSpPr>
            <a:spLocks noGrp="1"/>
          </p:cNvSpPr>
          <p:nvPr>
            <p:ph type="sldNum" idx="101"/>
          </p:nvPr>
        </p:nvSpPr>
        <p:spPr/>
        <p:txBody>
          <a:bodyPr/>
          <a:p>
            <a:fld id="{2E3F69E1-238F-4842-9EC8-83135AFC11D3}" type="slidenum">
              <a:t>&lt;#&gt;</a:t>
            </a:fld>
          </a:p>
        </p:txBody>
      </p:sp>
      <p:sp>
        <p:nvSpPr>
          <p:cNvPr id="5" name="PlaceHolder 4"/>
          <p:cNvSpPr>
            <a:spLocks noGrp="1"/>
          </p:cNvSpPr>
          <p:nvPr>
            <p:ph type="dt" idx="10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4">
    <p:spTree>
      <p:nvGrpSpPr>
        <p:cNvPr id="1" name=""/>
        <p:cNvGrpSpPr/>
        <p:nvPr/>
      </p:nvGrpSpPr>
      <p:grpSpPr>
        <a:xfrm>
          <a:off x="0" y="0"/>
          <a:ext cx="0" cy="0"/>
          <a:chOff x="0" y="0"/>
          <a:chExt cx="0" cy="0"/>
        </a:xfrm>
      </p:grpSpPr>
      <p:sp>
        <p:nvSpPr>
          <p:cNvPr id="2" name="PlaceHolder 1"/>
          <p:cNvSpPr>
            <a:spLocks noGrp="1"/>
          </p:cNvSpPr>
          <p:nvPr>
            <p:ph type="ftr" idx="103"/>
          </p:nvPr>
        </p:nvSpPr>
        <p:spPr/>
        <p:txBody>
          <a:bodyPr/>
          <a:p>
            <a:r>
              <a:t>Footer</a:t>
            </a:r>
          </a:p>
        </p:txBody>
      </p:sp>
      <p:sp>
        <p:nvSpPr>
          <p:cNvPr id="3" name="PlaceHolder 2"/>
          <p:cNvSpPr>
            <a:spLocks noGrp="1"/>
          </p:cNvSpPr>
          <p:nvPr>
            <p:ph type="sldNum" idx="104"/>
          </p:nvPr>
        </p:nvSpPr>
        <p:spPr/>
        <p:txBody>
          <a:bodyPr/>
          <a:p>
            <a:fld id="{74B8E9AE-7A80-4FC4-A890-EE4082D7E4B3}" type="slidenum">
              <a:t>&lt;#&gt;</a:t>
            </a:fld>
          </a:p>
        </p:txBody>
      </p:sp>
      <p:sp>
        <p:nvSpPr>
          <p:cNvPr id="4" name="PlaceHolder 3"/>
          <p:cNvSpPr>
            <a:spLocks noGrp="1"/>
          </p:cNvSpPr>
          <p:nvPr>
            <p:ph type="dt" idx="105"/>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35">
    <p:spTree>
      <p:nvGrpSpPr>
        <p:cNvPr id="1" name=""/>
        <p:cNvGrpSpPr/>
        <p:nvPr/>
      </p:nvGrpSpPr>
      <p:grpSpPr>
        <a:xfrm>
          <a:off x="0" y="0"/>
          <a:ext cx="0" cy="0"/>
          <a:chOff x="0" y="0"/>
          <a:chExt cx="0" cy="0"/>
        </a:xfrm>
      </p:grpSpPr>
      <p:sp>
        <p:nvSpPr>
          <p:cNvPr id="37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0"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1"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82"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6"/>
          </p:nvPr>
        </p:nvSpPr>
        <p:spPr/>
        <p:txBody>
          <a:bodyPr/>
          <a:p>
            <a:r>
              <a:t>Footer</a:t>
            </a:r>
          </a:p>
        </p:txBody>
      </p:sp>
      <p:sp>
        <p:nvSpPr>
          <p:cNvPr id="7" name="PlaceHolder 6"/>
          <p:cNvSpPr>
            <a:spLocks noGrp="1"/>
          </p:cNvSpPr>
          <p:nvPr>
            <p:ph type="sldNum" idx="107"/>
          </p:nvPr>
        </p:nvSpPr>
        <p:spPr/>
        <p:txBody>
          <a:bodyPr/>
          <a:p>
            <a:fld id="{6BBD1778-858C-47C5-847C-A4D9189A7CA2}" type="slidenum">
              <a:t>&lt;#&gt;</a:t>
            </a:fld>
          </a:p>
        </p:txBody>
      </p:sp>
      <p:sp>
        <p:nvSpPr>
          <p:cNvPr id="8" name="PlaceHolder 7"/>
          <p:cNvSpPr>
            <a:spLocks noGrp="1"/>
          </p:cNvSpPr>
          <p:nvPr>
            <p:ph type="dt" idx="108"/>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36">
    <p:spTree>
      <p:nvGrpSpPr>
        <p:cNvPr id="1" name=""/>
        <p:cNvGrpSpPr/>
        <p:nvPr/>
      </p:nvGrpSpPr>
      <p:grpSpPr>
        <a:xfrm>
          <a:off x="0" y="0"/>
          <a:ext cx="0" cy="0"/>
          <a:chOff x="0" y="0"/>
          <a:chExt cx="0" cy="0"/>
        </a:xfrm>
      </p:grpSpPr>
      <p:sp>
        <p:nvSpPr>
          <p:cNvPr id="39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93"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4"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95" name="PlaceHolder 4"/>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09"/>
          </p:nvPr>
        </p:nvSpPr>
        <p:spPr/>
        <p:txBody>
          <a:bodyPr/>
          <a:p>
            <a:r>
              <a:t>Footer</a:t>
            </a:r>
          </a:p>
        </p:txBody>
      </p:sp>
      <p:sp>
        <p:nvSpPr>
          <p:cNvPr id="7" name="PlaceHolder 6"/>
          <p:cNvSpPr>
            <a:spLocks noGrp="1"/>
          </p:cNvSpPr>
          <p:nvPr>
            <p:ph type="sldNum" idx="110"/>
          </p:nvPr>
        </p:nvSpPr>
        <p:spPr/>
        <p:txBody>
          <a:bodyPr/>
          <a:p>
            <a:fld id="{4F7AF5F2-A5CC-47B0-942C-929B4EA51146}" type="slidenum">
              <a:t>&lt;#&gt;</a:t>
            </a:fld>
          </a:p>
        </p:txBody>
      </p:sp>
      <p:sp>
        <p:nvSpPr>
          <p:cNvPr id="8" name="PlaceHolder 7"/>
          <p:cNvSpPr>
            <a:spLocks noGrp="1"/>
          </p:cNvSpPr>
          <p:nvPr>
            <p:ph type="dt" idx="111"/>
          </p:nvPr>
        </p:nvSpPr>
        <p:spPr/>
        <p:txBody>
          <a:bodyPr/>
          <a:p>
            <a:r>
              <a:rPr lang="en-US"/>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7">
    <p:spTree>
      <p:nvGrpSpPr>
        <p:cNvPr id="1" name=""/>
        <p:cNvGrpSpPr/>
        <p:nvPr/>
      </p:nvGrpSpPr>
      <p:grpSpPr>
        <a:xfrm>
          <a:off x="0" y="0"/>
          <a:ext cx="0" cy="0"/>
          <a:chOff x="0" y="0"/>
          <a:chExt cx="0" cy="0"/>
        </a:xfrm>
      </p:grpSpPr>
      <p:sp>
        <p:nvSpPr>
          <p:cNvPr id="40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05" name="PlaceHolder 2"/>
          <p:cNvSpPr>
            <a:spLocks noGrp="1"/>
          </p:cNvSpPr>
          <p:nvPr>
            <p:ph/>
          </p:nvPr>
        </p:nvSpPr>
        <p:spPr>
          <a:xfrm>
            <a:off x="504000" y="132660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06" name="PlaceHolder 3"/>
          <p:cNvSpPr>
            <a:spLocks noGrp="1"/>
          </p:cNvSpPr>
          <p:nvPr>
            <p:ph/>
          </p:nvPr>
        </p:nvSpPr>
        <p:spPr>
          <a:xfrm>
            <a:off x="504000" y="3044520"/>
            <a:ext cx="907200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12"/>
          </p:nvPr>
        </p:nvSpPr>
        <p:spPr/>
        <p:txBody>
          <a:bodyPr/>
          <a:p>
            <a:r>
              <a:t>Footer</a:t>
            </a:r>
          </a:p>
        </p:txBody>
      </p:sp>
      <p:sp>
        <p:nvSpPr>
          <p:cNvPr id="6" name="PlaceHolder 5"/>
          <p:cNvSpPr>
            <a:spLocks noGrp="1"/>
          </p:cNvSpPr>
          <p:nvPr>
            <p:ph type="sldNum" idx="113"/>
          </p:nvPr>
        </p:nvSpPr>
        <p:spPr/>
        <p:txBody>
          <a:bodyPr/>
          <a:p>
            <a:fld id="{9A993A34-6CAD-43C9-AE01-471AA11E8413}" type="slidenum">
              <a:t>&lt;#&gt;</a:t>
            </a:fld>
          </a:p>
        </p:txBody>
      </p:sp>
      <p:sp>
        <p:nvSpPr>
          <p:cNvPr id="7" name="PlaceHolder 6"/>
          <p:cNvSpPr>
            <a:spLocks noGrp="1"/>
          </p:cNvSpPr>
          <p:nvPr>
            <p:ph type="dt" idx="114"/>
          </p:nvPr>
        </p:nvSpPr>
        <p:spPr/>
        <p:txBody>
          <a:bodyPr/>
          <a:p>
            <a:r>
              <a:rPr lang="en-US"/>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8">
    <p:spTree>
      <p:nvGrpSpPr>
        <p:cNvPr id="1" name=""/>
        <p:cNvGrpSpPr/>
        <p:nvPr/>
      </p:nvGrpSpPr>
      <p:grpSpPr>
        <a:xfrm>
          <a:off x="0" y="0"/>
          <a:ext cx="0" cy="0"/>
          <a:chOff x="0" y="0"/>
          <a:chExt cx="0" cy="0"/>
        </a:xfrm>
      </p:grpSpPr>
      <p:sp>
        <p:nvSpPr>
          <p:cNvPr id="41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8"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19"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0"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21" name="PlaceHolder 5"/>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15"/>
          </p:nvPr>
        </p:nvSpPr>
        <p:spPr/>
        <p:txBody>
          <a:bodyPr/>
          <a:p>
            <a:r>
              <a:t>Footer</a:t>
            </a:r>
          </a:p>
        </p:txBody>
      </p:sp>
      <p:sp>
        <p:nvSpPr>
          <p:cNvPr id="8" name="PlaceHolder 7"/>
          <p:cNvSpPr>
            <a:spLocks noGrp="1"/>
          </p:cNvSpPr>
          <p:nvPr>
            <p:ph type="sldNum" idx="116"/>
          </p:nvPr>
        </p:nvSpPr>
        <p:spPr/>
        <p:txBody>
          <a:bodyPr/>
          <a:p>
            <a:fld id="{E9397520-E2D0-4676-8F08-3638F9A83E18}" type="slidenum">
              <a:t>&lt;#&gt;</a:t>
            </a:fld>
          </a:p>
        </p:txBody>
      </p:sp>
      <p:sp>
        <p:nvSpPr>
          <p:cNvPr id="9" name="PlaceHolder 8"/>
          <p:cNvSpPr>
            <a:spLocks noGrp="1"/>
          </p:cNvSpPr>
          <p:nvPr>
            <p:ph type="dt" idx="117"/>
          </p:nvPr>
        </p:nvSpPr>
        <p:spPr/>
        <p:txBody>
          <a:bodyPr/>
          <a:p>
            <a:r>
              <a:rPr lang="en-US"/>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9">
    <p:spTree>
      <p:nvGrpSpPr>
        <p:cNvPr id="1" name=""/>
        <p:cNvGrpSpPr/>
        <p:nvPr/>
      </p:nvGrpSpPr>
      <p:grpSpPr>
        <a:xfrm>
          <a:off x="0" y="0"/>
          <a:ext cx="0" cy="0"/>
          <a:chOff x="0" y="0"/>
          <a:chExt cx="0" cy="0"/>
        </a:xfrm>
      </p:grpSpPr>
      <p:sp>
        <p:nvSpPr>
          <p:cNvPr id="2" name="PlaceHolder 1"/>
          <p:cNvSpPr>
            <a:spLocks noGrp="1"/>
          </p:cNvSpPr>
          <p:nvPr>
            <p:ph type="ftr" idx="118"/>
          </p:nvPr>
        </p:nvSpPr>
        <p:spPr/>
        <p:txBody>
          <a:bodyPr/>
          <a:p>
            <a:r>
              <a:t>Footer</a:t>
            </a:r>
          </a:p>
        </p:txBody>
      </p:sp>
      <p:sp>
        <p:nvSpPr>
          <p:cNvPr id="3" name="PlaceHolder 2"/>
          <p:cNvSpPr>
            <a:spLocks noGrp="1"/>
          </p:cNvSpPr>
          <p:nvPr>
            <p:ph type="sldNum" idx="119"/>
          </p:nvPr>
        </p:nvSpPr>
        <p:spPr/>
        <p:txBody>
          <a:bodyPr/>
          <a:p>
            <a:fld id="{511D5484-C4B7-4280-B86A-B4F6EEABCAC9}" type="slidenum">
              <a:t>&lt;#&gt;</a:t>
            </a:fld>
          </a:p>
        </p:txBody>
      </p:sp>
      <p:sp>
        <p:nvSpPr>
          <p:cNvPr id="4" name="PlaceHolder 3"/>
          <p:cNvSpPr>
            <a:spLocks noGrp="1"/>
          </p:cNvSpPr>
          <p:nvPr>
            <p:ph type="dt" idx="120"/>
          </p:nvPr>
        </p:nvSpPr>
        <p:spPr/>
        <p:txBody>
          <a:bodyPr/>
          <a:p>
            <a:r>
              <a:rPr lang="en-US"/>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0">
    <p:spTree>
      <p:nvGrpSpPr>
        <p:cNvPr id="1" name=""/>
        <p:cNvGrpSpPr/>
        <p:nvPr/>
      </p:nvGrpSpPr>
      <p:grpSpPr>
        <a:xfrm>
          <a:off x="0" y="0"/>
          <a:ext cx="0" cy="0"/>
          <a:chOff x="0" y="0"/>
          <a:chExt cx="0" cy="0"/>
        </a:xfrm>
      </p:grpSpPr>
      <p:sp>
        <p:nvSpPr>
          <p:cNvPr id="2" name="PlaceHolder 1"/>
          <p:cNvSpPr>
            <a:spLocks noGrp="1"/>
          </p:cNvSpPr>
          <p:nvPr>
            <p:ph type="ftr" idx="121"/>
          </p:nvPr>
        </p:nvSpPr>
        <p:spPr/>
        <p:txBody>
          <a:bodyPr/>
          <a:p>
            <a:r>
              <a:t>Footer</a:t>
            </a:r>
          </a:p>
        </p:txBody>
      </p:sp>
      <p:sp>
        <p:nvSpPr>
          <p:cNvPr id="3" name="PlaceHolder 2"/>
          <p:cNvSpPr>
            <a:spLocks noGrp="1"/>
          </p:cNvSpPr>
          <p:nvPr>
            <p:ph type="sldNum" idx="122"/>
          </p:nvPr>
        </p:nvSpPr>
        <p:spPr/>
        <p:txBody>
          <a:bodyPr/>
          <a:p>
            <a:fld id="{4F135063-1BA7-47F2-9B4E-2E8664336B6D}" type="slidenum">
              <a:t>&lt;#&gt;</a:t>
            </a:fld>
          </a:p>
        </p:txBody>
      </p:sp>
      <p:sp>
        <p:nvSpPr>
          <p:cNvPr id="4" name="PlaceHolder 3"/>
          <p:cNvSpPr>
            <a:spLocks noGrp="1"/>
          </p:cNvSpPr>
          <p:nvPr>
            <p:ph type="dt" idx="123"/>
          </p:nvPr>
        </p:nvSpPr>
        <p:spPr/>
        <p:txBody>
          <a:bodyPr/>
          <a:p>
            <a:r>
              <a:rPr lang="en-US"/>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1">
    <p:spTree>
      <p:nvGrpSpPr>
        <p:cNvPr id="1" name=""/>
        <p:cNvGrpSpPr/>
        <p:nvPr/>
      </p:nvGrpSpPr>
      <p:grpSpPr>
        <a:xfrm>
          <a:off x="0" y="0"/>
          <a:ext cx="0" cy="0"/>
          <a:chOff x="0" y="0"/>
          <a:chExt cx="0" cy="0"/>
        </a:xfrm>
      </p:grpSpPr>
      <p:sp>
        <p:nvSpPr>
          <p:cNvPr id="439"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0"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24"/>
          </p:nvPr>
        </p:nvSpPr>
        <p:spPr/>
        <p:txBody>
          <a:bodyPr/>
          <a:p>
            <a:r>
              <a:t>Footer</a:t>
            </a:r>
          </a:p>
        </p:txBody>
      </p:sp>
      <p:sp>
        <p:nvSpPr>
          <p:cNvPr id="5" name="PlaceHolder 4"/>
          <p:cNvSpPr>
            <a:spLocks noGrp="1"/>
          </p:cNvSpPr>
          <p:nvPr>
            <p:ph type="sldNum" idx="125"/>
          </p:nvPr>
        </p:nvSpPr>
        <p:spPr/>
        <p:txBody>
          <a:bodyPr/>
          <a:p>
            <a:fld id="{06D9F550-E5DD-4AD9-BDC2-A94CD844BE46}" type="slidenum">
              <a:t>&lt;#&gt;</a:t>
            </a:fld>
          </a:p>
        </p:txBody>
      </p:sp>
      <p:sp>
        <p:nvSpPr>
          <p:cNvPr id="6" name="PlaceHolder 5"/>
          <p:cNvSpPr>
            <a:spLocks noGrp="1"/>
          </p:cNvSpPr>
          <p:nvPr>
            <p:ph type="dt" idx="126"/>
          </p:nvPr>
        </p:nvSpPr>
        <p:spPr/>
        <p:txBody>
          <a:bodyPr/>
          <a:p>
            <a:r>
              <a:rPr lang="en-US"/>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2">
    <p:spTree>
      <p:nvGrpSpPr>
        <p:cNvPr id="1" name=""/>
        <p:cNvGrpSpPr/>
        <p:nvPr/>
      </p:nvGrpSpPr>
      <p:grpSpPr>
        <a:xfrm>
          <a:off x="0" y="0"/>
          <a:ext cx="0" cy="0"/>
          <a:chOff x="0" y="0"/>
          <a:chExt cx="0" cy="0"/>
        </a:xfrm>
      </p:grpSpPr>
      <p:sp>
        <p:nvSpPr>
          <p:cNvPr id="44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9"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27"/>
          </p:nvPr>
        </p:nvSpPr>
        <p:spPr/>
        <p:txBody>
          <a:bodyPr/>
          <a:p>
            <a:r>
              <a:t>Footer</a:t>
            </a:r>
          </a:p>
        </p:txBody>
      </p:sp>
      <p:sp>
        <p:nvSpPr>
          <p:cNvPr id="5" name="PlaceHolder 4"/>
          <p:cNvSpPr>
            <a:spLocks noGrp="1"/>
          </p:cNvSpPr>
          <p:nvPr>
            <p:ph type="sldNum" idx="128"/>
          </p:nvPr>
        </p:nvSpPr>
        <p:spPr/>
        <p:txBody>
          <a:bodyPr/>
          <a:p>
            <a:fld id="{B3BE9C8E-965E-4975-A6D1-826762D17F1E}" type="slidenum">
              <a:t>&lt;#&gt;</a:t>
            </a:fld>
          </a:p>
        </p:txBody>
      </p:sp>
      <p:sp>
        <p:nvSpPr>
          <p:cNvPr id="6" name="PlaceHolder 5"/>
          <p:cNvSpPr>
            <a:spLocks noGrp="1"/>
          </p:cNvSpPr>
          <p:nvPr>
            <p:ph type="dt" idx="129"/>
          </p:nvPr>
        </p:nvSpPr>
        <p:spPr/>
        <p:txBody>
          <a:bodyPr/>
          <a:p>
            <a:r>
              <a:rPr lang="en-US"/>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3">
    <p:spTree>
      <p:nvGrpSpPr>
        <p:cNvPr id="1" name=""/>
        <p:cNvGrpSpPr/>
        <p:nvPr/>
      </p:nvGrpSpPr>
      <p:grpSpPr>
        <a:xfrm>
          <a:off x="0" y="0"/>
          <a:ext cx="0" cy="0"/>
          <a:chOff x="0" y="0"/>
          <a:chExt cx="0" cy="0"/>
        </a:xfrm>
      </p:grpSpPr>
      <p:sp>
        <p:nvSpPr>
          <p:cNvPr id="458"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59"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0"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30"/>
          </p:nvPr>
        </p:nvSpPr>
        <p:spPr/>
        <p:txBody>
          <a:bodyPr/>
          <a:p>
            <a:r>
              <a:t>Footer</a:t>
            </a:r>
          </a:p>
        </p:txBody>
      </p:sp>
      <p:sp>
        <p:nvSpPr>
          <p:cNvPr id="6" name="PlaceHolder 5"/>
          <p:cNvSpPr>
            <a:spLocks noGrp="1"/>
          </p:cNvSpPr>
          <p:nvPr>
            <p:ph type="sldNum" idx="131"/>
          </p:nvPr>
        </p:nvSpPr>
        <p:spPr/>
        <p:txBody>
          <a:bodyPr/>
          <a:p>
            <a:fld id="{984C2201-9C42-47D8-9D5A-4AB648137237}" type="slidenum">
              <a:t>&lt;#&gt;</a:t>
            </a:fld>
          </a:p>
        </p:txBody>
      </p:sp>
      <p:sp>
        <p:nvSpPr>
          <p:cNvPr id="7" name="PlaceHolder 6"/>
          <p:cNvSpPr>
            <a:spLocks noGrp="1"/>
          </p:cNvSpPr>
          <p:nvPr>
            <p:ph type="dt" idx="132"/>
          </p:nvPr>
        </p:nvSpPr>
        <p:spPr/>
        <p:txBody>
          <a:bodyPr/>
          <a:p>
            <a:r>
              <a:rPr lang="en-US"/>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44">
    <p:spTree>
      <p:nvGrpSpPr>
        <p:cNvPr id="1" name=""/>
        <p:cNvGrpSpPr/>
        <p:nvPr/>
      </p:nvGrpSpPr>
      <p:grpSpPr>
        <a:xfrm>
          <a:off x="0" y="0"/>
          <a:ext cx="0" cy="0"/>
          <a:chOff x="0" y="0"/>
          <a:chExt cx="0" cy="0"/>
        </a:xfrm>
      </p:grpSpPr>
      <p:sp>
        <p:nvSpPr>
          <p:cNvPr id="467"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3"/>
          </p:nvPr>
        </p:nvSpPr>
        <p:spPr/>
        <p:txBody>
          <a:bodyPr/>
          <a:p>
            <a:r>
              <a:t>Footer</a:t>
            </a:r>
          </a:p>
        </p:txBody>
      </p:sp>
      <p:sp>
        <p:nvSpPr>
          <p:cNvPr id="4" name="PlaceHolder 3"/>
          <p:cNvSpPr>
            <a:spLocks noGrp="1"/>
          </p:cNvSpPr>
          <p:nvPr>
            <p:ph type="sldNum" idx="134"/>
          </p:nvPr>
        </p:nvSpPr>
        <p:spPr/>
        <p:txBody>
          <a:bodyPr/>
          <a:p>
            <a:fld id="{C544603D-C493-4FC8-93B4-0DE435F6779A}" type="slidenum">
              <a:t>&lt;#&gt;</a:t>
            </a:fld>
          </a:p>
        </p:txBody>
      </p:sp>
      <p:sp>
        <p:nvSpPr>
          <p:cNvPr id="5" name="PlaceHolder 4"/>
          <p:cNvSpPr>
            <a:spLocks noGrp="1"/>
          </p:cNvSpPr>
          <p:nvPr>
            <p:ph type="dt" idx="135"/>
          </p:nvPr>
        </p:nvSpPr>
        <p:spPr/>
        <p:txBody>
          <a:bodyPr/>
          <a:p>
            <a:r>
              <a:rPr lang="en-US"/>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5">
    <p:spTree>
      <p:nvGrpSpPr>
        <p:cNvPr id="1" name=""/>
        <p:cNvGrpSpPr/>
        <p:nvPr/>
      </p:nvGrpSpPr>
      <p:grpSpPr>
        <a:xfrm>
          <a:off x="0" y="0"/>
          <a:ext cx="0" cy="0"/>
          <a:chOff x="0" y="0"/>
          <a:chExt cx="0" cy="0"/>
        </a:xfrm>
      </p:grpSpPr>
      <p:sp>
        <p:nvSpPr>
          <p:cNvPr id="2" name="PlaceHolder 1"/>
          <p:cNvSpPr>
            <a:spLocks noGrp="1"/>
          </p:cNvSpPr>
          <p:nvPr>
            <p:ph type="ftr" idx="136"/>
          </p:nvPr>
        </p:nvSpPr>
        <p:spPr/>
        <p:txBody>
          <a:bodyPr/>
          <a:p>
            <a:r>
              <a:t>Footer</a:t>
            </a:r>
          </a:p>
        </p:txBody>
      </p:sp>
      <p:sp>
        <p:nvSpPr>
          <p:cNvPr id="3" name="PlaceHolder 2"/>
          <p:cNvSpPr>
            <a:spLocks noGrp="1"/>
          </p:cNvSpPr>
          <p:nvPr>
            <p:ph type="sldNum" idx="137"/>
          </p:nvPr>
        </p:nvSpPr>
        <p:spPr/>
        <p:txBody>
          <a:bodyPr/>
          <a:p>
            <a:fld id="{6CCA1203-E95A-4C86-A4C5-D34BD538E90C}" type="slidenum">
              <a:t>&lt;#&gt;</a:t>
            </a:fld>
          </a:p>
        </p:txBody>
      </p:sp>
      <p:sp>
        <p:nvSpPr>
          <p:cNvPr id="4" name="PlaceHolder 3"/>
          <p:cNvSpPr>
            <a:spLocks noGrp="1"/>
          </p:cNvSpPr>
          <p:nvPr>
            <p:ph type="dt" idx="138"/>
          </p:nvPr>
        </p:nvSpPr>
        <p:spPr/>
        <p:txBody>
          <a:bodyPr/>
          <a:p>
            <a:r>
              <a:rPr lang="en-US"/>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46">
    <p:spTree>
      <p:nvGrpSpPr>
        <p:cNvPr id="1" name=""/>
        <p:cNvGrpSpPr/>
        <p:nvPr/>
      </p:nvGrpSpPr>
      <p:grpSpPr>
        <a:xfrm>
          <a:off x="0" y="0"/>
          <a:ext cx="0" cy="0"/>
          <a:chOff x="0" y="0"/>
          <a:chExt cx="0" cy="0"/>
        </a:xfrm>
      </p:grpSpPr>
      <p:sp>
        <p:nvSpPr>
          <p:cNvPr id="482"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83" name="PlaceHolder 2"/>
          <p:cNvSpPr>
            <a:spLocks noGrp="1"/>
          </p:cNvSpPr>
          <p:nvPr>
            <p:ph/>
          </p:nvPr>
        </p:nvSpPr>
        <p:spPr>
          <a:xfrm>
            <a:off x="50400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4" name="PlaceHolder 3"/>
          <p:cNvSpPr>
            <a:spLocks noGrp="1"/>
          </p:cNvSpPr>
          <p:nvPr>
            <p:ph/>
          </p:nvPr>
        </p:nvSpPr>
        <p:spPr>
          <a:xfrm>
            <a:off x="515268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85" name="PlaceHolder 4"/>
          <p:cNvSpPr>
            <a:spLocks noGrp="1"/>
          </p:cNvSpPr>
          <p:nvPr>
            <p:ph/>
          </p:nvPr>
        </p:nvSpPr>
        <p:spPr>
          <a:xfrm>
            <a:off x="50400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39"/>
          </p:nvPr>
        </p:nvSpPr>
        <p:spPr/>
        <p:txBody>
          <a:bodyPr/>
          <a:p>
            <a:r>
              <a:t>Footer</a:t>
            </a:r>
          </a:p>
        </p:txBody>
      </p:sp>
      <p:sp>
        <p:nvSpPr>
          <p:cNvPr id="7" name="PlaceHolder 6"/>
          <p:cNvSpPr>
            <a:spLocks noGrp="1"/>
          </p:cNvSpPr>
          <p:nvPr>
            <p:ph type="sldNum" idx="140"/>
          </p:nvPr>
        </p:nvSpPr>
        <p:spPr/>
        <p:txBody>
          <a:bodyPr/>
          <a:p>
            <a:fld id="{0899177F-0D3A-4A7E-8380-980234BB913F}" type="slidenum">
              <a:t>&lt;#&gt;</a:t>
            </a:fld>
          </a:p>
        </p:txBody>
      </p:sp>
      <p:sp>
        <p:nvSpPr>
          <p:cNvPr id="8" name="PlaceHolder 7"/>
          <p:cNvSpPr>
            <a:spLocks noGrp="1"/>
          </p:cNvSpPr>
          <p:nvPr>
            <p:ph type="dt" idx="141"/>
          </p:nvPr>
        </p:nvSpPr>
        <p:spPr/>
        <p:txBody>
          <a:bodyPr/>
          <a:p>
            <a:r>
              <a:rPr lang="en-US"/>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47">
    <p:spTree>
      <p:nvGrpSpPr>
        <p:cNvPr id="1" name=""/>
        <p:cNvGrpSpPr/>
        <p:nvPr/>
      </p:nvGrpSpPr>
      <p:grpSpPr>
        <a:xfrm>
          <a:off x="0" y="0"/>
          <a:ext cx="0" cy="0"/>
          <a:chOff x="0" y="0"/>
          <a:chExt cx="0" cy="0"/>
        </a:xfrm>
      </p:grpSpPr>
      <p:sp>
        <p:nvSpPr>
          <p:cNvPr id="495"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96" name="PlaceHolder 2"/>
          <p:cNvSpPr>
            <a:spLocks noGrp="1"/>
          </p:cNvSpPr>
          <p:nvPr>
            <p:ph/>
          </p:nvPr>
        </p:nvSpPr>
        <p:spPr>
          <a:xfrm>
            <a:off x="504000" y="1326600"/>
            <a:ext cx="4426920" cy="32886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7" name="PlaceHolder 3"/>
          <p:cNvSpPr>
            <a:spLocks noGrp="1"/>
          </p:cNvSpPr>
          <p:nvPr>
            <p:ph/>
          </p:nvPr>
        </p:nvSpPr>
        <p:spPr>
          <a:xfrm>
            <a:off x="5152680" y="132660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98" name="PlaceHolder 4"/>
          <p:cNvSpPr>
            <a:spLocks noGrp="1"/>
          </p:cNvSpPr>
          <p:nvPr>
            <p:ph/>
          </p:nvPr>
        </p:nvSpPr>
        <p:spPr>
          <a:xfrm>
            <a:off x="5152680" y="3044520"/>
            <a:ext cx="4426920" cy="15685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42"/>
          </p:nvPr>
        </p:nvSpPr>
        <p:spPr/>
        <p:txBody>
          <a:bodyPr/>
          <a:p>
            <a:r>
              <a:t>Footer</a:t>
            </a:r>
          </a:p>
        </p:txBody>
      </p:sp>
      <p:sp>
        <p:nvSpPr>
          <p:cNvPr id="7" name="PlaceHolder 6"/>
          <p:cNvSpPr>
            <a:spLocks noGrp="1"/>
          </p:cNvSpPr>
          <p:nvPr>
            <p:ph type="sldNum" idx="143"/>
          </p:nvPr>
        </p:nvSpPr>
        <p:spPr/>
        <p:txBody>
          <a:bodyPr/>
          <a:p>
            <a:fld id="{58C5F9B4-B44C-4083-8A15-E1C9887CCB2A}" type="slidenum">
              <a:t>&lt;#&gt;</a:t>
            </a:fld>
          </a:p>
        </p:txBody>
      </p:sp>
      <p:sp>
        <p:nvSpPr>
          <p:cNvPr id="8" name="PlaceHolder 7"/>
          <p:cNvSpPr>
            <a:spLocks noGrp="1"/>
          </p:cNvSpPr>
          <p:nvPr>
            <p:ph type="dt" idx="144"/>
          </p:nvPr>
        </p:nvSpPr>
        <p:spPr/>
        <p:txBody>
          <a:bodyPr/>
          <a:p>
            <a:r>
              <a:rPr lang="en-US"/>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_">
    <p:spTree>
      <p:nvGrpSpPr>
        <p:cNvPr id="1" name=""/>
        <p:cNvGrpSpPr/>
        <p:nvPr/>
      </p:nvGrpSpPr>
      <p:grpSpPr>
        <a:xfrm>
          <a:off x="0" y="0"/>
          <a:ext cx="0" cy="0"/>
          <a:chOff x="0" y="0"/>
          <a:chExt cx="0" cy="0"/>
        </a:xfrm>
      </p:grpSpPr>
      <p:sp>
        <p:nvSpPr>
          <p:cNvPr id="2" name="PlaceHolder 1"/>
          <p:cNvSpPr>
            <a:spLocks noGrp="1"/>
          </p:cNvSpPr>
          <p:nvPr>
            <p:ph type="ftr" idx="145"/>
          </p:nvPr>
        </p:nvSpPr>
        <p:spPr/>
        <p:txBody>
          <a:bodyPr/>
          <a:p>
            <a:r>
              <a:t>Footer</a:t>
            </a:r>
          </a:p>
        </p:txBody>
      </p:sp>
      <p:sp>
        <p:nvSpPr>
          <p:cNvPr id="3" name="PlaceHolder 2"/>
          <p:cNvSpPr>
            <a:spLocks noGrp="1"/>
          </p:cNvSpPr>
          <p:nvPr>
            <p:ph type="sldNum" idx="146"/>
          </p:nvPr>
        </p:nvSpPr>
        <p:spPr/>
        <p:txBody>
          <a:bodyPr/>
          <a:p>
            <a:fld id="{B9D8EE4D-8D10-4F65-A46E-6B91343268A0}" type="slidenum">
              <a:t>&lt;#&gt;</a:t>
            </a:fld>
          </a:p>
        </p:txBody>
      </p:sp>
      <p:sp>
        <p:nvSpPr>
          <p:cNvPr id="4" name="PlaceHolder 3"/>
          <p:cNvSpPr>
            <a:spLocks noGrp="1"/>
          </p:cNvSpPr>
          <p:nvPr>
            <p:ph type="dt" idx="147"/>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_rels/slideMaster29.xml.rels><?xml version="1.0" encoding="UTF-8"?>
<Relationships xmlns="http://schemas.openxmlformats.org/package/2006/relationships"><Relationship Id="rId1" Type="http://schemas.openxmlformats.org/officeDocument/2006/relationships/theme" Target="../theme/theme29.xml"/><Relationship Id="rId2" Type="http://schemas.openxmlformats.org/officeDocument/2006/relationships/slideLayout" Target="../slideLayouts/slideLayout29.xml"/>
</Relationships>
</file>

<file path=ppt/slideMasters/_rels/slideMaster30.xml.rels><?xml version="1.0" encoding="UTF-8"?>
<Relationships xmlns="http://schemas.openxmlformats.org/package/2006/relationships"><Relationship Id="rId1" Type="http://schemas.openxmlformats.org/officeDocument/2006/relationships/theme" Target="../theme/theme30.xml"/><Relationship Id="rId2" Type="http://schemas.openxmlformats.org/officeDocument/2006/relationships/slideLayout" Target="../slideLayouts/slideLayout30.xml"/>
</Relationships>
</file>

<file path=ppt/slideMasters/_rels/slideMaster31.xml.rels><?xml version="1.0" encoding="UTF-8"?>
<Relationships xmlns="http://schemas.openxmlformats.org/package/2006/relationships"><Relationship Id="rId1" Type="http://schemas.openxmlformats.org/officeDocument/2006/relationships/theme" Target="../theme/theme31.xml"/><Relationship Id="rId2" Type="http://schemas.openxmlformats.org/officeDocument/2006/relationships/slideLayout" Target="../slideLayouts/slideLayout31.xml"/>
</Relationships>
</file>

<file path=ppt/slideMasters/_rels/slideMaster32.xml.rels><?xml version="1.0" encoding="UTF-8"?>
<Relationships xmlns="http://schemas.openxmlformats.org/package/2006/relationships"><Relationship Id="rId1" Type="http://schemas.openxmlformats.org/officeDocument/2006/relationships/theme" Target="../theme/theme32.xml"/><Relationship Id="rId2" Type="http://schemas.openxmlformats.org/officeDocument/2006/relationships/slideLayout" Target="../slideLayouts/slideLayout32.xml"/>
</Relationships>
</file>

<file path=ppt/slideMasters/_rels/slideMaster33.xml.rels><?xml version="1.0" encoding="UTF-8"?>
<Relationships xmlns="http://schemas.openxmlformats.org/package/2006/relationships"><Relationship Id="rId1" Type="http://schemas.openxmlformats.org/officeDocument/2006/relationships/theme" Target="../theme/theme33.xml"/><Relationship Id="rId2"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34.xml"/><Relationship Id="rId2" Type="http://schemas.openxmlformats.org/officeDocument/2006/relationships/slideLayout" Target="../slideLayouts/slideLayout34.xml"/>
</Relationships>
</file>

<file path=ppt/slideMasters/_rels/slideMaster35.xml.rels><?xml version="1.0" encoding="UTF-8"?>
<Relationships xmlns="http://schemas.openxmlformats.org/package/2006/relationships"><Relationship Id="rId1" Type="http://schemas.openxmlformats.org/officeDocument/2006/relationships/theme" Target="../theme/theme35.xml"/><Relationship Id="rId2" Type="http://schemas.openxmlformats.org/officeDocument/2006/relationships/slideLayout" Target="../slideLayouts/slideLayout35.xml"/>
</Relationships>
</file>

<file path=ppt/slideMasters/_rels/slideMaster36.xml.rels><?xml version="1.0" encoding="UTF-8"?>
<Relationships xmlns="http://schemas.openxmlformats.org/package/2006/relationships"><Relationship Id="rId1" Type="http://schemas.openxmlformats.org/officeDocument/2006/relationships/theme" Target="../theme/theme36.xml"/><Relationship Id="rId2" Type="http://schemas.openxmlformats.org/officeDocument/2006/relationships/slideLayout" Target="../slideLayouts/slideLayout36.xml"/>
</Relationships>
</file>

<file path=ppt/slideMasters/_rels/slideMaster37.xml.rels><?xml version="1.0" encoding="UTF-8"?>
<Relationships xmlns="http://schemas.openxmlformats.org/package/2006/relationships"><Relationship Id="rId1" Type="http://schemas.openxmlformats.org/officeDocument/2006/relationships/theme" Target="../theme/theme37.xml"/><Relationship Id="rId2" Type="http://schemas.openxmlformats.org/officeDocument/2006/relationships/image" Target="../media/image1.jpeg"/><Relationship Id="rId3" Type="http://schemas.openxmlformats.org/officeDocument/2006/relationships/slideLayout" Target="../slideLayouts/slideLayout37.xml"/>
</Relationships>
</file>

<file path=ppt/slideMasters/_rels/slideMaster38.xml.rels><?xml version="1.0" encoding="UTF-8"?>
<Relationships xmlns="http://schemas.openxmlformats.org/package/2006/relationships"><Relationship Id="rId1" Type="http://schemas.openxmlformats.org/officeDocument/2006/relationships/theme" Target="../theme/theme38.xml"/><Relationship Id="rId2" Type="http://schemas.openxmlformats.org/officeDocument/2006/relationships/image" Target="../media/image1.jpeg"/><Relationship Id="rId3" Type="http://schemas.openxmlformats.org/officeDocument/2006/relationships/slideLayout" Target="../slideLayouts/slideLayout38.xml"/>
</Relationships>
</file>

<file path=ppt/slideMasters/_rels/slideMaster39.xml.rels><?xml version="1.0" encoding="UTF-8"?>
<Relationships xmlns="http://schemas.openxmlformats.org/package/2006/relationships"><Relationship Id="rId1" Type="http://schemas.openxmlformats.org/officeDocument/2006/relationships/theme" Target="../theme/theme39.xml"/><Relationship Id="rId2" Type="http://schemas.openxmlformats.org/officeDocument/2006/relationships/image" Target="../media/image1.jpeg"/><Relationship Id="rId3" Type="http://schemas.openxmlformats.org/officeDocument/2006/relationships/slideLayout" Target="../slideLayouts/slideLayout39.xml"/>
</Relationships>
</file>

<file path=ppt/slideMasters/_rels/slideMaster40.xml.rels><?xml version="1.0" encoding="UTF-8"?>
<Relationships xmlns="http://schemas.openxmlformats.org/package/2006/relationships"><Relationship Id="rId1" Type="http://schemas.openxmlformats.org/officeDocument/2006/relationships/theme" Target="../theme/theme40.xml"/><Relationship Id="rId2" Type="http://schemas.openxmlformats.org/officeDocument/2006/relationships/image" Target="../media/image1.jpeg"/><Relationship Id="rId3" Type="http://schemas.openxmlformats.org/officeDocument/2006/relationships/slideLayout" Target="../slideLayouts/slideLayout40.xml"/>
</Relationships>
</file>

<file path=ppt/slideMasters/_rels/slideMaster41.xml.rels><?xml version="1.0" encoding="UTF-8"?>
<Relationships xmlns="http://schemas.openxmlformats.org/package/2006/relationships"><Relationship Id="rId1" Type="http://schemas.openxmlformats.org/officeDocument/2006/relationships/theme" Target="../theme/theme41.xml"/><Relationship Id="rId2" Type="http://schemas.openxmlformats.org/officeDocument/2006/relationships/image" Target="../media/image1.jpeg"/><Relationship Id="rId3" Type="http://schemas.openxmlformats.org/officeDocument/2006/relationships/slideLayout" Target="../slideLayouts/slideLayout41.xml"/>
</Relationships>
</file>

<file path=ppt/slideMasters/_rels/slideMaster42.xml.rels><?xml version="1.0" encoding="UTF-8"?>
<Relationships xmlns="http://schemas.openxmlformats.org/package/2006/relationships"><Relationship Id="rId1" Type="http://schemas.openxmlformats.org/officeDocument/2006/relationships/theme" Target="../theme/theme42.xml"/><Relationship Id="rId2" Type="http://schemas.openxmlformats.org/officeDocument/2006/relationships/image" Target="../media/image1.jpeg"/><Relationship Id="rId3" Type="http://schemas.openxmlformats.org/officeDocument/2006/relationships/slideLayout" Target="../slideLayouts/slideLayout42.xml"/>
</Relationships>
</file>

<file path=ppt/slideMasters/_rels/slideMaster43.xml.rels><?xml version="1.0" encoding="UTF-8"?>
<Relationships xmlns="http://schemas.openxmlformats.org/package/2006/relationships"><Relationship Id="rId1" Type="http://schemas.openxmlformats.org/officeDocument/2006/relationships/theme" Target="../theme/theme43.xml"/><Relationship Id="rId2" Type="http://schemas.openxmlformats.org/officeDocument/2006/relationships/image" Target="../media/image1.jpeg"/><Relationship Id="rId3" Type="http://schemas.openxmlformats.org/officeDocument/2006/relationships/slideLayout" Target="../slideLayouts/slideLayout43.xml"/>
</Relationships>
</file>

<file path=ppt/slideMasters/_rels/slideMaster44.xml.rels><?xml version="1.0" encoding="UTF-8"?>
<Relationships xmlns="http://schemas.openxmlformats.org/package/2006/relationships"><Relationship Id="rId1" Type="http://schemas.openxmlformats.org/officeDocument/2006/relationships/theme" Target="../theme/theme44.xml"/><Relationship Id="rId2" Type="http://schemas.openxmlformats.org/officeDocument/2006/relationships/image" Target="../media/image1.jpeg"/><Relationship Id="rId3" Type="http://schemas.openxmlformats.org/officeDocument/2006/relationships/slideLayout" Target="../slideLayouts/slideLayout44.xml"/>
</Relationships>
</file>

<file path=ppt/slideMasters/_rels/slideMaster45.xml.rels><?xml version="1.0" encoding="UTF-8"?>
<Relationships xmlns="http://schemas.openxmlformats.org/package/2006/relationships"><Relationship Id="rId1" Type="http://schemas.openxmlformats.org/officeDocument/2006/relationships/theme" Target="../theme/theme45.xml"/><Relationship Id="rId2" Type="http://schemas.openxmlformats.org/officeDocument/2006/relationships/image" Target="../media/image1.jpeg"/><Relationship Id="rId3" Type="http://schemas.openxmlformats.org/officeDocument/2006/relationships/slideLayout" Target="../slideLayouts/slideLayout45.xml"/>
</Relationships>
</file>

<file path=ppt/slideMasters/_rels/slideMaster46.xml.rels><?xml version="1.0" encoding="UTF-8"?>
<Relationships xmlns="http://schemas.openxmlformats.org/package/2006/relationships"><Relationship Id="rId1" Type="http://schemas.openxmlformats.org/officeDocument/2006/relationships/theme" Target="../theme/theme46.xml"/><Relationship Id="rId2" Type="http://schemas.openxmlformats.org/officeDocument/2006/relationships/image" Target="../media/image1.jpeg"/><Relationship Id="rId3"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47.xml"/><Relationship Id="rId2" Type="http://schemas.openxmlformats.org/officeDocument/2006/relationships/image" Target="../media/image1.jpeg"/><Relationship Id="rId3"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48.xml"/><Relationship Id="rId2" Type="http://schemas.openxmlformats.org/officeDocument/2006/relationships/image" Target="../media/image1.jpeg"/><Relationship Id="rId3"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9.xml"/><Relationship Id="rId2" Type="http://schemas.openxmlformats.org/officeDocument/2006/relationships/slideLayout" Target="../slideLayouts/slideLayout49.xml"/>
</Relationships>
</file>

<file path=ppt/slideMasters/_rels/slideMaster50.xml.rels><?xml version="1.0" encoding="UTF-8"?>
<Relationships xmlns="http://schemas.openxmlformats.org/package/2006/relationships"><Relationship Id="rId1" Type="http://schemas.openxmlformats.org/officeDocument/2006/relationships/theme" Target="../theme/theme50.xml"/><Relationship Id="rId2" Type="http://schemas.openxmlformats.org/officeDocument/2006/relationships/slideLayout" Target="../slideLayouts/slideLayout50.xml"/>
</Relationships>
</file>

<file path=ppt/slideMasters/_rels/slideMaster51.xml.rels><?xml version="1.0" encoding="UTF-8"?>
<Relationships xmlns="http://schemas.openxmlformats.org/package/2006/relationships"><Relationship Id="rId1" Type="http://schemas.openxmlformats.org/officeDocument/2006/relationships/theme" Target="../theme/theme51.xml"/><Relationship Id="rId2" Type="http://schemas.openxmlformats.org/officeDocument/2006/relationships/slideLayout" Target="../slideLayouts/slideLayout51.xml"/>
</Relationships>
</file>

<file path=ppt/slideMasters/_rels/slideMaster52.xml.rels><?xml version="1.0" encoding="UTF-8"?>
<Relationships xmlns="http://schemas.openxmlformats.org/package/2006/relationships"><Relationship Id="rId1" Type="http://schemas.openxmlformats.org/officeDocument/2006/relationships/theme" Target="../theme/theme52.xml"/><Relationship Id="rId2" Type="http://schemas.openxmlformats.org/officeDocument/2006/relationships/slideLayout" Target="../slideLayouts/slideLayout52.xml"/>
</Relationships>
</file>

<file path=ppt/slideMasters/_rels/slideMaster53.xml.rels><?xml version="1.0" encoding="UTF-8"?>
<Relationships xmlns="http://schemas.openxmlformats.org/package/2006/relationships"><Relationship Id="rId1" Type="http://schemas.openxmlformats.org/officeDocument/2006/relationships/theme" Target="../theme/theme53.xml"/><Relationship Id="rId2" Type="http://schemas.openxmlformats.org/officeDocument/2006/relationships/slideLayout" Target="../slideLayouts/slideLayout53.xml"/>
</Relationships>
</file>

<file path=ppt/slideMasters/_rels/slideMaster54.xml.rels><?xml version="1.0" encoding="UTF-8"?>
<Relationships xmlns="http://schemas.openxmlformats.org/package/2006/relationships"><Relationship Id="rId1" Type="http://schemas.openxmlformats.org/officeDocument/2006/relationships/theme" Target="../theme/theme54.xml"/><Relationship Id="rId2" Type="http://schemas.openxmlformats.org/officeDocument/2006/relationships/slideLayout" Target="../slideLayouts/slideLayout54.xml"/>
</Relationships>
</file>

<file path=ppt/slideMasters/_rels/slideMaster55.xml.rels><?xml version="1.0" encoding="UTF-8"?>
<Relationships xmlns="http://schemas.openxmlformats.org/package/2006/relationships"><Relationship Id="rId1" Type="http://schemas.openxmlformats.org/officeDocument/2006/relationships/theme" Target="../theme/theme55.xml"/><Relationship Id="rId2" Type="http://schemas.openxmlformats.org/officeDocument/2006/relationships/slideLayout" Target="../slideLayouts/slideLayout55.xml"/>
</Relationships>
</file>

<file path=ppt/slideMasters/_rels/slideMaster56.xml.rels><?xml version="1.0" encoding="UTF-8"?>
<Relationships xmlns="http://schemas.openxmlformats.org/package/2006/relationships"><Relationship Id="rId1" Type="http://schemas.openxmlformats.org/officeDocument/2006/relationships/theme" Target="../theme/theme56.xml"/><Relationship Id="rId2" Type="http://schemas.openxmlformats.org/officeDocument/2006/relationships/slideLayout" Target="../slideLayouts/slideLayout56.xml"/>
</Relationships>
</file>

<file path=ppt/slideMasters/_rels/slideMaster57.xml.rels><?xml version="1.0" encoding="UTF-8"?>
<Relationships xmlns="http://schemas.openxmlformats.org/package/2006/relationships"><Relationship Id="rId1" Type="http://schemas.openxmlformats.org/officeDocument/2006/relationships/theme" Target="../theme/theme57.xml"/><Relationship Id="rId2" Type="http://schemas.openxmlformats.org/officeDocument/2006/relationships/slideLayout" Target="../slideLayouts/slideLayout57.xml"/>
</Relationships>
</file>

<file path=ppt/slideMasters/_rels/slideMaster58.xml.rels><?xml version="1.0" encoding="UTF-8"?>
<Relationships xmlns="http://schemas.openxmlformats.org/package/2006/relationships"><Relationship Id="rId1" Type="http://schemas.openxmlformats.org/officeDocument/2006/relationships/theme" Target="../theme/theme58.xml"/><Relationship Id="rId2" Type="http://schemas.openxmlformats.org/officeDocument/2006/relationships/slideLayout" Target="../slideLayouts/slideLayout58.xml"/>
</Relationships>
</file>

<file path=ppt/slideMasters/_rels/slideMaster59.xml.rels><?xml version="1.0" encoding="UTF-8"?>
<Relationships xmlns="http://schemas.openxmlformats.org/package/2006/relationships"><Relationship Id="rId1" Type="http://schemas.openxmlformats.org/officeDocument/2006/relationships/theme" Target="../theme/theme59.xml"/><Relationship Id="rId2" Type="http://schemas.openxmlformats.org/officeDocument/2006/relationships/slideLayout" Target="../slideLayouts/slideLayout59.xml"/>
</Relationships>
</file>

<file path=ppt/slideMasters/_rels/slideMaster60.xml.rels><?xml version="1.0" encoding="UTF-8"?>
<Relationships xmlns="http://schemas.openxmlformats.org/package/2006/relationships"><Relationship Id="rId1" Type="http://schemas.openxmlformats.org/officeDocument/2006/relationships/theme" Target="../theme/theme60.xml"/><Relationship Id="rId2" Type="http://schemas.openxmlformats.org/officeDocument/2006/relationships/slideLayout" Target="../slideLayouts/slideLayout60.xml"/>
</Relationships>
</file>

<file path=ppt/slideMasters/_rels/slideMaster61.xml.rels><?xml version="1.0" encoding="UTF-8"?>
<Relationships xmlns="http://schemas.openxmlformats.org/package/2006/relationships"><Relationship Id="rId1" Type="http://schemas.openxmlformats.org/officeDocument/2006/relationships/theme" Target="../theme/theme61.xml"/><Relationship Id="rId2" Type="http://schemas.openxmlformats.org/officeDocument/2006/relationships/slideLayout" Target="../slideLayouts/slideLayout6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4354560"/>
            <a:ext cx="10078200" cy="1314360"/>
          </a:xfrm>
          <a:prstGeom prst="rect">
            <a:avLst/>
          </a:prstGeom>
          <a:ln w="0">
            <a:noFill/>
          </a:ln>
        </p:spPr>
      </p:pic>
      <p:sp>
        <p:nvSpPr>
          <p:cNvPr id="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 name="PlaceHolder 5"/>
          <p:cNvSpPr>
            <a:spLocks noGrp="1"/>
          </p:cNvSpPr>
          <p:nvPr>
            <p:ph type="ftr" idx="1"/>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 name="PlaceHolder 6"/>
          <p:cNvSpPr>
            <a:spLocks noGrp="1"/>
          </p:cNvSpPr>
          <p:nvPr>
            <p:ph type="sldNum" idx="2"/>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3B0820B-1396-435B-92C9-F724695B3F2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 name="PlaceHolder 7"/>
          <p:cNvSpPr>
            <a:spLocks noGrp="1"/>
          </p:cNvSpPr>
          <p:nvPr>
            <p:ph type="dt" idx="3"/>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 descr=""/>
          <p:cNvPicPr/>
          <p:nvPr/>
        </p:nvPicPr>
        <p:blipFill>
          <a:blip r:embed="rId2"/>
          <a:stretch/>
        </p:blipFill>
        <p:spPr>
          <a:xfrm>
            <a:off x="0" y="4354560"/>
            <a:ext cx="10078200" cy="1314360"/>
          </a:xfrm>
          <a:prstGeom prst="rect">
            <a:avLst/>
          </a:prstGeom>
          <a:ln w="0">
            <a:noFill/>
          </a:ln>
        </p:spPr>
      </p:pic>
      <p:sp>
        <p:nvSpPr>
          <p:cNvPr id="1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5"/>
          <p:cNvSpPr>
            <a:spLocks noGrp="1"/>
          </p:cNvSpPr>
          <p:nvPr>
            <p:ph type="ftr" idx="4"/>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 name="PlaceHolder 6"/>
          <p:cNvSpPr>
            <a:spLocks noGrp="1"/>
          </p:cNvSpPr>
          <p:nvPr>
            <p:ph type="sldNum" idx="5"/>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EB86847-604D-45FB-9A23-6FDE2C957BB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 name="PlaceHolder 7"/>
          <p:cNvSpPr>
            <a:spLocks noGrp="1"/>
          </p:cNvSpPr>
          <p:nvPr>
            <p:ph type="dt" idx="6"/>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2"/>
          <a:stretch/>
        </p:blipFill>
        <p:spPr>
          <a:xfrm>
            <a:off x="0" y="4354560"/>
            <a:ext cx="10078200" cy="1314360"/>
          </a:xfrm>
          <a:prstGeom prst="rect">
            <a:avLst/>
          </a:prstGeom>
          <a:ln w="0">
            <a:noFill/>
          </a:ln>
        </p:spPr>
      </p:pic>
      <p:sp>
        <p:nvSpPr>
          <p:cNvPr id="2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7"/>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 name="PlaceHolder 5"/>
          <p:cNvSpPr>
            <a:spLocks noGrp="1"/>
          </p:cNvSpPr>
          <p:nvPr>
            <p:ph type="sldNum" idx="8"/>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6DD90354-ADC1-4B1A-A139-84F761DEC576}"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 name="PlaceHolder 6"/>
          <p:cNvSpPr>
            <a:spLocks noGrp="1"/>
          </p:cNvSpPr>
          <p:nvPr>
            <p:ph type="dt" idx="9"/>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 descr=""/>
          <p:cNvPicPr/>
          <p:nvPr/>
        </p:nvPicPr>
        <p:blipFill>
          <a:blip r:embed="rId2"/>
          <a:stretch/>
        </p:blipFill>
        <p:spPr>
          <a:xfrm>
            <a:off x="0" y="4354560"/>
            <a:ext cx="10078200" cy="1314360"/>
          </a:xfrm>
          <a:prstGeom prst="rect">
            <a:avLst/>
          </a:prstGeom>
          <a:ln w="0">
            <a:noFill/>
          </a:ln>
        </p:spPr>
      </p:pic>
      <p:sp>
        <p:nvSpPr>
          <p:cNvPr id="3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6"/>
          <p:cNvSpPr>
            <a:spLocks noGrp="1"/>
          </p:cNvSpPr>
          <p:nvPr>
            <p:ph type="ftr" idx="10"/>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 name="PlaceHolder 7"/>
          <p:cNvSpPr>
            <a:spLocks noGrp="1"/>
          </p:cNvSpPr>
          <p:nvPr>
            <p:ph type="sldNum" idx="11"/>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688A0A3-2262-4754-A807-1F71BE6C3E0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 name="PlaceHolder 8"/>
          <p:cNvSpPr>
            <a:spLocks noGrp="1"/>
          </p:cNvSpPr>
          <p:nvPr>
            <p:ph type="dt" idx="12"/>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4354560"/>
            <a:ext cx="10078200" cy="1314360"/>
          </a:xfrm>
          <a:prstGeom prst="rect">
            <a:avLst/>
          </a:prstGeom>
          <a:ln w="0">
            <a:noFill/>
          </a:ln>
        </p:spPr>
      </p:pic>
      <p:sp>
        <p:nvSpPr>
          <p:cNvPr id="49" name="PlaceHolder 1"/>
          <p:cNvSpPr>
            <a:spLocks noGrp="1"/>
          </p:cNvSpPr>
          <p:nvPr>
            <p:ph type="ftr" idx="13"/>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0" name="PlaceHolder 2"/>
          <p:cNvSpPr>
            <a:spLocks noGrp="1"/>
          </p:cNvSpPr>
          <p:nvPr>
            <p:ph type="sldNum" idx="14"/>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EED3D36-BD7F-48F5-B8B0-9A56BDE8CB2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1" name="PlaceHolder 3"/>
          <p:cNvSpPr>
            <a:spLocks noGrp="1"/>
          </p:cNvSpPr>
          <p:nvPr>
            <p:ph type="dt" idx="15"/>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 descr=""/>
          <p:cNvPicPr/>
          <p:nvPr/>
        </p:nvPicPr>
        <p:blipFill>
          <a:blip r:embed="rId2"/>
          <a:stretch/>
        </p:blipFill>
        <p:spPr>
          <a:xfrm>
            <a:off x="0" y="4354560"/>
            <a:ext cx="10078200" cy="1314360"/>
          </a:xfrm>
          <a:prstGeom prst="rect">
            <a:avLst/>
          </a:prstGeom>
          <a:ln w="0">
            <a:noFill/>
          </a:ln>
        </p:spPr>
      </p:pic>
      <p:sp>
        <p:nvSpPr>
          <p:cNvPr id="53" name="PlaceHolder 1"/>
          <p:cNvSpPr>
            <a:spLocks noGrp="1"/>
          </p:cNvSpPr>
          <p:nvPr>
            <p:ph type="ftr" idx="16"/>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4" name="PlaceHolder 2"/>
          <p:cNvSpPr>
            <a:spLocks noGrp="1"/>
          </p:cNvSpPr>
          <p:nvPr>
            <p:ph type="sldNum" idx="17"/>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984118F2-F860-45C6-BBD2-7C9695E2F46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5" name="PlaceHolder 3"/>
          <p:cNvSpPr>
            <a:spLocks noGrp="1"/>
          </p:cNvSpPr>
          <p:nvPr>
            <p:ph type="dt" idx="18"/>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 descr=""/>
          <p:cNvPicPr/>
          <p:nvPr/>
        </p:nvPicPr>
        <p:blipFill>
          <a:blip r:embed="rId2"/>
          <a:stretch/>
        </p:blipFill>
        <p:spPr>
          <a:xfrm>
            <a:off x="0" y="4354560"/>
            <a:ext cx="10078200" cy="1314360"/>
          </a:xfrm>
          <a:prstGeom prst="rect">
            <a:avLst/>
          </a:prstGeom>
          <a:ln w="0">
            <a:noFill/>
          </a:ln>
        </p:spPr>
      </p:pic>
      <p:sp>
        <p:nvSpPr>
          <p:cNvPr id="57"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8"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3"/>
          <p:cNvSpPr>
            <a:spLocks noGrp="1"/>
          </p:cNvSpPr>
          <p:nvPr>
            <p:ph type="ftr" idx="19"/>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0" name="PlaceHolder 4"/>
          <p:cNvSpPr>
            <a:spLocks noGrp="1"/>
          </p:cNvSpPr>
          <p:nvPr>
            <p:ph type="sldNum" idx="20"/>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8081BAF-530C-4F2D-A700-B52C319BC1D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1" name="PlaceHolder 5"/>
          <p:cNvSpPr>
            <a:spLocks noGrp="1"/>
          </p:cNvSpPr>
          <p:nvPr>
            <p:ph type="dt" idx="21"/>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2"/>
          <a:stretch/>
        </p:blipFill>
        <p:spPr>
          <a:xfrm>
            <a:off x="0" y="4354560"/>
            <a:ext cx="10078200" cy="1314360"/>
          </a:xfrm>
          <a:prstGeom prst="rect">
            <a:avLst/>
          </a:prstGeom>
          <a:ln w="0">
            <a:noFill/>
          </a:ln>
        </p:spPr>
      </p:pic>
      <p:sp>
        <p:nvSpPr>
          <p:cNvPr id="6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6"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3"/>
          <p:cNvSpPr>
            <a:spLocks noGrp="1"/>
          </p:cNvSpPr>
          <p:nvPr>
            <p:ph type="ftr" idx="22"/>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8" name="PlaceHolder 4"/>
          <p:cNvSpPr>
            <a:spLocks noGrp="1"/>
          </p:cNvSpPr>
          <p:nvPr>
            <p:ph type="sldNum" idx="23"/>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EA7E2326-A122-42C5-B26A-F734EC8E17F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9" name="PlaceHolder 5"/>
          <p:cNvSpPr>
            <a:spLocks noGrp="1"/>
          </p:cNvSpPr>
          <p:nvPr>
            <p:ph type="dt" idx="24"/>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2"/>
          <a:stretch/>
        </p:blipFill>
        <p:spPr>
          <a:xfrm>
            <a:off x="0" y="4354560"/>
            <a:ext cx="10078200" cy="1314360"/>
          </a:xfrm>
          <a:prstGeom prst="rect">
            <a:avLst/>
          </a:prstGeom>
          <a:ln w="0">
            <a:noFill/>
          </a:ln>
        </p:spPr>
      </p:pic>
      <p:sp>
        <p:nvSpPr>
          <p:cNvPr id="7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4"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5"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4"/>
          <p:cNvSpPr>
            <a:spLocks noGrp="1"/>
          </p:cNvSpPr>
          <p:nvPr>
            <p:ph type="ftr" idx="25"/>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7" name="PlaceHolder 5"/>
          <p:cNvSpPr>
            <a:spLocks noGrp="1"/>
          </p:cNvSpPr>
          <p:nvPr>
            <p:ph type="sldNum" idx="26"/>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627D572-2506-455C-AAC3-6C80D2EC87A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8" name="PlaceHolder 6"/>
          <p:cNvSpPr>
            <a:spLocks noGrp="1"/>
          </p:cNvSpPr>
          <p:nvPr>
            <p:ph type="dt" idx="27"/>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descr=""/>
          <p:cNvPicPr/>
          <p:nvPr/>
        </p:nvPicPr>
        <p:blipFill>
          <a:blip r:embed="rId2"/>
          <a:stretch/>
        </p:blipFill>
        <p:spPr>
          <a:xfrm>
            <a:off x="0" y="4354560"/>
            <a:ext cx="10078200" cy="1314360"/>
          </a:xfrm>
          <a:prstGeom prst="rect">
            <a:avLst/>
          </a:prstGeom>
          <a:ln w="0">
            <a:noFill/>
          </a:ln>
        </p:spPr>
      </p:pic>
      <p:sp>
        <p:nvSpPr>
          <p:cNvPr id="8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4" name="PlaceHolder 2"/>
          <p:cNvSpPr>
            <a:spLocks noGrp="1"/>
          </p:cNvSpPr>
          <p:nvPr>
            <p:ph type="ftr" idx="28"/>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5" name="PlaceHolder 3"/>
          <p:cNvSpPr>
            <a:spLocks noGrp="1"/>
          </p:cNvSpPr>
          <p:nvPr>
            <p:ph type="sldNum" idx="29"/>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C139D6E-4C64-4BA8-944F-307D00F1001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6" name="PlaceHolder 4"/>
          <p:cNvSpPr>
            <a:spLocks noGrp="1"/>
          </p:cNvSpPr>
          <p:nvPr>
            <p:ph type="dt" idx="30"/>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2"/>
          <a:stretch/>
        </p:blipFill>
        <p:spPr>
          <a:xfrm>
            <a:off x="0" y="4354560"/>
            <a:ext cx="10078200" cy="1314360"/>
          </a:xfrm>
          <a:prstGeom prst="rect">
            <a:avLst/>
          </a:prstGeom>
          <a:ln w="0">
            <a:noFill/>
          </a:ln>
        </p:spPr>
      </p:pic>
      <p:sp>
        <p:nvSpPr>
          <p:cNvPr id="89" name="PlaceHolder 1"/>
          <p:cNvSpPr>
            <a:spLocks noGrp="1"/>
          </p:cNvSpPr>
          <p:nvPr>
            <p:ph type="ftr" idx="31"/>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0" name="PlaceHolder 2"/>
          <p:cNvSpPr>
            <a:spLocks noGrp="1"/>
          </p:cNvSpPr>
          <p:nvPr>
            <p:ph type="sldNum" idx="32"/>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02A57E0-E58E-40A8-BAB4-0C87A404881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1" name="PlaceHolder 3"/>
          <p:cNvSpPr>
            <a:spLocks noGrp="1"/>
          </p:cNvSpPr>
          <p:nvPr>
            <p:ph type="dt" idx="33"/>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 descr=""/>
          <p:cNvPicPr/>
          <p:nvPr/>
        </p:nvPicPr>
        <p:blipFill>
          <a:blip r:embed="rId2"/>
          <a:stretch/>
        </p:blipFill>
        <p:spPr>
          <a:xfrm>
            <a:off x="0" y="4354560"/>
            <a:ext cx="10078200" cy="1314360"/>
          </a:xfrm>
          <a:prstGeom prst="rect">
            <a:avLst/>
          </a:prstGeom>
          <a:ln w="0">
            <a:noFill/>
          </a:ln>
        </p:spPr>
      </p:pic>
      <p:sp>
        <p:nvSpPr>
          <p:cNvPr id="9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5"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6"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7" name="PlaceHolder 5"/>
          <p:cNvSpPr>
            <a:spLocks noGrp="1"/>
          </p:cNvSpPr>
          <p:nvPr>
            <p:ph type="ftr" idx="34"/>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8" name="PlaceHolder 6"/>
          <p:cNvSpPr>
            <a:spLocks noGrp="1"/>
          </p:cNvSpPr>
          <p:nvPr>
            <p:ph type="sldNum" idx="35"/>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3076BF7-13C5-432F-846A-DE787BB076D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9" name="PlaceHolder 7"/>
          <p:cNvSpPr>
            <a:spLocks noGrp="1"/>
          </p:cNvSpPr>
          <p:nvPr>
            <p:ph type="dt" idx="36"/>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5"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7"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8"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9"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5"/>
          <p:cNvSpPr>
            <a:spLocks noGrp="1"/>
          </p:cNvSpPr>
          <p:nvPr>
            <p:ph type="ftr" idx="37"/>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11" name="PlaceHolder 6"/>
          <p:cNvSpPr>
            <a:spLocks noGrp="1"/>
          </p:cNvSpPr>
          <p:nvPr>
            <p:ph type="sldNum" idx="38"/>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E9216F8-C135-4639-9BC7-5867DEC8C52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12" name="PlaceHolder 7"/>
          <p:cNvSpPr>
            <a:spLocks noGrp="1"/>
          </p:cNvSpPr>
          <p:nvPr>
            <p:ph type="dt" idx="39"/>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8"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0"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1"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4"/>
          <p:cNvSpPr>
            <a:spLocks noGrp="1"/>
          </p:cNvSpPr>
          <p:nvPr>
            <p:ph type="ftr" idx="40"/>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23" name="PlaceHolder 5"/>
          <p:cNvSpPr>
            <a:spLocks noGrp="1"/>
          </p:cNvSpPr>
          <p:nvPr>
            <p:ph type="sldNum" idx="41"/>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95AC407-55BC-445B-864C-565F1B1ED60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24" name="PlaceHolder 6"/>
          <p:cNvSpPr>
            <a:spLocks noGrp="1"/>
          </p:cNvSpPr>
          <p:nvPr>
            <p:ph type="dt" idx="42"/>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9"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1"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2"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3"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4"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5" name="PlaceHolder 6"/>
          <p:cNvSpPr>
            <a:spLocks noGrp="1"/>
          </p:cNvSpPr>
          <p:nvPr>
            <p:ph type="ftr" idx="43"/>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36" name="PlaceHolder 7"/>
          <p:cNvSpPr>
            <a:spLocks noGrp="1"/>
          </p:cNvSpPr>
          <p:nvPr>
            <p:ph type="sldNum" idx="44"/>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188A00DB-8552-44E8-8896-3B36C06D049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37" name="PlaceHolder 8"/>
          <p:cNvSpPr>
            <a:spLocks noGrp="1"/>
          </p:cNvSpPr>
          <p:nvPr>
            <p:ph type="dt" idx="45"/>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4"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5" name="PlaceHolder 1"/>
          <p:cNvSpPr>
            <a:spLocks noGrp="1"/>
          </p:cNvSpPr>
          <p:nvPr>
            <p:ph type="ftr" idx="46"/>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46" name="PlaceHolder 2"/>
          <p:cNvSpPr>
            <a:spLocks noGrp="1"/>
          </p:cNvSpPr>
          <p:nvPr>
            <p:ph type="sldNum" idx="47"/>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9E8ADE7B-0B7D-4A40-B533-491D68368A9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47" name="PlaceHolder 3"/>
          <p:cNvSpPr>
            <a:spLocks noGrp="1"/>
          </p:cNvSpPr>
          <p:nvPr>
            <p:ph type="dt" idx="48"/>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9"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0" name="PlaceHolder 1"/>
          <p:cNvSpPr>
            <a:spLocks noGrp="1"/>
          </p:cNvSpPr>
          <p:nvPr>
            <p:ph type="ftr" idx="49"/>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1" name="PlaceHolder 2"/>
          <p:cNvSpPr>
            <a:spLocks noGrp="1"/>
          </p:cNvSpPr>
          <p:nvPr>
            <p:ph type="sldNum" idx="50"/>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EA2ECE2-0886-436A-89A6-A6E44C594C6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52" name="PlaceHolder 3"/>
          <p:cNvSpPr>
            <a:spLocks noGrp="1"/>
          </p:cNvSpPr>
          <p:nvPr>
            <p:ph type="dt" idx="51"/>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4"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6"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7" name="PlaceHolder 3"/>
          <p:cNvSpPr>
            <a:spLocks noGrp="1"/>
          </p:cNvSpPr>
          <p:nvPr>
            <p:ph type="ftr" idx="52"/>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8" name="PlaceHolder 4"/>
          <p:cNvSpPr>
            <a:spLocks noGrp="1"/>
          </p:cNvSpPr>
          <p:nvPr>
            <p:ph type="sldNum" idx="53"/>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CB78C98D-8449-4B6A-A933-E3FAF681F34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59" name="PlaceHolder 5"/>
          <p:cNvSpPr>
            <a:spLocks noGrp="1"/>
          </p:cNvSpPr>
          <p:nvPr>
            <p:ph type="dt" idx="54"/>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3"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5"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6" name="PlaceHolder 3"/>
          <p:cNvSpPr>
            <a:spLocks noGrp="1"/>
          </p:cNvSpPr>
          <p:nvPr>
            <p:ph type="ftr" idx="55"/>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67" name="PlaceHolder 4"/>
          <p:cNvSpPr>
            <a:spLocks noGrp="1"/>
          </p:cNvSpPr>
          <p:nvPr>
            <p:ph type="sldNum" idx="56"/>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E7EE7EE-E0CF-4A44-807C-483EDF0BD82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8" name="PlaceHolder 5"/>
          <p:cNvSpPr>
            <a:spLocks noGrp="1"/>
          </p:cNvSpPr>
          <p:nvPr>
            <p:ph type="dt" idx="57"/>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2"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4"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5"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6" name="PlaceHolder 4"/>
          <p:cNvSpPr>
            <a:spLocks noGrp="1"/>
          </p:cNvSpPr>
          <p:nvPr>
            <p:ph type="ftr" idx="58"/>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77" name="PlaceHolder 5"/>
          <p:cNvSpPr>
            <a:spLocks noGrp="1"/>
          </p:cNvSpPr>
          <p:nvPr>
            <p:ph type="sldNum" idx="59"/>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BB49081-4D37-44EE-BA9D-20015CD7506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78" name="PlaceHolder 6"/>
          <p:cNvSpPr>
            <a:spLocks noGrp="1"/>
          </p:cNvSpPr>
          <p:nvPr>
            <p:ph type="dt" idx="60"/>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3"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5" name="PlaceHolder 2"/>
          <p:cNvSpPr>
            <a:spLocks noGrp="1"/>
          </p:cNvSpPr>
          <p:nvPr>
            <p:ph type="ftr" idx="61"/>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6" name="PlaceHolder 3"/>
          <p:cNvSpPr>
            <a:spLocks noGrp="1"/>
          </p:cNvSpPr>
          <p:nvPr>
            <p:ph type="sldNum" idx="62"/>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6496DC6-F644-467C-9237-1C43630C8CD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87" name="PlaceHolder 4"/>
          <p:cNvSpPr>
            <a:spLocks noGrp="1"/>
          </p:cNvSpPr>
          <p:nvPr>
            <p:ph type="dt" idx="63"/>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0"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1" name="PlaceHolder 1"/>
          <p:cNvSpPr>
            <a:spLocks noGrp="1"/>
          </p:cNvSpPr>
          <p:nvPr>
            <p:ph type="ftr" idx="64"/>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92" name="PlaceHolder 2"/>
          <p:cNvSpPr>
            <a:spLocks noGrp="1"/>
          </p:cNvSpPr>
          <p:nvPr>
            <p:ph type="sldNum" idx="65"/>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95C0419-024D-4BA6-B84B-123A20E931D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3" name="PlaceHolder 3"/>
          <p:cNvSpPr>
            <a:spLocks noGrp="1"/>
          </p:cNvSpPr>
          <p:nvPr>
            <p:ph type="dt" idx="66"/>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5"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97"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8"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9"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0" name="PlaceHolder 5"/>
          <p:cNvSpPr>
            <a:spLocks noGrp="1"/>
          </p:cNvSpPr>
          <p:nvPr>
            <p:ph type="ftr" idx="67"/>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01" name="PlaceHolder 6"/>
          <p:cNvSpPr>
            <a:spLocks noGrp="1"/>
          </p:cNvSpPr>
          <p:nvPr>
            <p:ph type="sldNum" idx="68"/>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EADA3623-A17A-49A1-823B-278F7B18E556}"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02" name="PlaceHolder 7"/>
          <p:cNvSpPr>
            <a:spLocks noGrp="1"/>
          </p:cNvSpPr>
          <p:nvPr>
            <p:ph type="dt" idx="69"/>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8"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0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0"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1"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2"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3" name="PlaceHolder 5"/>
          <p:cNvSpPr>
            <a:spLocks noGrp="1"/>
          </p:cNvSpPr>
          <p:nvPr>
            <p:ph type="ftr" idx="70"/>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14" name="PlaceHolder 6"/>
          <p:cNvSpPr>
            <a:spLocks noGrp="1"/>
          </p:cNvSpPr>
          <p:nvPr>
            <p:ph type="sldNum" idx="71"/>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1DE4BAA2-FFD4-4AE5-9CC9-11D09B0A6CF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15" name="PlaceHolder 7"/>
          <p:cNvSpPr>
            <a:spLocks noGrp="1"/>
          </p:cNvSpPr>
          <p:nvPr>
            <p:ph type="dt" idx="72"/>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1"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2"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3"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8"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9"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0"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5"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6"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7"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8"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03" r:id="rId2"/>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45" name="PlaceHolder 2"/>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5" r:id="rId2"/>
  </p:sldLayoutIdLst>
</p:sldMaster>
</file>

<file path=ppt/slideMasters/slideMaster3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7"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7" r:id="rId2"/>
  </p:sldLayoutIdLst>
</p:sldMaster>
</file>

<file path=ppt/slideMasters/slideMaster3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9" r:id="rId2"/>
  </p:sldLayoutIdLst>
</p:sldMaster>
</file>

<file path=ppt/slideMasters/slideMaster3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55"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6"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1" r:id="rId2"/>
  </p:sldLayoutIdLst>
</p:sldMaster>
</file>

<file path=ppt/slideMasters/slideMaster3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3" r:id="rId2"/>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715" r:id="rId2"/>
  </p:sldLayoutIdLst>
</p:sldMaster>
</file>

<file path=ppt/slideMasters/slideMaster3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3"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4"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5"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7" r:id="rId2"/>
  </p:sldLayoutIdLst>
</p:sldMaster>
</file>

<file path=ppt/slideMasters/slideMaster3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71"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2"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3"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19" r:id="rId2"/>
  </p:sldLayoutIdLst>
</p:sldMaster>
</file>

<file path=ppt/slideMasters/slideMaster3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8" name="" descr=""/>
          <p:cNvPicPr/>
          <p:nvPr/>
        </p:nvPicPr>
        <p:blipFill>
          <a:blip r:embed="rId2"/>
          <a:stretch/>
        </p:blipFill>
        <p:spPr>
          <a:xfrm>
            <a:off x="0" y="4354560"/>
            <a:ext cx="10078200" cy="1314360"/>
          </a:xfrm>
          <a:prstGeom prst="rect">
            <a:avLst/>
          </a:prstGeom>
          <a:ln w="0">
            <a:noFill/>
          </a:ln>
        </p:spPr>
      </p:pic>
      <p:sp>
        <p:nvSpPr>
          <p:cNvPr id="27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0"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1"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2"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3" name="PlaceHolder 5"/>
          <p:cNvSpPr>
            <a:spLocks noGrp="1"/>
          </p:cNvSpPr>
          <p:nvPr>
            <p:ph type="ftr" idx="73"/>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84" name="PlaceHolder 6"/>
          <p:cNvSpPr>
            <a:spLocks noGrp="1"/>
          </p:cNvSpPr>
          <p:nvPr>
            <p:ph type="sldNum" idx="74"/>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F747369-C68F-4913-9CE3-C43562902B6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85" name="PlaceHolder 7"/>
          <p:cNvSpPr>
            <a:spLocks noGrp="1"/>
          </p:cNvSpPr>
          <p:nvPr>
            <p:ph type="dt" idx="75"/>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1" r:id="rId3"/>
  </p:sldLayoutIdLst>
</p:sldMaster>
</file>

<file path=ppt/slideMasters/slideMaster3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0" name="" descr=""/>
          <p:cNvPicPr/>
          <p:nvPr/>
        </p:nvPicPr>
        <p:blipFill>
          <a:blip r:embed="rId2"/>
          <a:stretch/>
        </p:blipFill>
        <p:spPr>
          <a:xfrm>
            <a:off x="0" y="4354560"/>
            <a:ext cx="10078200" cy="1314360"/>
          </a:xfrm>
          <a:prstGeom prst="rect">
            <a:avLst/>
          </a:prstGeom>
          <a:ln w="0">
            <a:noFill/>
          </a:ln>
        </p:spPr>
      </p:pic>
      <p:sp>
        <p:nvSpPr>
          <p:cNvPr id="29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2"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3"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4"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5" name="PlaceHolder 5"/>
          <p:cNvSpPr>
            <a:spLocks noGrp="1"/>
          </p:cNvSpPr>
          <p:nvPr>
            <p:ph type="ftr" idx="76"/>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6" name="PlaceHolder 6"/>
          <p:cNvSpPr>
            <a:spLocks noGrp="1"/>
          </p:cNvSpPr>
          <p:nvPr>
            <p:ph type="sldNum" idx="77"/>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D99772F-1FB9-403F-B7F0-5ED300953F6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97" name="PlaceHolder 7"/>
          <p:cNvSpPr>
            <a:spLocks noGrp="1"/>
          </p:cNvSpPr>
          <p:nvPr>
            <p:ph type="dt" idx="78"/>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3" r:id="rId3"/>
  </p:sldLayoutIdLst>
</p:sldMaster>
</file>

<file path=ppt/slideMasters/slideMaster3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2" name="" descr=""/>
          <p:cNvPicPr/>
          <p:nvPr/>
        </p:nvPicPr>
        <p:blipFill>
          <a:blip r:embed="rId2"/>
          <a:stretch/>
        </p:blipFill>
        <p:spPr>
          <a:xfrm>
            <a:off x="0" y="4354560"/>
            <a:ext cx="10078200" cy="1314360"/>
          </a:xfrm>
          <a:prstGeom prst="rect">
            <a:avLst/>
          </a:prstGeom>
          <a:ln w="0">
            <a:noFill/>
          </a:ln>
        </p:spPr>
      </p:pic>
      <p:sp>
        <p:nvSpPr>
          <p:cNvPr id="30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04"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5"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6" name="PlaceHolder 4"/>
          <p:cNvSpPr>
            <a:spLocks noGrp="1"/>
          </p:cNvSpPr>
          <p:nvPr>
            <p:ph type="ftr" idx="79"/>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07" name="PlaceHolder 5"/>
          <p:cNvSpPr>
            <a:spLocks noGrp="1"/>
          </p:cNvSpPr>
          <p:nvPr>
            <p:ph type="sldNum" idx="80"/>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95C0C44-1405-4F9A-957D-19E90335203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8" name="PlaceHolder 6"/>
          <p:cNvSpPr>
            <a:spLocks noGrp="1"/>
          </p:cNvSpPr>
          <p:nvPr>
            <p:ph type="dt" idx="81"/>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5" r:id="rId3"/>
  </p:sldLayoutIdLst>
</p:sldMaster>
</file>

<file path=ppt/slideMasters/slideMaster4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2" name="" descr=""/>
          <p:cNvPicPr/>
          <p:nvPr/>
        </p:nvPicPr>
        <p:blipFill>
          <a:blip r:embed="rId2"/>
          <a:stretch/>
        </p:blipFill>
        <p:spPr>
          <a:xfrm>
            <a:off x="0" y="4354560"/>
            <a:ext cx="10078200" cy="1314360"/>
          </a:xfrm>
          <a:prstGeom prst="rect">
            <a:avLst/>
          </a:prstGeom>
          <a:ln w="0">
            <a:noFill/>
          </a:ln>
        </p:spPr>
      </p:pic>
      <p:sp>
        <p:nvSpPr>
          <p:cNvPr id="31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14"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5"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6"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7"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18" name="PlaceHolder 6"/>
          <p:cNvSpPr>
            <a:spLocks noGrp="1"/>
          </p:cNvSpPr>
          <p:nvPr>
            <p:ph type="ftr" idx="82"/>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19" name="PlaceHolder 7"/>
          <p:cNvSpPr>
            <a:spLocks noGrp="1"/>
          </p:cNvSpPr>
          <p:nvPr>
            <p:ph type="sldNum" idx="83"/>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464497A-6F40-4748-948E-65B52DD261A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20" name="PlaceHolder 8"/>
          <p:cNvSpPr>
            <a:spLocks noGrp="1"/>
          </p:cNvSpPr>
          <p:nvPr>
            <p:ph type="dt" idx="84"/>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7" r:id="rId3"/>
  </p:sldLayoutIdLst>
</p:sldMaster>
</file>

<file path=ppt/slideMasters/slideMaster4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6" name="" descr=""/>
          <p:cNvPicPr/>
          <p:nvPr/>
        </p:nvPicPr>
        <p:blipFill>
          <a:blip r:embed="rId2"/>
          <a:stretch/>
        </p:blipFill>
        <p:spPr>
          <a:xfrm>
            <a:off x="0" y="4354560"/>
            <a:ext cx="10078200" cy="1314360"/>
          </a:xfrm>
          <a:prstGeom prst="rect">
            <a:avLst/>
          </a:prstGeom>
          <a:ln w="0">
            <a:noFill/>
          </a:ln>
        </p:spPr>
      </p:pic>
      <p:sp>
        <p:nvSpPr>
          <p:cNvPr id="327" name="PlaceHolder 1"/>
          <p:cNvSpPr>
            <a:spLocks noGrp="1"/>
          </p:cNvSpPr>
          <p:nvPr>
            <p:ph type="ftr" idx="85"/>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28" name="PlaceHolder 2"/>
          <p:cNvSpPr>
            <a:spLocks noGrp="1"/>
          </p:cNvSpPr>
          <p:nvPr>
            <p:ph type="sldNum" idx="86"/>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C58A08FA-C844-48AD-B34B-EA2682CBE78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29" name="PlaceHolder 3"/>
          <p:cNvSpPr>
            <a:spLocks noGrp="1"/>
          </p:cNvSpPr>
          <p:nvPr>
            <p:ph type="dt" idx="87"/>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29" r:id="rId3"/>
  </p:sldLayoutIdLst>
</p:sldMaster>
</file>

<file path=ppt/slideMasters/slideMaster4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 descr=""/>
          <p:cNvPicPr/>
          <p:nvPr/>
        </p:nvPicPr>
        <p:blipFill>
          <a:blip r:embed="rId2"/>
          <a:stretch/>
        </p:blipFill>
        <p:spPr>
          <a:xfrm>
            <a:off x="0" y="4354560"/>
            <a:ext cx="10078200" cy="1314360"/>
          </a:xfrm>
          <a:prstGeom prst="rect">
            <a:avLst/>
          </a:prstGeom>
          <a:ln w="0">
            <a:noFill/>
          </a:ln>
        </p:spPr>
      </p:pic>
      <p:sp>
        <p:nvSpPr>
          <p:cNvPr id="331" name="PlaceHolder 1"/>
          <p:cNvSpPr>
            <a:spLocks noGrp="1"/>
          </p:cNvSpPr>
          <p:nvPr>
            <p:ph type="ftr" idx="88"/>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32" name="PlaceHolder 2"/>
          <p:cNvSpPr>
            <a:spLocks noGrp="1"/>
          </p:cNvSpPr>
          <p:nvPr>
            <p:ph type="sldNum" idx="89"/>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7BD627A-8E49-4BC8-B278-C288A63F56F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33" name="PlaceHolder 3"/>
          <p:cNvSpPr>
            <a:spLocks noGrp="1"/>
          </p:cNvSpPr>
          <p:nvPr>
            <p:ph type="dt" idx="90"/>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1" r:id="rId3"/>
  </p:sldLayoutIdLst>
</p:sldMaster>
</file>

<file path=ppt/slideMasters/slideMaster4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4" name="" descr=""/>
          <p:cNvPicPr/>
          <p:nvPr/>
        </p:nvPicPr>
        <p:blipFill>
          <a:blip r:embed="rId2"/>
          <a:stretch/>
        </p:blipFill>
        <p:spPr>
          <a:xfrm>
            <a:off x="0" y="4354560"/>
            <a:ext cx="10078200" cy="1314360"/>
          </a:xfrm>
          <a:prstGeom prst="rect">
            <a:avLst/>
          </a:prstGeom>
          <a:ln w="0">
            <a:noFill/>
          </a:ln>
        </p:spPr>
      </p:pic>
      <p:sp>
        <p:nvSpPr>
          <p:cNvPr id="33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36"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37" name="PlaceHolder 3"/>
          <p:cNvSpPr>
            <a:spLocks noGrp="1"/>
          </p:cNvSpPr>
          <p:nvPr>
            <p:ph type="ftr" idx="91"/>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38" name="PlaceHolder 4"/>
          <p:cNvSpPr>
            <a:spLocks noGrp="1"/>
          </p:cNvSpPr>
          <p:nvPr>
            <p:ph type="sldNum" idx="92"/>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963727D-1347-44A5-BB7E-881237D40646}"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39" name="PlaceHolder 5"/>
          <p:cNvSpPr>
            <a:spLocks noGrp="1"/>
          </p:cNvSpPr>
          <p:nvPr>
            <p:ph type="dt" idx="93"/>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3" r:id="rId3"/>
  </p:sldLayoutIdLst>
</p:sldMaster>
</file>

<file path=ppt/slideMasters/slideMaster4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2" name="" descr=""/>
          <p:cNvPicPr/>
          <p:nvPr/>
        </p:nvPicPr>
        <p:blipFill>
          <a:blip r:embed="rId2"/>
          <a:stretch/>
        </p:blipFill>
        <p:spPr>
          <a:xfrm>
            <a:off x="0" y="4354560"/>
            <a:ext cx="10078200" cy="1314360"/>
          </a:xfrm>
          <a:prstGeom prst="rect">
            <a:avLst/>
          </a:prstGeom>
          <a:ln w="0">
            <a:noFill/>
          </a:ln>
        </p:spPr>
      </p:pic>
      <p:sp>
        <p:nvSpPr>
          <p:cNvPr id="34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44"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45" name="PlaceHolder 3"/>
          <p:cNvSpPr>
            <a:spLocks noGrp="1"/>
          </p:cNvSpPr>
          <p:nvPr>
            <p:ph type="ftr" idx="94"/>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46" name="PlaceHolder 4"/>
          <p:cNvSpPr>
            <a:spLocks noGrp="1"/>
          </p:cNvSpPr>
          <p:nvPr>
            <p:ph type="sldNum" idx="95"/>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91FE1F91-C7A7-4D6A-8AB2-074E8EFBBAC7}"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47" name="PlaceHolder 5"/>
          <p:cNvSpPr>
            <a:spLocks noGrp="1"/>
          </p:cNvSpPr>
          <p:nvPr>
            <p:ph type="dt" idx="96"/>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5" r:id="rId3"/>
  </p:sldLayoutIdLst>
</p:sldMaster>
</file>

<file path=ppt/slideMasters/slideMaster4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0" name="" descr=""/>
          <p:cNvPicPr/>
          <p:nvPr/>
        </p:nvPicPr>
        <p:blipFill>
          <a:blip r:embed="rId2"/>
          <a:stretch/>
        </p:blipFill>
        <p:spPr>
          <a:xfrm>
            <a:off x="0" y="4354560"/>
            <a:ext cx="10078200" cy="1314360"/>
          </a:xfrm>
          <a:prstGeom prst="rect">
            <a:avLst/>
          </a:prstGeom>
          <a:ln w="0">
            <a:noFill/>
          </a:ln>
        </p:spPr>
      </p:pic>
      <p:sp>
        <p:nvSpPr>
          <p:cNvPr id="35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2"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3"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54" name="PlaceHolder 4"/>
          <p:cNvSpPr>
            <a:spLocks noGrp="1"/>
          </p:cNvSpPr>
          <p:nvPr>
            <p:ph type="ftr" idx="97"/>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55" name="PlaceHolder 5"/>
          <p:cNvSpPr>
            <a:spLocks noGrp="1"/>
          </p:cNvSpPr>
          <p:nvPr>
            <p:ph type="sldNum" idx="98"/>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4C9D50C-D74D-4179-85B6-7B33C77D631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56" name="PlaceHolder 6"/>
          <p:cNvSpPr>
            <a:spLocks noGrp="1"/>
          </p:cNvSpPr>
          <p:nvPr>
            <p:ph type="dt" idx="99"/>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37" r:id="rId3"/>
  </p:sldLayoutIdLst>
</p:sldMaster>
</file>

<file path=ppt/slideMasters/slideMaster4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0" name="" descr=""/>
          <p:cNvPicPr/>
          <p:nvPr/>
        </p:nvPicPr>
        <p:blipFill>
          <a:blip r:embed="rId2"/>
          <a:stretch/>
        </p:blipFill>
        <p:spPr>
          <a:xfrm>
            <a:off x="0" y="4354560"/>
            <a:ext cx="10078200" cy="1314360"/>
          </a:xfrm>
          <a:prstGeom prst="rect">
            <a:avLst/>
          </a:prstGeom>
          <a:ln w="0">
            <a:noFill/>
          </a:ln>
        </p:spPr>
      </p:pic>
      <p:sp>
        <p:nvSpPr>
          <p:cNvPr id="361"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2" name="PlaceHolder 2"/>
          <p:cNvSpPr>
            <a:spLocks noGrp="1"/>
          </p:cNvSpPr>
          <p:nvPr>
            <p:ph type="ftr" idx="100"/>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63" name="PlaceHolder 3"/>
          <p:cNvSpPr>
            <a:spLocks noGrp="1"/>
          </p:cNvSpPr>
          <p:nvPr>
            <p:ph type="sldNum" idx="101"/>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366B13D-9794-4998-AD0F-6E1B2A83741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64" name="PlaceHolder 4"/>
          <p:cNvSpPr>
            <a:spLocks noGrp="1"/>
          </p:cNvSpPr>
          <p:nvPr>
            <p:ph type="dt" idx="102"/>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6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39" r:id="rId3"/>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7" name="" descr=""/>
          <p:cNvPicPr/>
          <p:nvPr/>
        </p:nvPicPr>
        <p:blipFill>
          <a:blip r:embed="rId2"/>
          <a:stretch/>
        </p:blipFill>
        <p:spPr>
          <a:xfrm>
            <a:off x="0" y="4354560"/>
            <a:ext cx="10078200" cy="1314360"/>
          </a:xfrm>
          <a:prstGeom prst="rect">
            <a:avLst/>
          </a:prstGeom>
          <a:ln w="0">
            <a:noFill/>
          </a:ln>
        </p:spPr>
      </p:pic>
      <p:sp>
        <p:nvSpPr>
          <p:cNvPr id="368" name="PlaceHolder 1"/>
          <p:cNvSpPr>
            <a:spLocks noGrp="1"/>
          </p:cNvSpPr>
          <p:nvPr>
            <p:ph type="ftr" idx="103"/>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69" name="PlaceHolder 2"/>
          <p:cNvSpPr>
            <a:spLocks noGrp="1"/>
          </p:cNvSpPr>
          <p:nvPr>
            <p:ph type="sldNum" idx="104"/>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ACFC18D-FEF2-4C5C-A0AA-66B380FA919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70" name="PlaceHolder 3"/>
          <p:cNvSpPr>
            <a:spLocks noGrp="1"/>
          </p:cNvSpPr>
          <p:nvPr>
            <p:ph type="dt" idx="105"/>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1" r:id="rId3"/>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1" name="" descr=""/>
          <p:cNvPicPr/>
          <p:nvPr/>
        </p:nvPicPr>
        <p:blipFill>
          <a:blip r:embed="rId2"/>
          <a:stretch/>
        </p:blipFill>
        <p:spPr>
          <a:xfrm>
            <a:off x="0" y="4354560"/>
            <a:ext cx="10078200" cy="1314360"/>
          </a:xfrm>
          <a:prstGeom prst="rect">
            <a:avLst/>
          </a:prstGeom>
          <a:ln w="0">
            <a:noFill/>
          </a:ln>
        </p:spPr>
      </p:pic>
      <p:sp>
        <p:nvSpPr>
          <p:cNvPr id="37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3"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4"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5"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6" name="PlaceHolder 5"/>
          <p:cNvSpPr>
            <a:spLocks noGrp="1"/>
          </p:cNvSpPr>
          <p:nvPr>
            <p:ph type="ftr" idx="106"/>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77" name="PlaceHolder 6"/>
          <p:cNvSpPr>
            <a:spLocks noGrp="1"/>
          </p:cNvSpPr>
          <p:nvPr>
            <p:ph type="sldNum" idx="107"/>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F9176619-154B-4F55-8D8A-1569CBE68C4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78" name="PlaceHolder 7"/>
          <p:cNvSpPr>
            <a:spLocks noGrp="1"/>
          </p:cNvSpPr>
          <p:nvPr>
            <p:ph type="dt" idx="108"/>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3" r:id="rId3"/>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84"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8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6"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7"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8" name="PlaceHolder 4"/>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9" name="PlaceHolder 5"/>
          <p:cNvSpPr>
            <a:spLocks noGrp="1"/>
          </p:cNvSpPr>
          <p:nvPr>
            <p:ph type="ftr" idx="109"/>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390" name="PlaceHolder 6"/>
          <p:cNvSpPr>
            <a:spLocks noGrp="1"/>
          </p:cNvSpPr>
          <p:nvPr>
            <p:ph type="sldNum" idx="110"/>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D8D1CCD8-5A96-4D86-876E-CA283E765D6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91" name="PlaceHolder 7"/>
          <p:cNvSpPr>
            <a:spLocks noGrp="1"/>
          </p:cNvSpPr>
          <p:nvPr>
            <p:ph type="dt" idx="111"/>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5" r:id="rId2"/>
  </p:sldLayoutIdLst>
</p:sldMaster>
</file>

<file path=ppt/slideMasters/slideMaster5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97"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398"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99" name="PlaceHolder 2"/>
          <p:cNvSpPr>
            <a:spLocks noGrp="1"/>
          </p:cNvSpPr>
          <p:nvPr>
            <p:ph type="body"/>
          </p:nvPr>
        </p:nvSpPr>
        <p:spPr>
          <a:xfrm>
            <a:off x="504000" y="132660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0" name="PlaceHolder 3"/>
          <p:cNvSpPr>
            <a:spLocks noGrp="1"/>
          </p:cNvSpPr>
          <p:nvPr>
            <p:ph type="body"/>
          </p:nvPr>
        </p:nvSpPr>
        <p:spPr>
          <a:xfrm>
            <a:off x="504000" y="3044520"/>
            <a:ext cx="9071640" cy="1568160"/>
          </a:xfrm>
          <a:prstGeom prst="rect">
            <a:avLst/>
          </a:prstGeom>
          <a:noFill/>
          <a:ln w="0">
            <a:noFill/>
          </a:ln>
        </p:spPr>
        <p:txBody>
          <a:bodyPr lIns="0" rIns="0" tIns="0" bIns="0" anchor="t">
            <a:normAutofit fontScale="75000" lnSpcReduction="2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1" name="PlaceHolder 4"/>
          <p:cNvSpPr>
            <a:spLocks noGrp="1"/>
          </p:cNvSpPr>
          <p:nvPr>
            <p:ph type="ftr" idx="112"/>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02" name="PlaceHolder 5"/>
          <p:cNvSpPr>
            <a:spLocks noGrp="1"/>
          </p:cNvSpPr>
          <p:nvPr>
            <p:ph type="sldNum" idx="113"/>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92623FC-E795-4843-B25F-A497E481856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03" name="PlaceHolder 6"/>
          <p:cNvSpPr>
            <a:spLocks noGrp="1"/>
          </p:cNvSpPr>
          <p:nvPr>
            <p:ph type="dt" idx="114"/>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7" r:id="rId2"/>
  </p:sldLayoutIdLst>
</p:sldMaster>
</file>

<file path=ppt/slideMasters/slideMaster5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08"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09"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10"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1"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2"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3" name="PlaceHolder 5"/>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14" name="PlaceHolder 6"/>
          <p:cNvSpPr>
            <a:spLocks noGrp="1"/>
          </p:cNvSpPr>
          <p:nvPr>
            <p:ph type="ftr" idx="115"/>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5" name="PlaceHolder 7"/>
          <p:cNvSpPr>
            <a:spLocks noGrp="1"/>
          </p:cNvSpPr>
          <p:nvPr>
            <p:ph type="sldNum" idx="116"/>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8AC504B-5A02-46DB-A793-F44C16BC538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16" name="PlaceHolder 8"/>
          <p:cNvSpPr>
            <a:spLocks noGrp="1"/>
          </p:cNvSpPr>
          <p:nvPr>
            <p:ph type="dt" idx="117"/>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49" r:id="rId2"/>
  </p:sldLayoutIdLst>
</p:sldMaster>
</file>

<file path=ppt/slideMasters/slideMaster5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3"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4" name="PlaceHolder 1"/>
          <p:cNvSpPr>
            <a:spLocks noGrp="1"/>
          </p:cNvSpPr>
          <p:nvPr>
            <p:ph type="ftr" idx="118"/>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25" name="PlaceHolder 2"/>
          <p:cNvSpPr>
            <a:spLocks noGrp="1"/>
          </p:cNvSpPr>
          <p:nvPr>
            <p:ph type="sldNum" idx="119"/>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7BD90D8-B9D0-48C0-90FF-DA5404DD3ED1}"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6" name="PlaceHolder 3"/>
          <p:cNvSpPr>
            <a:spLocks noGrp="1"/>
          </p:cNvSpPr>
          <p:nvPr>
            <p:ph type="dt" idx="120"/>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1" r:id="rId2"/>
  </p:sldLayoutIdLst>
</p:sldMaster>
</file>

<file path=ppt/slideMasters/slideMaster5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8"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29" name="PlaceHolder 1"/>
          <p:cNvSpPr>
            <a:spLocks noGrp="1"/>
          </p:cNvSpPr>
          <p:nvPr>
            <p:ph type="ftr" idx="121"/>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30" name="PlaceHolder 2"/>
          <p:cNvSpPr>
            <a:spLocks noGrp="1"/>
          </p:cNvSpPr>
          <p:nvPr>
            <p:ph type="sldNum" idx="122"/>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1A199D4-5191-46AE-BA8D-F9718F0812B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31" name="PlaceHolder 3"/>
          <p:cNvSpPr>
            <a:spLocks noGrp="1"/>
          </p:cNvSpPr>
          <p:nvPr>
            <p:ph type="dt" idx="123"/>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3" r:id="rId2"/>
  </p:sldLayoutIdLst>
</p:sldMaster>
</file>

<file path=ppt/slideMasters/slideMaster5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33"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34"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35"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36" name="PlaceHolder 3"/>
          <p:cNvSpPr>
            <a:spLocks noGrp="1"/>
          </p:cNvSpPr>
          <p:nvPr>
            <p:ph type="ftr" idx="124"/>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37" name="PlaceHolder 4"/>
          <p:cNvSpPr>
            <a:spLocks noGrp="1"/>
          </p:cNvSpPr>
          <p:nvPr>
            <p:ph type="sldNum" idx="125"/>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16AA5BE8-D2B3-4DD9-920A-3B6FE6FF224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38" name="PlaceHolder 5"/>
          <p:cNvSpPr>
            <a:spLocks noGrp="1"/>
          </p:cNvSpPr>
          <p:nvPr>
            <p:ph type="dt" idx="126"/>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5" r:id="rId2"/>
  </p:sldLayoutIdLst>
</p:sldMaster>
</file>

<file path=ppt/slideMasters/slideMaster5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42"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4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44"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45" name="PlaceHolder 3"/>
          <p:cNvSpPr>
            <a:spLocks noGrp="1"/>
          </p:cNvSpPr>
          <p:nvPr>
            <p:ph type="ftr" idx="127"/>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46" name="PlaceHolder 4"/>
          <p:cNvSpPr>
            <a:spLocks noGrp="1"/>
          </p:cNvSpPr>
          <p:nvPr>
            <p:ph type="sldNum" idx="128"/>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EB14FB3E-FD44-4C88-ABB5-276E9E25BBC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47" name="PlaceHolder 5"/>
          <p:cNvSpPr>
            <a:spLocks noGrp="1"/>
          </p:cNvSpPr>
          <p:nvPr>
            <p:ph type="dt" idx="129"/>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7" r:id="rId2"/>
  </p:sldLayoutIdLst>
</p:sldMaster>
</file>

<file path=ppt/slideMasters/slideMaster5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51"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52"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53"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4"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55" name="PlaceHolder 4"/>
          <p:cNvSpPr>
            <a:spLocks noGrp="1"/>
          </p:cNvSpPr>
          <p:nvPr>
            <p:ph type="ftr" idx="130"/>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56" name="PlaceHolder 5"/>
          <p:cNvSpPr>
            <a:spLocks noGrp="1"/>
          </p:cNvSpPr>
          <p:nvPr>
            <p:ph type="sldNum" idx="131"/>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7C2EE6F-CD42-448E-A249-0B2D6217985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57" name="PlaceHolder 6"/>
          <p:cNvSpPr>
            <a:spLocks noGrp="1"/>
          </p:cNvSpPr>
          <p:nvPr>
            <p:ph type="dt" idx="132"/>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59" r:id="rId2"/>
  </p:sldLayoutIdLst>
</p:sldMaster>
</file>

<file path=ppt/slideMasters/slideMaster5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62"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63"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64" name="PlaceHolder 2"/>
          <p:cNvSpPr>
            <a:spLocks noGrp="1"/>
          </p:cNvSpPr>
          <p:nvPr>
            <p:ph type="ftr" idx="133"/>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65" name="PlaceHolder 3"/>
          <p:cNvSpPr>
            <a:spLocks noGrp="1"/>
          </p:cNvSpPr>
          <p:nvPr>
            <p:ph type="sldNum" idx="134"/>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0F93BDCA-2A3A-4809-A142-A3108B6AA3E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66" name="PlaceHolder 4"/>
          <p:cNvSpPr>
            <a:spLocks noGrp="1"/>
          </p:cNvSpPr>
          <p:nvPr>
            <p:ph type="dt" idx="135"/>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1" r:id="rId2"/>
  </p:sldLayoutIdLst>
</p:sldMaster>
</file>

<file path=ppt/slideMasters/slideMaster5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69"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70" name="PlaceHolder 1"/>
          <p:cNvSpPr>
            <a:spLocks noGrp="1"/>
          </p:cNvSpPr>
          <p:nvPr>
            <p:ph type="ftr" idx="136"/>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71" name="PlaceHolder 2"/>
          <p:cNvSpPr>
            <a:spLocks noGrp="1"/>
          </p:cNvSpPr>
          <p:nvPr>
            <p:ph type="sldNum" idx="137"/>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E15A361-C98E-4CF4-A6A0-22750AB76E8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72" name="PlaceHolder 3"/>
          <p:cNvSpPr>
            <a:spLocks noGrp="1"/>
          </p:cNvSpPr>
          <p:nvPr>
            <p:ph type="dt" idx="138"/>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3" r:id="rId2"/>
  </p:sldLayoutIdLst>
</p:sldMaster>
</file>

<file path=ppt/slideMasters/slideMaster5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74"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75"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76" name="PlaceHolder 2"/>
          <p:cNvSpPr>
            <a:spLocks noGrp="1"/>
          </p:cNvSpPr>
          <p:nvPr>
            <p:ph type="body"/>
          </p:nvPr>
        </p:nvSpPr>
        <p:spPr>
          <a:xfrm>
            <a:off x="50400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7" name="PlaceHolder 3"/>
          <p:cNvSpPr>
            <a:spLocks noGrp="1"/>
          </p:cNvSpPr>
          <p:nvPr>
            <p:ph type="body"/>
          </p:nvPr>
        </p:nvSpPr>
        <p:spPr>
          <a:xfrm>
            <a:off x="515268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8" name="PlaceHolder 4"/>
          <p:cNvSpPr>
            <a:spLocks noGrp="1"/>
          </p:cNvSpPr>
          <p:nvPr>
            <p:ph type="body"/>
          </p:nvPr>
        </p:nvSpPr>
        <p:spPr>
          <a:xfrm>
            <a:off x="50400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79" name="PlaceHolder 5"/>
          <p:cNvSpPr>
            <a:spLocks noGrp="1"/>
          </p:cNvSpPr>
          <p:nvPr>
            <p:ph type="ftr" idx="139"/>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80" name="PlaceHolder 6"/>
          <p:cNvSpPr>
            <a:spLocks noGrp="1"/>
          </p:cNvSpPr>
          <p:nvPr>
            <p:ph type="sldNum" idx="140"/>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7954411-9426-40D7-978D-94FEB587F4F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81" name="PlaceHolder 7"/>
          <p:cNvSpPr>
            <a:spLocks noGrp="1"/>
          </p:cNvSpPr>
          <p:nvPr>
            <p:ph type="dt" idx="141"/>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5" r:id="rId2"/>
  </p:sldLayoutIdLst>
</p:sldMaster>
</file>

<file path=ppt/slideMasters/slideMaster6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
          <p:cNvSpPr/>
          <p:nvPr/>
        </p:nvSpPr>
        <p:spPr>
          <a:xfrm>
            <a:off x="0" y="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87" name=""/>
          <p:cNvSpPr/>
          <p:nvPr/>
        </p:nvSpPr>
        <p:spPr>
          <a:xfrm>
            <a:off x="0" y="4965120"/>
            <a:ext cx="10075320" cy="70488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488"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89" name="PlaceHolder 2"/>
          <p:cNvSpPr>
            <a:spLocks noGrp="1"/>
          </p:cNvSpPr>
          <p:nvPr>
            <p:ph type="body"/>
          </p:nvPr>
        </p:nvSpPr>
        <p:spPr>
          <a:xfrm>
            <a:off x="504000" y="1326600"/>
            <a:ext cx="442656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0" name="PlaceHolder 3"/>
          <p:cNvSpPr>
            <a:spLocks noGrp="1"/>
          </p:cNvSpPr>
          <p:nvPr>
            <p:ph type="body"/>
          </p:nvPr>
        </p:nvSpPr>
        <p:spPr>
          <a:xfrm>
            <a:off x="5152680" y="132660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1" name="PlaceHolder 4"/>
          <p:cNvSpPr>
            <a:spLocks noGrp="1"/>
          </p:cNvSpPr>
          <p:nvPr>
            <p:ph type="body"/>
          </p:nvPr>
        </p:nvSpPr>
        <p:spPr>
          <a:xfrm>
            <a:off x="5152680" y="3044520"/>
            <a:ext cx="4426560" cy="1568160"/>
          </a:xfrm>
          <a:prstGeom prst="rect">
            <a:avLst/>
          </a:prstGeom>
          <a:noFill/>
          <a:ln w="0">
            <a:noFill/>
          </a:ln>
        </p:spPr>
        <p:txBody>
          <a:bodyPr lIns="0" rIns="0" tIns="0" bIns="0" anchor="t">
            <a:normAutofit fontScale="56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92" name="PlaceHolder 5"/>
          <p:cNvSpPr>
            <a:spLocks noGrp="1"/>
          </p:cNvSpPr>
          <p:nvPr>
            <p:ph type="ftr" idx="142"/>
          </p:nvPr>
        </p:nvSpPr>
        <p:spPr>
          <a:xfrm>
            <a:off x="3447360" y="5165280"/>
            <a:ext cx="3193560" cy="38952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93" name="PlaceHolder 6"/>
          <p:cNvSpPr>
            <a:spLocks noGrp="1"/>
          </p:cNvSpPr>
          <p:nvPr>
            <p:ph type="sldNum" idx="143"/>
          </p:nvPr>
        </p:nvSpPr>
        <p:spPr>
          <a:xfrm>
            <a:off x="7227360" y="5165280"/>
            <a:ext cx="2346840" cy="38952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2618835-8899-4668-80E2-0FF8E820CAB4}"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94" name="PlaceHolder 7"/>
          <p:cNvSpPr>
            <a:spLocks noGrp="1"/>
          </p:cNvSpPr>
          <p:nvPr>
            <p:ph type="dt" idx="144"/>
          </p:nvPr>
        </p:nvSpPr>
        <p:spPr>
          <a:xfrm>
            <a:off x="504000" y="5165280"/>
            <a:ext cx="2346840" cy="38952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67" r:id="rId2"/>
  </p:sldLayoutIdLst>
</p:sldMaster>
</file>

<file path=ppt/slideMasters/slideMaster6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
          <p:cNvSpPr/>
          <p:nvPr/>
        </p:nvSpPr>
        <p:spPr>
          <a:xfrm>
            <a:off x="0" y="0"/>
            <a:ext cx="1007532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500" name=""/>
          <p:cNvSpPr/>
          <p:nvPr/>
        </p:nvSpPr>
        <p:spPr>
          <a:xfrm>
            <a:off x="0" y="4965840"/>
            <a:ext cx="10075320" cy="7041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501" name="PlaceHolder 1"/>
          <p:cNvSpPr>
            <a:spLocks noGrp="1"/>
          </p:cNvSpPr>
          <p:nvPr>
            <p:ph type="ftr" idx="145"/>
          </p:nvPr>
        </p:nvSpPr>
        <p:spPr>
          <a:xfrm>
            <a:off x="3447360" y="5166000"/>
            <a:ext cx="3193200" cy="38880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Times New Roman"/>
              </a:defRPr>
            </a:lvl1pPr>
          </a:lstStyle>
          <a:p>
            <a:pPr indent="0" algn="ctr">
              <a:lnSpc>
                <a:spcPct val="100000"/>
              </a:lnSpc>
              <a:buNone/>
              <a:tabLst>
                <a:tab algn="l" pos="0"/>
              </a:tabLst>
            </a:pPr>
            <a:r>
              <a:rPr b="0" lang="en-IN"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2" name="PlaceHolder 2"/>
          <p:cNvSpPr>
            <a:spLocks noGrp="1"/>
          </p:cNvSpPr>
          <p:nvPr>
            <p:ph type="sldNum" idx="146"/>
          </p:nvPr>
        </p:nvSpPr>
        <p:spPr>
          <a:xfrm>
            <a:off x="7227720" y="5166000"/>
            <a:ext cx="2346120" cy="38880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Times New Roman"/>
              </a:defRPr>
            </a:lvl1pPr>
          </a:lstStyle>
          <a:p>
            <a:pPr indent="0" algn="r">
              <a:lnSpc>
                <a:spcPct val="100000"/>
              </a:lnSpc>
              <a:buNone/>
              <a:tabLst>
                <a:tab algn="l" pos="0"/>
              </a:tabLst>
            </a:pPr>
            <a:fld id="{23C2A7DA-2937-4297-AFF2-A2B28ABBC9A3}" type="slidenum">
              <a:rPr b="0" lang="en-IN"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503" name="PlaceHolder 3"/>
          <p:cNvSpPr>
            <a:spLocks noGrp="1"/>
          </p:cNvSpPr>
          <p:nvPr>
            <p:ph type="dt" idx="147"/>
          </p:nvPr>
        </p:nvSpPr>
        <p:spPr>
          <a:xfrm>
            <a:off x="504000" y="5166000"/>
            <a:ext cx="2346120" cy="3888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04"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0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xml.rels><?xml version="1.0" encoding="UTF-8"?>
<Relationships xmlns="http://schemas.openxmlformats.org/package/2006/relationships"><Relationship Id="rId1" Type="http://schemas.openxmlformats.org/officeDocument/2006/relationships/hyperlink" Target="http://en.wikipedia.org/wiki/Linux#cite_note-26" TargetMode="External"/><Relationship Id="rId2" Type="http://schemas.openxmlformats.org/officeDocument/2006/relationships/slideLayout" Target="../slideLayouts/slideLayout2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9.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title"/>
          </p:nvPr>
        </p:nvSpPr>
        <p:spPr>
          <a:xfrm>
            <a:off x="0" y="1548720"/>
            <a:ext cx="9070200" cy="1359360"/>
          </a:xfrm>
          <a:prstGeom prst="rect">
            <a:avLst/>
          </a:prstGeom>
          <a:noFill/>
          <a:ln w="0">
            <a:noFill/>
          </a:ln>
        </p:spPr>
        <p:txBody>
          <a:bodyPr lIns="0" rIns="0" tIns="0" bIns="0" anchor="ctr">
            <a:noAutofit/>
          </a:bodyPr>
          <a:p>
            <a:pPr indent="0" algn="ctr">
              <a:lnSpc>
                <a:spcPct val="100000"/>
              </a:lnSpc>
              <a:buNone/>
              <a:tabLst>
                <a:tab algn="l" pos="0"/>
              </a:tabLst>
            </a:pPr>
            <a:r>
              <a:rPr b="0" lang="en-IN" sz="3300" spc="-1" strike="noStrike">
                <a:solidFill>
                  <a:srgbClr val="006699"/>
                </a:solidFill>
                <a:latin typeface="Arial"/>
              </a:rPr>
              <a:t>Linux Introduction </a:t>
            </a:r>
            <a:endParaRPr b="0" lang="en-US" sz="3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title"/>
          </p:nvPr>
        </p:nvSpPr>
        <p:spPr>
          <a:xfrm>
            <a:off x="504360" y="54000"/>
            <a:ext cx="9070200" cy="59256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rgbClr val="000000"/>
                </a:solidFill>
                <a:latin typeface="Arial"/>
              </a:rPr>
              <a:t>Profile</a:t>
            </a:r>
            <a:endParaRPr b="0" lang="en-US" sz="1800" spc="-1" strike="noStrike">
              <a:solidFill>
                <a:srgbClr val="000000"/>
              </a:solidFill>
              <a:latin typeface="Arial"/>
            </a:endParaRPr>
          </a:p>
        </p:txBody>
      </p:sp>
      <p:sp>
        <p:nvSpPr>
          <p:cNvPr id="514" name=""/>
          <p:cNvSpPr/>
          <p:nvPr/>
        </p:nvSpPr>
        <p:spPr>
          <a:xfrm>
            <a:off x="72000" y="707400"/>
            <a:ext cx="10008000" cy="5966280"/>
          </a:xfrm>
          <a:prstGeom prst="rect">
            <a:avLst/>
          </a:prstGeom>
          <a:noFill/>
          <a:ln w="0">
            <a:noFill/>
          </a:ln>
        </p:spPr>
        <p:style>
          <a:lnRef idx="0"/>
          <a:fillRef idx="0"/>
          <a:effectRef idx="0"/>
          <a:fontRef idx="minor"/>
        </p:style>
        <p:txBody>
          <a:bodyPr lIns="90000" rIns="90000" tIns="45000" bIns="45000" anchor="t">
            <a:noAutofit/>
          </a:bodyPr>
          <a:p>
            <a:pPr marL="63360">
              <a:lnSpc>
                <a:spcPct val="156000"/>
              </a:lnSpc>
              <a:spcBef>
                <a:spcPts val="300"/>
              </a:spcBef>
            </a:pPr>
            <a:r>
              <a:rPr b="1" lang="en-IN" sz="1400" spc="-1" strike="noStrike">
                <a:solidFill>
                  <a:srgbClr val="000000"/>
                </a:solidFill>
                <a:latin typeface="Times n"/>
                <a:ea typeface="DejaVu Sans"/>
              </a:rPr>
              <a:t>Rama Krishna.K</a:t>
            </a:r>
            <a:endParaRPr b="0" lang="en-US" sz="1400" spc="-1" strike="noStrike">
              <a:solidFill>
                <a:srgbClr val="000000"/>
              </a:solidFill>
              <a:latin typeface="Arial"/>
            </a:endParaRPr>
          </a:p>
          <a:p>
            <a:pPr marL="63360">
              <a:lnSpc>
                <a:spcPct val="156000"/>
              </a:lnSpc>
              <a:spcBef>
                <a:spcPts val="300"/>
              </a:spcBef>
            </a:pPr>
            <a:r>
              <a:rPr b="0" lang="en-IN" sz="1400" spc="-1" strike="noStrike">
                <a:solidFill>
                  <a:srgbClr val="000000"/>
                </a:solidFill>
                <a:latin typeface="Times n"/>
                <a:ea typeface="DejaVu Sans"/>
              </a:rPr>
              <a:t>With an M.Tech (Master of Technology) degree and 20 years of experience in training, design, development, and debugging of embedded software, networking, and storage systems, primarily on the Linux operating system.Assosiated with Cisco, Juniper, Xilinx (AMD) and Honeywell.</a:t>
            </a:r>
            <a:endParaRPr b="0" lang="en-US" sz="1400" spc="-1" strike="noStrike">
              <a:solidFill>
                <a:srgbClr val="000000"/>
              </a:solidFill>
              <a:latin typeface="Arial"/>
            </a:endParaRPr>
          </a:p>
          <a:p>
            <a:pPr marL="63360">
              <a:lnSpc>
                <a:spcPct val="156000"/>
              </a:lnSpc>
              <a:spcBef>
                <a:spcPts val="300"/>
              </a:spcBef>
            </a:pPr>
            <a:r>
              <a:rPr b="1" lang="en-IN" sz="1400" spc="-1" strike="noStrike">
                <a:solidFill>
                  <a:srgbClr val="000000"/>
                </a:solidFill>
                <a:latin typeface="Times n"/>
                <a:ea typeface="DejaVu Sans"/>
              </a:rPr>
              <a:t>Trainer Experience: </a:t>
            </a:r>
            <a:r>
              <a:rPr b="1" lang="en-IN" sz="1400" spc="-1" strike="noStrike">
                <a:solidFill>
                  <a:srgbClr val="000000"/>
                </a:solidFill>
                <a:latin typeface="Times n"/>
                <a:ea typeface="Calibri"/>
              </a:rPr>
              <a:t>Delivered corporate training for</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1.Hewlett Packard Enterprise, Bangalore </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     </a:t>
            </a:r>
            <a:r>
              <a:rPr b="0" lang="en-IN" sz="1400" spc="-1" strike="noStrike">
                <a:solidFill>
                  <a:srgbClr val="000000"/>
                </a:solidFill>
                <a:latin typeface="Times n"/>
                <a:ea typeface="Calibri"/>
              </a:rPr>
              <a:t>(Linux Application development &amp; Device drivers)</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2. Seimens, Mumbai (Embedded C++)</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3. FPT, Vietnam (C++, QT Programming)</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3. Medha servo systems, Hyderabad. (Linux Device drivers)</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4.  Tata Elxsi systems, Bangalore. (Embedded Linux)</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5.  Embitel (</a:t>
            </a:r>
            <a:r>
              <a:rPr b="0" lang="en-IN" sz="1400" spc="-1" strike="noStrike">
                <a:solidFill>
                  <a:srgbClr val="1e1e1e"/>
                </a:solidFill>
                <a:latin typeface="Times n"/>
                <a:ea typeface="Calibri"/>
              </a:rPr>
              <a:t>Volkswagen)</a:t>
            </a:r>
            <a:r>
              <a:rPr b="0" lang="en-IN" sz="1400" spc="-1" strike="noStrike">
                <a:solidFill>
                  <a:srgbClr val="000000"/>
                </a:solidFill>
                <a:latin typeface="Times n"/>
                <a:ea typeface="Calibri"/>
              </a:rPr>
              <a:t>, Bangalore (Linux, C++)</a:t>
            </a:r>
            <a:endParaRPr b="0" lang="en-US" sz="1400" spc="-1" strike="noStrike">
              <a:solidFill>
                <a:srgbClr val="000000"/>
              </a:solidFill>
              <a:latin typeface="Arial"/>
            </a:endParaRPr>
          </a:p>
          <a:p>
            <a:pPr marL="63360" algn="just">
              <a:lnSpc>
                <a:spcPct val="115000"/>
              </a:lnSpc>
              <a:tabLst>
                <a:tab algn="l" pos="522000"/>
              </a:tabLst>
            </a:pPr>
            <a:r>
              <a:rPr b="0" lang="en-IN" sz="1400" spc="-1" strike="noStrike">
                <a:solidFill>
                  <a:srgbClr val="000000"/>
                </a:solidFill>
                <a:latin typeface="Times n"/>
                <a:ea typeface="Calibri"/>
              </a:rPr>
              <a:t>6. BORQS Software solutions, Bangalore (Embedded Linux)</a:t>
            </a:r>
            <a:endParaRPr b="0" lang="en-US" sz="1400" spc="-1" strike="noStrike">
              <a:solidFill>
                <a:srgbClr val="000000"/>
              </a:solidFill>
              <a:latin typeface="Arial"/>
            </a:endParaRPr>
          </a:p>
          <a:p>
            <a:pPr marL="63360" algn="just">
              <a:lnSpc>
                <a:spcPct val="115000"/>
              </a:lnSpc>
              <a:tabLst>
                <a:tab algn="l" pos="522000"/>
              </a:tabLst>
            </a:pPr>
            <a:r>
              <a:rPr b="0" lang="en-US" sz="1400" spc="-1" strike="noStrike">
                <a:solidFill>
                  <a:srgbClr val="000000"/>
                </a:solidFill>
                <a:latin typeface="Times n"/>
                <a:ea typeface="Calibri"/>
              </a:rPr>
              <a:t>→ </a:t>
            </a:r>
            <a:r>
              <a:rPr b="0" lang="en-US" sz="1400" spc="-1" strike="noStrike">
                <a:solidFill>
                  <a:srgbClr val="000000"/>
                </a:solidFill>
                <a:latin typeface="Times n"/>
                <a:ea typeface="Calibri"/>
              </a:rPr>
              <a:t>Working as Guest faculty in Vector Embedded Training institute INIDA for C, C++, Linux internals, Embedded Linux and Device</a:t>
            </a:r>
            <a:r>
              <a:rPr b="0" lang="en-US" sz="1400" spc="-12" strike="noStrike">
                <a:solidFill>
                  <a:srgbClr val="000000"/>
                </a:solidFill>
                <a:latin typeface="Times n"/>
                <a:ea typeface="Calibri"/>
              </a:rPr>
              <a:t> </a:t>
            </a:r>
            <a:r>
              <a:rPr b="0" lang="en-US" sz="1400" spc="-1" strike="noStrike">
                <a:solidFill>
                  <a:srgbClr val="000000"/>
                </a:solidFill>
                <a:latin typeface="Times n"/>
                <a:ea typeface="Calibri"/>
              </a:rPr>
              <a:t>drivers. </a:t>
            </a:r>
            <a:endParaRPr b="0" lang="en-US" sz="1400" spc="-1" strike="noStrike">
              <a:solidFill>
                <a:srgbClr val="000000"/>
              </a:solidFill>
              <a:latin typeface="Arial"/>
            </a:endParaRPr>
          </a:p>
          <a:p>
            <a:pPr marL="63360" algn="just">
              <a:lnSpc>
                <a:spcPct val="115000"/>
              </a:lnSpc>
              <a:tabLst>
                <a:tab algn="l" pos="522000"/>
              </a:tabLst>
            </a:pPr>
            <a:r>
              <a:rPr b="0" lang="en-US" sz="1400" spc="-1" strike="noStrike">
                <a:solidFill>
                  <a:srgbClr val="000000"/>
                </a:solidFill>
                <a:latin typeface="Times n"/>
                <a:ea typeface="Calibri"/>
              </a:rPr>
              <a:t>→  </a:t>
            </a:r>
            <a:r>
              <a:rPr b="0" lang="en-US" sz="1400" spc="-1" strike="noStrike">
                <a:solidFill>
                  <a:srgbClr val="000000"/>
                </a:solidFill>
                <a:latin typeface="Times n"/>
                <a:ea typeface="Calibri"/>
              </a:rPr>
              <a:t>Industry experience includes working with leading technology companies such as </a:t>
            </a:r>
            <a:r>
              <a:rPr b="1" lang="en-US" sz="1400" spc="-1" strike="noStrike">
                <a:solidFill>
                  <a:srgbClr val="000000"/>
                </a:solidFill>
                <a:latin typeface="Times n"/>
                <a:ea typeface="Calibri"/>
              </a:rPr>
              <a:t>Juniper, Xilinx (now AMD), Cisco, and Honeywell.</a:t>
            </a:r>
            <a:endParaRPr b="0" lang="en-US" sz="1400" spc="-1" strike="noStrike">
              <a:solidFill>
                <a:srgbClr val="000000"/>
              </a:solidFill>
              <a:latin typeface="Arial"/>
            </a:endParaRPr>
          </a:p>
          <a:p>
            <a:pPr marL="63360" algn="just">
              <a:lnSpc>
                <a:spcPct val="115000"/>
              </a:lnSpc>
              <a:tabLst>
                <a:tab algn="l" pos="52200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5" name=""/>
          <p:cNvSpPr/>
          <p:nvPr/>
        </p:nvSpPr>
        <p:spPr>
          <a:xfrm>
            <a:off x="756000" y="503640"/>
            <a:ext cx="8566560" cy="943560"/>
          </a:xfrm>
          <a:custGeom>
            <a:avLst/>
            <a:gdLst>
              <a:gd name="textAreaLeft" fmla="*/ 0 w 8566560"/>
              <a:gd name="textAreaRight" fmla="*/ 8568000 w 8566560"/>
              <a:gd name="textAreaTop" fmla="*/ 0 h 943560"/>
              <a:gd name="textAreaBottom" fmla="*/ 945000 h 943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000" spc="-1" strike="noStrike">
                <a:solidFill>
                  <a:srgbClr val="000000"/>
                </a:solidFill>
                <a:latin typeface="Arial"/>
                <a:ea typeface="DejaVu Sans"/>
              </a:rPr>
              <a:t>History and open source - Timeline</a:t>
            </a:r>
            <a:endParaRPr b="0" lang="en-US" sz="4000" spc="-1" strike="noStrike">
              <a:solidFill>
                <a:srgbClr val="000000"/>
              </a:solidFill>
              <a:latin typeface="Arial"/>
            </a:endParaRPr>
          </a:p>
        </p:txBody>
      </p:sp>
      <p:sp>
        <p:nvSpPr>
          <p:cNvPr id="516" name=""/>
          <p:cNvSpPr/>
          <p:nvPr/>
        </p:nvSpPr>
        <p:spPr>
          <a:xfrm>
            <a:off x="587880" y="1259640"/>
            <a:ext cx="8566560" cy="3148920"/>
          </a:xfrm>
          <a:custGeom>
            <a:avLst/>
            <a:gdLst>
              <a:gd name="textAreaLeft" fmla="*/ 0 w 8566560"/>
              <a:gd name="textAreaRight" fmla="*/ 8568000 w 8566560"/>
              <a:gd name="textAreaTop" fmla="*/ 0 h 3148920"/>
              <a:gd name="textAreaBottom" fmla="*/ 3150360 h 3148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1969 : UNIX, Thompson &amp; Ritchie (AT&amp;T Bell Labs)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1978 :BSD, Berkeley Software Distribution</a:t>
            </a:r>
            <a:endParaRPr b="0" lang="en-US" sz="2400" spc="-1" strike="noStrike">
              <a:solidFill>
                <a:srgbClr val="000000"/>
              </a:solidFill>
              <a:latin typeface="Arial"/>
            </a:endParaRPr>
          </a:p>
          <a:p>
            <a:pPr lvl="1" marL="739440" indent="-28224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Times New Roman"/>
                <a:ea typeface="WenQuanYi Micro Hei"/>
              </a:rPr>
              <a:t>       </a:t>
            </a:r>
            <a:r>
              <a:rPr b="0" lang="en-US" sz="2400" spc="-1" strike="noStrike">
                <a:solidFill>
                  <a:srgbClr val="000000"/>
                </a:solidFill>
                <a:latin typeface="Times New Roman"/>
                <a:ea typeface="WenQuanYi Micro Hei"/>
              </a:rPr>
              <a:t>Commercial vendors:Sun,HP,IBM,SGI,DEC</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1984 :GNU, Richard Stallm an (FSF)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1986 : POSIX (Portable Operating System Interface)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1987 :Minix, Andy Tanenbaum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1989 :SVR4,AT&amp;T and Sun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400" spc="-1" strike="noStrike">
                <a:solidFill>
                  <a:srgbClr val="000000"/>
                </a:solidFill>
                <a:latin typeface="Arial"/>
                <a:ea typeface="DejaVu Sans"/>
              </a:rPr>
              <a:t>1991 : birth of Linux  </a:t>
            </a:r>
            <a:endParaRPr b="0" lang="en-US" sz="2400" spc="-1" strike="noStrike">
              <a:solidFill>
                <a:srgbClr val="000000"/>
              </a:solidFill>
              <a:latin typeface="Arial"/>
            </a:endParaRPr>
          </a:p>
          <a:p>
            <a:pPr marL="339480" indent="-339480">
              <a:lnSpc>
                <a:spcPct val="90000"/>
              </a:lnSpc>
              <a:spcBef>
                <a:spcPts val="598"/>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Arial"/>
                <a:ea typeface="DejaVu Sans"/>
              </a:rPr>
              <a:t>I</a:t>
            </a:r>
            <a:r>
              <a:rPr b="0" lang="en-US" sz="2000" spc="-1" strike="noStrike">
                <a:solidFill>
                  <a:srgbClr val="252525"/>
                </a:solidFill>
                <a:latin typeface="Arial"/>
                <a:ea typeface="DejaVu Sans"/>
              </a:rPr>
              <a:t>In 1991, while attending the </a:t>
            </a:r>
            <a:r>
              <a:rPr b="0" lang="en-US" sz="2000" spc="-1" strike="noStrike">
                <a:solidFill>
                  <a:srgbClr val="0b0080"/>
                </a:solidFill>
                <a:latin typeface="Arial"/>
                <a:ea typeface="DejaVu Sans"/>
              </a:rPr>
              <a:t>University of Helsink </a:t>
            </a:r>
            <a:r>
              <a:rPr b="0" lang="en-US" sz="2000" spc="-1" strike="noStrike">
                <a:solidFill>
                  <a:srgbClr val="252525"/>
                </a:solidFill>
                <a:latin typeface="Arial"/>
                <a:ea typeface="DejaVu Sans"/>
              </a:rPr>
              <a:t>Torvalds became curious about operating systems</a:t>
            </a:r>
            <a:r>
              <a:rPr b="0" lang="en-US" sz="2000" spc="-1" strike="noStrike" u="sng" baseline="30000">
                <a:solidFill>
                  <a:srgbClr val="0000ff"/>
                </a:solidFill>
                <a:uFillTx/>
                <a:latin typeface="Arial"/>
                <a:ea typeface="DejaVu Sans"/>
                <a:hlinkClick r:id="rId1"/>
              </a:rPr>
              <a:t>[26]</a:t>
            </a:r>
            <a:r>
              <a:rPr b="0" lang="en-US" sz="2000" spc="-1" strike="noStrike">
                <a:solidFill>
                  <a:srgbClr val="252525"/>
                </a:solidFill>
                <a:latin typeface="Arial"/>
                <a:ea typeface="DejaVu Sans"/>
              </a:rPr>
              <a:t> and frustrated by the licensing of MINIX, which limited it to educational use only. He began to work on his own operating system which eventually became the </a:t>
            </a:r>
            <a:r>
              <a:rPr b="0" lang="en-US" sz="2000" spc="-1" strike="noStrike">
                <a:solidFill>
                  <a:srgbClr val="0b0080"/>
                </a:solidFill>
                <a:latin typeface="Arial"/>
                <a:ea typeface="DejaVu Sans"/>
              </a:rPr>
              <a:t>Linux kernel</a:t>
            </a:r>
            <a:endParaRPr b="0" lang="en-US" sz="2000" spc="-1" strike="noStrike">
              <a:solidFill>
                <a:srgbClr val="000000"/>
              </a:solidFill>
              <a:latin typeface="Arial"/>
            </a:endParaRPr>
          </a:p>
          <a:p>
            <a:pPr marL="339480" indent="-339480">
              <a:lnSpc>
                <a:spcPct val="90000"/>
              </a:lnSpc>
              <a:spcBef>
                <a:spcPts val="598"/>
              </a:spcBef>
              <a:tabLst>
                <a:tab algn="l" pos="0"/>
              </a:tabLst>
            </a:pPr>
            <a:endParaRPr b="0" lang="en-US" sz="2400" spc="-1" strike="noStrike">
              <a:solidFill>
                <a:srgbClr val="000000"/>
              </a:solidFill>
              <a:latin typeface="Arial"/>
            </a:endParaRPr>
          </a:p>
          <a:p>
            <a:pPr marL="341280" indent="-339840">
              <a:lnSpc>
                <a:spcPct val="100000"/>
              </a:lnSpc>
              <a:spcBef>
                <a:spcPts val="598"/>
              </a:spcBef>
              <a:tabLst>
                <a:tab algn="l" pos="0"/>
              </a:tabLst>
            </a:pP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
          <p:cNvSpPr/>
          <p:nvPr/>
        </p:nvSpPr>
        <p:spPr>
          <a:xfrm>
            <a:off x="288000" y="171720"/>
            <a:ext cx="4246560" cy="534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2200" spc="-1" strike="noStrike">
                <a:solidFill>
                  <a:srgbClr val="000000"/>
                </a:solidFill>
                <a:latin typeface="Arial"/>
                <a:ea typeface="DejaVu Sans"/>
              </a:rPr>
              <a:t>Birth of Free Software</a:t>
            </a:r>
            <a:endParaRPr b="0" lang="en-US" sz="2200" spc="-1" strike="noStrike">
              <a:solidFill>
                <a:srgbClr val="000000"/>
              </a:solidFill>
              <a:latin typeface="Arial"/>
            </a:endParaRPr>
          </a:p>
        </p:txBody>
      </p:sp>
      <p:pic>
        <p:nvPicPr>
          <p:cNvPr id="518" name="" descr=""/>
          <p:cNvPicPr/>
          <p:nvPr/>
        </p:nvPicPr>
        <p:blipFill>
          <a:blip r:embed="rId1"/>
          <a:stretch/>
        </p:blipFill>
        <p:spPr>
          <a:xfrm>
            <a:off x="-71640" y="576000"/>
            <a:ext cx="10078200" cy="3621600"/>
          </a:xfrm>
          <a:prstGeom prst="rect">
            <a:avLst/>
          </a:prstGeom>
          <a:ln w="0">
            <a:noFill/>
          </a:ln>
        </p:spPr>
      </p:pic>
      <p:pic>
        <p:nvPicPr>
          <p:cNvPr id="519" name="" descr=""/>
          <p:cNvPicPr/>
          <p:nvPr/>
        </p:nvPicPr>
        <p:blipFill>
          <a:blip r:embed="rId2"/>
          <a:stretch/>
        </p:blipFill>
        <p:spPr>
          <a:xfrm>
            <a:off x="7458480" y="3888000"/>
            <a:ext cx="1972080" cy="2037960"/>
          </a:xfrm>
          <a:prstGeom prst="rect">
            <a:avLst/>
          </a:prstGeom>
          <a:ln w="0">
            <a:noFill/>
          </a:ln>
        </p:spPr>
      </p:pic>
      <p:sp>
        <p:nvSpPr>
          <p:cNvPr id="520" name=""/>
          <p:cNvSpPr/>
          <p:nvPr/>
        </p:nvSpPr>
        <p:spPr>
          <a:xfrm>
            <a:off x="504000" y="4621320"/>
            <a:ext cx="527544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https://www.youtube.com/watch?v=HmBp_QazaVI</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1" name=""/>
          <p:cNvSpPr/>
          <p:nvPr/>
        </p:nvSpPr>
        <p:spPr>
          <a:xfrm>
            <a:off x="755640" y="503640"/>
            <a:ext cx="8566560" cy="943560"/>
          </a:xfrm>
          <a:custGeom>
            <a:avLst/>
            <a:gdLst>
              <a:gd name="textAreaLeft" fmla="*/ 0 w 8566560"/>
              <a:gd name="textAreaRight" fmla="*/ 8568000 w 8566560"/>
              <a:gd name="textAreaTop" fmla="*/ 0 h 943560"/>
              <a:gd name="textAreaBottom" fmla="*/ 945000 h 943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400" spc="-1" strike="noStrike">
                <a:solidFill>
                  <a:srgbClr val="000000"/>
                </a:solidFill>
                <a:latin typeface="Times New Roman"/>
                <a:ea typeface="DejaVu Sans"/>
              </a:rPr>
              <a:t>Linux Features</a:t>
            </a:r>
            <a:endParaRPr b="0" lang="en-US" sz="4400" spc="-1" strike="noStrike">
              <a:solidFill>
                <a:srgbClr val="000000"/>
              </a:solidFill>
              <a:latin typeface="Arial"/>
            </a:endParaRPr>
          </a:p>
        </p:txBody>
      </p:sp>
      <p:sp>
        <p:nvSpPr>
          <p:cNvPr id="522" name=""/>
          <p:cNvSpPr/>
          <p:nvPr/>
        </p:nvSpPr>
        <p:spPr>
          <a:xfrm>
            <a:off x="747000" y="1448640"/>
            <a:ext cx="8566560" cy="3617280"/>
          </a:xfrm>
          <a:custGeom>
            <a:avLst/>
            <a:gdLst>
              <a:gd name="textAreaLeft" fmla="*/ 0 w 8566560"/>
              <a:gd name="textAreaRight" fmla="*/ 8568000 w 8566560"/>
              <a:gd name="textAreaTop" fmla="*/ 0 h 3617280"/>
              <a:gd name="textAreaBottom" fmla="*/ 3618720 h 36172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UNIX-like operating system</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Preemptive multi-tasking </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Virtual memory (protected memory, paging)</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Shared libraries</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Demand loading, dynamic kernel modules</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TCP/IP networking</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SMP support , Multi processor, Multi thread</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Open Source!</a:t>
            </a:r>
            <a:endParaRPr b="0" lang="en-US" sz="2000" spc="-1" strike="noStrike">
              <a:solidFill>
                <a:srgbClr val="000000"/>
              </a:solidFill>
              <a:latin typeface="Arial"/>
            </a:endParaRPr>
          </a:p>
          <a:p>
            <a:pPr marL="339480" indent="-339480">
              <a:lnSpc>
                <a:spcPct val="9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000" spc="-1" strike="noStrike">
                <a:solidFill>
                  <a:srgbClr val="000000"/>
                </a:solidFill>
                <a:latin typeface="Times New Roman"/>
                <a:ea typeface="DejaVu Sans"/>
              </a:rPr>
              <a:t>Support Various architectures (X86/ARM/MIPS/…)</a:t>
            </a:r>
            <a:endParaRPr b="0" lang="en-US" sz="2000" spc="-1" strike="noStrike">
              <a:solidFill>
                <a:srgbClr val="000000"/>
              </a:solidFill>
              <a:latin typeface="Arial"/>
            </a:endParaRPr>
          </a:p>
          <a:p>
            <a:pPr marL="341280" indent="-339840">
              <a:lnSpc>
                <a:spcPct val="100000"/>
              </a:lnSpc>
              <a:spcBef>
                <a:spcPts val="697"/>
              </a:spcBef>
              <a:tabLst>
                <a:tab algn="l" pos="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3" name=""/>
          <p:cNvSpPr/>
          <p:nvPr/>
        </p:nvSpPr>
        <p:spPr>
          <a:xfrm>
            <a:off x="504000" y="226800"/>
            <a:ext cx="9070560" cy="943920"/>
          </a:xfrm>
          <a:custGeom>
            <a:avLst/>
            <a:gdLst>
              <a:gd name="textAreaLeft" fmla="*/ 0 w 9070560"/>
              <a:gd name="textAreaRight" fmla="*/ 9072000 w 9070560"/>
              <a:gd name="textAreaTop" fmla="*/ 0 h 943920"/>
              <a:gd name="textAreaBottom" fmla="*/ 945360 h 943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1" lang="en-US" sz="3600" spc="-1" strike="noStrike">
                <a:solidFill>
                  <a:srgbClr val="000000"/>
                </a:solidFill>
                <a:latin typeface="Times New Roman"/>
                <a:ea typeface="DejaVu Sans"/>
              </a:rPr>
              <a:t>Kernel Functionality</a:t>
            </a:r>
            <a:endParaRPr b="0" lang="en-US" sz="3600" spc="-1" strike="noStrike">
              <a:solidFill>
                <a:srgbClr val="000000"/>
              </a:solidFill>
              <a:latin typeface="Arial"/>
            </a:endParaRPr>
          </a:p>
        </p:txBody>
      </p:sp>
      <p:sp>
        <p:nvSpPr>
          <p:cNvPr id="524" name=""/>
          <p:cNvSpPr/>
          <p:nvPr/>
        </p:nvSpPr>
        <p:spPr>
          <a:xfrm>
            <a:off x="503640" y="1322640"/>
            <a:ext cx="9070560" cy="4093560"/>
          </a:xfrm>
          <a:custGeom>
            <a:avLst/>
            <a:gdLst>
              <a:gd name="textAreaLeft" fmla="*/ 0 w 9070560"/>
              <a:gd name="textAreaRight" fmla="*/ 9072000 w 9070560"/>
              <a:gd name="textAreaTop" fmla="*/ 0 h 4093560"/>
              <a:gd name="textAreaBottom" fmla="*/ 4095000 h 4093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90000"/>
              </a:lnSpc>
              <a:spcBef>
                <a:spcPts val="598"/>
              </a:spcBef>
              <a:buClr>
                <a:srgbClr val="000000"/>
              </a:buClr>
              <a:buFont typeface="Times New Roman"/>
              <a:buChar char="•"/>
              <a:tabLst>
                <a:tab algn="l" pos="339480"/>
                <a:tab algn="l" pos="1253880"/>
                <a:tab algn="l" pos="2168280"/>
                <a:tab algn="l" pos="3082680"/>
                <a:tab algn="l" pos="3997080"/>
                <a:tab algn="l" pos="4911480"/>
                <a:tab algn="l" pos="5825880"/>
                <a:tab algn="l" pos="6740280"/>
                <a:tab algn="l" pos="7654680"/>
                <a:tab algn="l" pos="8569080"/>
                <a:tab algn="l" pos="9483480"/>
                <a:tab algn="l" pos="10397880"/>
                <a:tab algn="l" pos="10515600"/>
                <a:tab algn="l" pos="10782000"/>
              </a:tabLst>
            </a:pPr>
            <a:r>
              <a:rPr b="0" lang="en-US" sz="2400" spc="-1" strike="noStrike">
                <a:solidFill>
                  <a:srgbClr val="000000"/>
                </a:solidFill>
                <a:latin typeface="Times New Roman"/>
                <a:ea typeface="DejaVu Sans"/>
              </a:rPr>
              <a:t>Provides following facilities: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Basic kernel services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System start up and shutdown</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Memory management</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Process control</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File system</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I/O System (Device Drivers)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IPC facilities</a:t>
            </a:r>
            <a:endParaRPr b="0" lang="en-US" sz="2400" spc="-1" strike="noStrike">
              <a:solidFill>
                <a:srgbClr val="000000"/>
              </a:solidFill>
              <a:latin typeface="Arial"/>
            </a:endParaRPr>
          </a:p>
          <a:p>
            <a:pPr marL="341280" indent="-339840">
              <a:lnSpc>
                <a:spcPct val="90000"/>
              </a:lnSpc>
              <a:spcBef>
                <a:spcPts val="598"/>
              </a:spcBef>
              <a:tabLst>
                <a:tab algn="l" pos="0"/>
              </a:tabLst>
            </a:pPr>
            <a:r>
              <a:rPr b="0" lang="en-US" sz="2400" spc="-1" strike="noStrike">
                <a:solidFill>
                  <a:srgbClr val="000000"/>
                </a:solidFill>
                <a:latin typeface="Times New Roman"/>
                <a:ea typeface="DejaVu Sans"/>
              </a:rPr>
              <a:t>-    Networking service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25" name="" descr=""/>
          <p:cNvPicPr/>
          <p:nvPr/>
        </p:nvPicPr>
        <p:blipFill>
          <a:blip r:embed="rId1"/>
          <a:stretch/>
        </p:blipFill>
        <p:spPr>
          <a:xfrm>
            <a:off x="0" y="-125640"/>
            <a:ext cx="9910800" cy="4763160"/>
          </a:xfrm>
          <a:prstGeom prst="rect">
            <a:avLst/>
          </a:prstGeom>
          <a:ln w="0">
            <a:noFill/>
          </a:ln>
        </p:spPr>
      </p:pic>
      <p:pic>
        <p:nvPicPr>
          <p:cNvPr id="526" name="" descr=""/>
          <p:cNvPicPr/>
          <p:nvPr/>
        </p:nvPicPr>
        <p:blipFill>
          <a:blip r:embed="rId2"/>
          <a:stretch/>
        </p:blipFill>
        <p:spPr>
          <a:xfrm>
            <a:off x="167760" y="4416120"/>
            <a:ext cx="9070560" cy="1219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
          <p:cNvSpPr/>
          <p:nvPr/>
        </p:nvSpPr>
        <p:spPr>
          <a:xfrm>
            <a:off x="228600" y="228600"/>
            <a:ext cx="5028120" cy="45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Monolithic Kernel Vs Micro Kernel</a:t>
            </a:r>
            <a:endParaRPr b="0" lang="en-US" sz="1800" spc="-1" strike="noStrike">
              <a:solidFill>
                <a:srgbClr val="000000"/>
              </a:solidFill>
              <a:latin typeface="Arial"/>
            </a:endParaRPr>
          </a:p>
        </p:txBody>
      </p:sp>
      <p:sp>
        <p:nvSpPr>
          <p:cNvPr id="528" name=""/>
          <p:cNvSpPr/>
          <p:nvPr/>
        </p:nvSpPr>
        <p:spPr>
          <a:xfrm>
            <a:off x="5715000" y="914400"/>
            <a:ext cx="4113720" cy="1887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Monolithic Kernel: </a:t>
            </a:r>
            <a:r>
              <a:rPr b="0" lang="en-US" sz="1400" spc="-1" strike="noStrike">
                <a:solidFill>
                  <a:srgbClr val="000000"/>
                </a:solidFill>
                <a:latin typeface="Arial"/>
                <a:ea typeface="DejaVu Sans"/>
              </a:rPr>
              <a:t>Includes all essential operating system services (device drivers, file system, memory management..) in a single large block of code running in kernel space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Ex: Linux, Unix and BSD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High performance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Lower stability – A bug in any part can crash the entire system</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529" name=""/>
          <p:cNvSpPr/>
          <p:nvPr/>
        </p:nvSpPr>
        <p:spPr>
          <a:xfrm>
            <a:off x="5778000" y="2571480"/>
            <a:ext cx="4279320" cy="2686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400" spc="-1" strike="noStrike">
                <a:solidFill>
                  <a:srgbClr val="000000"/>
                </a:solidFill>
                <a:latin typeface="Arial"/>
                <a:ea typeface="DejaVu Sans"/>
              </a:rPr>
              <a:t>Micro Kernel: i</a:t>
            </a:r>
            <a:r>
              <a:rPr b="0" lang="en-US" sz="1400" spc="-1" strike="noStrike">
                <a:solidFill>
                  <a:srgbClr val="000000"/>
                </a:solidFill>
                <a:latin typeface="Arial"/>
                <a:ea typeface="DejaVu Sans"/>
              </a:rPr>
              <a:t>ncludes only the minimal required functionality in kernel space—typically just IPC, basic scheduling, and memory management. Other services (drivers, file systems, etc.) run in user space as separate processes.</a:t>
            </a:r>
            <a:br>
              <a:rPr sz="1400"/>
            </a:br>
            <a:r>
              <a:rPr b="0" lang="en-US" sz="1400" spc="-1" strike="noStrike">
                <a:solidFill>
                  <a:srgbClr val="000000"/>
                </a:solidFill>
                <a:latin typeface="Arial"/>
                <a:ea typeface="DejaVu Sans"/>
              </a:rPr>
              <a:t>Lower performance (due to IPC)</a:t>
            </a:r>
            <a:br>
              <a:rPr sz="1400"/>
            </a:br>
            <a:r>
              <a:rPr b="0" lang="en-US" sz="1400" spc="-1" strike="noStrike">
                <a:solidFill>
                  <a:srgbClr val="000000"/>
                </a:solidFill>
                <a:latin typeface="Arial"/>
                <a:ea typeface="DejaVu Sans"/>
              </a:rPr>
              <a:t>More stable – failures in user space services don’t crash the whole OS.</a:t>
            </a:r>
            <a:endParaRPr b="0" lang="en-US" sz="1400" spc="-1" strike="noStrike">
              <a:solidFill>
                <a:srgbClr val="000000"/>
              </a:solidFill>
              <a:latin typeface="Arial"/>
            </a:endParaRPr>
          </a:p>
        </p:txBody>
      </p:sp>
      <p:pic>
        <p:nvPicPr>
          <p:cNvPr id="530" name="" descr=""/>
          <p:cNvPicPr/>
          <p:nvPr/>
        </p:nvPicPr>
        <p:blipFill>
          <a:blip r:embed="rId1"/>
          <a:stretch/>
        </p:blipFill>
        <p:spPr>
          <a:xfrm>
            <a:off x="172440" y="914400"/>
            <a:ext cx="5541840" cy="33325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1" name=""/>
          <p:cNvSpPr/>
          <p:nvPr/>
        </p:nvSpPr>
        <p:spPr>
          <a:xfrm>
            <a:off x="720000" y="-225360"/>
            <a:ext cx="8566560" cy="943920"/>
          </a:xfrm>
          <a:custGeom>
            <a:avLst/>
            <a:gdLst>
              <a:gd name="textAreaLeft" fmla="*/ 0 w 8566560"/>
              <a:gd name="textAreaRight" fmla="*/ 8568000 w 8566560"/>
              <a:gd name="textAreaTop" fmla="*/ 0 h 943920"/>
              <a:gd name="textAreaBottom" fmla="*/ 945360 h 943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4400" spc="-1" strike="noStrike">
                <a:solidFill>
                  <a:srgbClr val="000000"/>
                </a:solidFill>
                <a:latin typeface="Times New Roman"/>
                <a:ea typeface="DejaVu Sans"/>
              </a:rPr>
              <a:t>Basic commands</a:t>
            </a:r>
            <a:endParaRPr b="0" lang="en-US" sz="4400" spc="-1" strike="noStrike">
              <a:solidFill>
                <a:srgbClr val="000000"/>
              </a:solidFill>
              <a:latin typeface="Arial"/>
            </a:endParaRPr>
          </a:p>
        </p:txBody>
      </p:sp>
      <p:sp>
        <p:nvSpPr>
          <p:cNvPr id="532" name=""/>
          <p:cNvSpPr/>
          <p:nvPr/>
        </p:nvSpPr>
        <p:spPr>
          <a:xfrm>
            <a:off x="767880" y="738720"/>
            <a:ext cx="8566560" cy="3955680"/>
          </a:xfrm>
          <a:custGeom>
            <a:avLst/>
            <a:gdLst>
              <a:gd name="textAreaLeft" fmla="*/ 0 w 8566560"/>
              <a:gd name="textAreaRight" fmla="*/ 8568000 w 8566560"/>
              <a:gd name="textAreaTop" fmla="*/ 0 h 3955680"/>
              <a:gd name="textAreaBottom" fmla="*/ 3957120 h 39556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Date </a:t>
            </a:r>
            <a:r>
              <a:rPr b="0" lang="en-US" sz="3200" spc="-1" strike="noStrike">
                <a:solidFill>
                  <a:srgbClr val="000000"/>
                </a:solidFill>
                <a:latin typeface="Times New Roman"/>
                <a:ea typeface="DejaVu Sans"/>
              </a:rPr>
              <a:t>Print or set the system date and time   </a:t>
            </a:r>
            <a:endParaRPr b="0" lang="en-US" sz="3200" spc="-1" strike="noStrike">
              <a:solidFill>
                <a:srgbClr val="000000"/>
              </a:solidFill>
              <a:latin typeface="Arial"/>
            </a:endParaRPr>
          </a:p>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cal  </a:t>
            </a:r>
            <a:r>
              <a:rPr b="0" lang="en-US" sz="3200" spc="-1" strike="noStrike">
                <a:solidFill>
                  <a:srgbClr val="000000"/>
                </a:solidFill>
                <a:latin typeface="Times New Roman"/>
                <a:ea typeface="DejaVu Sans"/>
              </a:rPr>
              <a:t>	</a:t>
            </a:r>
            <a:r>
              <a:rPr b="0" lang="en-US" sz="3200" spc="-1" strike="noStrike">
                <a:solidFill>
                  <a:srgbClr val="000000"/>
                </a:solidFill>
                <a:latin typeface="Times New Roman"/>
                <a:ea typeface="DejaVu Sans"/>
              </a:rPr>
              <a:t>Prints calendar </a:t>
            </a:r>
            <a:endParaRPr b="0" lang="en-US" sz="3200" spc="-1" strike="noStrike">
              <a:solidFill>
                <a:srgbClr val="000000"/>
              </a:solidFill>
              <a:latin typeface="Arial"/>
            </a:endParaRPr>
          </a:p>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Who </a:t>
            </a:r>
            <a:r>
              <a:rPr b="0" lang="en-US" sz="3200" spc="-1" strike="noStrike">
                <a:solidFill>
                  <a:srgbClr val="000000"/>
                </a:solidFill>
                <a:latin typeface="Times New Roman"/>
                <a:ea typeface="DejaVu Sans"/>
              </a:rPr>
              <a:t>Print who is currently logged in</a:t>
            </a:r>
            <a:endParaRPr b="0" lang="en-US" sz="3200" spc="-1" strike="noStrike">
              <a:solidFill>
                <a:srgbClr val="000000"/>
              </a:solidFill>
              <a:latin typeface="Arial"/>
            </a:endParaRPr>
          </a:p>
          <a:p>
            <a:pPr marL="342720" indent="-339840">
              <a:lnSpc>
                <a:spcPct val="90000"/>
              </a:lnSpc>
              <a:spcBef>
                <a:spcPts val="799"/>
              </a:spcBef>
              <a:tabLst>
                <a:tab algn="l" pos="0"/>
              </a:tabLst>
            </a:pPr>
            <a:r>
              <a:rPr b="1" lang="en-US" sz="3200" spc="-1" strike="noStrike">
                <a:solidFill>
                  <a:srgbClr val="000000"/>
                </a:solidFill>
                <a:latin typeface="Times New Roman"/>
                <a:ea typeface="DejaVu Sans"/>
              </a:rPr>
              <a:t>Whoami </a:t>
            </a:r>
            <a:r>
              <a:rPr b="0" lang="en-US" sz="3200" spc="-1" strike="noStrike">
                <a:solidFill>
                  <a:srgbClr val="000000"/>
                </a:solidFill>
                <a:latin typeface="Times New Roman"/>
                <a:ea typeface="DejaVu Sans"/>
              </a:rPr>
              <a:t>Print the current user id and name</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Uname  </a:t>
            </a:r>
            <a:r>
              <a:rPr b="0" lang="en-US" sz="3200" spc="-1" strike="noStrike">
                <a:solidFill>
                  <a:srgbClr val="000000"/>
                </a:solidFill>
                <a:latin typeface="Times New Roman"/>
                <a:ea typeface="DejaVu Sans"/>
              </a:rPr>
              <a:t>Print system information, print information about the machine and operating system it is run on.</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Passwd </a:t>
            </a:r>
            <a:r>
              <a:rPr b="0" lang="en-US" sz="3200" spc="-1" strike="noStrike">
                <a:solidFill>
                  <a:srgbClr val="000000"/>
                </a:solidFill>
                <a:latin typeface="Times New Roman"/>
                <a:ea typeface="DejaVu Sans"/>
              </a:rPr>
              <a:t>Modify a user password.</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Echo </a:t>
            </a:r>
            <a:r>
              <a:rPr b="0" lang="en-US" sz="3200" spc="-1" strike="noStrike">
                <a:solidFill>
                  <a:srgbClr val="000000"/>
                </a:solidFill>
                <a:latin typeface="Times New Roman"/>
                <a:ea typeface="DejaVu Sans"/>
              </a:rPr>
              <a:t>Display message on screen</a:t>
            </a:r>
            <a:endParaRPr b="0" lang="en-US" sz="3200" spc="-1" strike="noStrike">
              <a:solidFill>
                <a:srgbClr val="000000"/>
              </a:solidFill>
              <a:latin typeface="Arial"/>
            </a:endParaRPr>
          </a:p>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Pwd</a:t>
            </a:r>
            <a:r>
              <a:rPr b="0" lang="en-US" sz="3200" spc="-1" strike="noStrike">
                <a:solidFill>
                  <a:srgbClr val="000000"/>
                </a:solidFill>
                <a:latin typeface="Times New Roman"/>
                <a:ea typeface="DejaVu Sans"/>
              </a:rPr>
              <a:t> Present working directory</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90000"/>
              </a:lnSpc>
              <a:spcBef>
                <a:spcPts val="799"/>
              </a:spcBef>
              <a:tabLst>
                <a:tab algn="l" pos="0"/>
              </a:tabLst>
            </a:pPr>
            <a:endParaRPr b="0" lang="en-US" sz="3200" spc="-1" strike="noStrike">
              <a:solidFill>
                <a:srgbClr val="000000"/>
              </a:solidFill>
              <a:latin typeface="Arial"/>
            </a:endParaRPr>
          </a:p>
          <a:p>
            <a:pPr marL="342720" indent="-339840">
              <a:lnSpc>
                <a:spcPct val="100000"/>
              </a:lnSpc>
              <a:spcBef>
                <a:spcPts val="799"/>
              </a:spcBef>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3" name=""/>
          <p:cNvSpPr/>
          <p:nvPr/>
        </p:nvSpPr>
        <p:spPr>
          <a:xfrm>
            <a:off x="756000" y="504000"/>
            <a:ext cx="8566560" cy="943560"/>
          </a:xfrm>
          <a:custGeom>
            <a:avLst/>
            <a:gdLst>
              <a:gd name="textAreaLeft" fmla="*/ 0 w 8566560"/>
              <a:gd name="textAreaRight" fmla="*/ 8568000 w 8566560"/>
              <a:gd name="textAreaTop" fmla="*/ 0 h 943560"/>
              <a:gd name="textAreaBottom" fmla="*/ 945000 h 943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534" name=""/>
          <p:cNvSpPr/>
          <p:nvPr/>
        </p:nvSpPr>
        <p:spPr>
          <a:xfrm>
            <a:off x="216000" y="53640"/>
            <a:ext cx="8566560" cy="3148920"/>
          </a:xfrm>
          <a:custGeom>
            <a:avLst/>
            <a:gdLst>
              <a:gd name="textAreaLeft" fmla="*/ 0 w 8566560"/>
              <a:gd name="textAreaRight" fmla="*/ 8568000 w 8566560"/>
              <a:gd name="textAreaTop" fmla="*/ 0 h 3148920"/>
              <a:gd name="textAreaBottom" fmla="*/ 3150360 h 3148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100000"/>
              </a:lnSpc>
              <a:spcBef>
                <a:spcPts val="799"/>
              </a:spcBef>
              <a:tabLst>
                <a:tab algn="l" pos="0"/>
              </a:tabLst>
            </a:pPr>
            <a:r>
              <a:rPr b="1" lang="en-US" sz="2200" spc="-1" strike="noStrike">
                <a:solidFill>
                  <a:srgbClr val="000000"/>
                </a:solidFill>
                <a:latin typeface="Times New Roman"/>
                <a:ea typeface="DejaVu Sans"/>
              </a:rPr>
              <a:t>Mkdir</a:t>
            </a:r>
            <a:r>
              <a:rPr b="0" lang="en-US" sz="2200" spc="-1" strike="noStrike">
                <a:solidFill>
                  <a:srgbClr val="000000"/>
                </a:solidFill>
                <a:latin typeface="Times New Roman"/>
                <a:ea typeface="DejaVu Sans"/>
              </a:rPr>
              <a:t> –Creates directory</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Rmdir</a:t>
            </a:r>
            <a:r>
              <a:rPr b="0" lang="en-US" sz="2200" spc="-1" strike="noStrike">
                <a:solidFill>
                  <a:srgbClr val="000000"/>
                </a:solidFill>
                <a:latin typeface="Times New Roman"/>
                <a:ea typeface="DejaVu Sans"/>
              </a:rPr>
              <a:t> – Remove directory</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Ls </a:t>
            </a:r>
            <a:r>
              <a:rPr b="0" lang="en-US" sz="2200" spc="-1" strike="noStrike">
                <a:solidFill>
                  <a:srgbClr val="000000"/>
                </a:solidFill>
                <a:latin typeface="Times New Roman"/>
                <a:ea typeface="DejaVu Sans"/>
              </a:rPr>
              <a:t>List information about FILEs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Cat </a:t>
            </a: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Display the contents of a file</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Cp </a:t>
            </a: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Copy one or more files to another loc</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Rm </a:t>
            </a:r>
            <a:r>
              <a:rPr b="0" lang="en-US" sz="2200" spc="-1" strike="noStrike">
                <a:solidFill>
                  <a:srgbClr val="000000"/>
                </a:solidFill>
                <a:latin typeface="Times New Roman"/>
                <a:ea typeface="DejaVu Sans"/>
              </a:rPr>
              <a:t>	</a:t>
            </a:r>
            <a:r>
              <a:rPr b="0" lang="en-US" sz="2200" spc="-1" strike="noStrike">
                <a:solidFill>
                  <a:srgbClr val="000000"/>
                </a:solidFill>
                <a:latin typeface="Times New Roman"/>
                <a:ea typeface="DejaVu Sans"/>
              </a:rPr>
              <a:t>Remove files (delete/unlink) </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More </a:t>
            </a:r>
            <a:r>
              <a:rPr b="0" lang="en-US" sz="2200" spc="-1" strike="noStrike">
                <a:solidFill>
                  <a:srgbClr val="000000"/>
                </a:solidFill>
                <a:latin typeface="Times New Roman"/>
                <a:ea typeface="DejaVu Sans"/>
              </a:rPr>
              <a:t>Display output one screen at a time </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Wc </a:t>
            </a:r>
            <a:r>
              <a:rPr b="0" lang="en-US" sz="2200" spc="-1" strike="noStrike">
                <a:solidFill>
                  <a:srgbClr val="000000"/>
                </a:solidFill>
                <a:latin typeface="Times New Roman"/>
                <a:ea typeface="DejaVu Sans"/>
              </a:rPr>
              <a:t>Print byte, word, and line counts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Cmp </a:t>
            </a:r>
            <a:r>
              <a:rPr b="0" lang="en-US" sz="2200" spc="-1" strike="noStrike">
                <a:solidFill>
                  <a:srgbClr val="000000"/>
                </a:solidFill>
                <a:latin typeface="Times New Roman"/>
                <a:ea typeface="DejaVu Sans"/>
              </a:rPr>
              <a:t>Compare two files, and if they differ,</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Diff </a:t>
            </a:r>
            <a:r>
              <a:rPr b="0" lang="en-US" sz="2200" spc="-1" strike="noStrike">
                <a:solidFill>
                  <a:srgbClr val="000000"/>
                </a:solidFill>
                <a:latin typeface="Times New Roman"/>
                <a:ea typeface="DejaVu Sans"/>
              </a:rPr>
              <a:t>Display the differences between two files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Chmod </a:t>
            </a:r>
            <a:r>
              <a:rPr b="0" lang="en-US" sz="2200" spc="-1" strike="noStrike">
                <a:solidFill>
                  <a:srgbClr val="000000"/>
                </a:solidFill>
                <a:latin typeface="Times New Roman"/>
                <a:ea typeface="DejaVu Sans"/>
              </a:rPr>
              <a:t>Change access permissions</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Grep </a:t>
            </a:r>
            <a:r>
              <a:rPr b="0" lang="en-US" sz="2200" spc="-1" strike="noStrike">
                <a:solidFill>
                  <a:srgbClr val="000000"/>
                </a:solidFill>
                <a:latin typeface="Times New Roman"/>
                <a:ea typeface="DejaVu Sans"/>
              </a:rPr>
              <a:t>Search file(s) for specific text.</a:t>
            </a:r>
            <a:endParaRPr b="0" lang="en-US" sz="2200" spc="-1" strike="noStrike">
              <a:solidFill>
                <a:srgbClr val="000000"/>
              </a:solidFill>
              <a:latin typeface="Arial"/>
            </a:endParaRPr>
          </a:p>
          <a:p>
            <a:pPr marL="342720" indent="-339840">
              <a:lnSpc>
                <a:spcPct val="80000"/>
              </a:lnSpc>
              <a:spcBef>
                <a:spcPts val="799"/>
              </a:spcBef>
              <a:tabLst>
                <a:tab algn="l" pos="0"/>
              </a:tabLst>
            </a:pPr>
            <a:r>
              <a:rPr b="1" lang="en-US" sz="2200" spc="-1" strike="noStrike">
                <a:solidFill>
                  <a:srgbClr val="000000"/>
                </a:solidFill>
                <a:latin typeface="Times New Roman"/>
                <a:ea typeface="DejaVu Sans"/>
              </a:rPr>
              <a:t>Ps </a:t>
            </a:r>
            <a:r>
              <a:rPr b="0" lang="en-US" sz="2200" spc="-1" strike="noStrike">
                <a:solidFill>
                  <a:srgbClr val="000000"/>
                </a:solidFill>
                <a:latin typeface="Times New Roman"/>
                <a:ea typeface="DejaVu Sans"/>
              </a:rPr>
              <a:t>Process status, information about processes running in memory</a:t>
            </a:r>
            <a:br>
              <a:rPr sz="2200"/>
            </a:b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5" name=""/>
          <p:cNvSpPr/>
          <p:nvPr/>
        </p:nvSpPr>
        <p:spPr>
          <a:xfrm>
            <a:off x="756000" y="504000"/>
            <a:ext cx="8566560" cy="943560"/>
          </a:xfrm>
          <a:custGeom>
            <a:avLst/>
            <a:gdLst>
              <a:gd name="textAreaLeft" fmla="*/ 0 w 8566560"/>
              <a:gd name="textAreaRight" fmla="*/ 8568000 w 8566560"/>
              <a:gd name="textAreaTop" fmla="*/ 0 h 943560"/>
              <a:gd name="textAreaBottom" fmla="*/ 945000 h 943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536" name=""/>
          <p:cNvSpPr/>
          <p:nvPr/>
        </p:nvSpPr>
        <p:spPr>
          <a:xfrm>
            <a:off x="504000" y="198000"/>
            <a:ext cx="8566560" cy="3148200"/>
          </a:xfrm>
          <a:custGeom>
            <a:avLst/>
            <a:gdLst>
              <a:gd name="textAreaLeft" fmla="*/ 0 w 8566560"/>
              <a:gd name="textAreaRight" fmla="*/ 8568000 w 8566560"/>
              <a:gd name="textAreaTop" fmla="*/ 0 h 3148200"/>
              <a:gd name="textAreaBottom" fmla="*/ 3149640 h 314820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0" lang="en-US" sz="2000" spc="-1" strike="noStrike">
                <a:solidFill>
                  <a:srgbClr val="000000"/>
                </a:solidFill>
                <a:latin typeface="Arial"/>
                <a:ea typeface="DejaVu Sans"/>
              </a:rPr>
              <a:t>fdisk -l</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find,mkfs,top,htop,blkid,lsblk,lsusb,lspci</a:t>
            </a:r>
            <a:br>
              <a:rPr sz="2000"/>
            </a:br>
            <a:r>
              <a:rPr b="0" lang="en-US" sz="2000" spc="-1" strike="noStrike">
                <a:solidFill>
                  <a:srgbClr val="000000"/>
                </a:solidFill>
                <a:latin typeface="Arial"/>
                <a:ea typeface="DejaVu Sans"/>
              </a:rPr>
              <a:t>objdump,readelf,nm </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egrep --color "vmx|svm" /proc/cpuinfo</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sudo /usr/bin/update-manager</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lsb_release -a</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tldr ps</a:t>
            </a:r>
            <a:endParaRPr b="0" lang="en-US" sz="2000" spc="-1" strike="noStrike">
              <a:solidFill>
                <a:srgbClr val="000000"/>
              </a:solidFill>
              <a:latin typeface="Arial"/>
            </a:endParaRPr>
          </a:p>
          <a:p>
            <a:pPr marL="342720" indent="-339840">
              <a:lnSpc>
                <a:spcPct val="80000"/>
              </a:lnSpc>
              <a:spcBef>
                <a:spcPts val="1191"/>
              </a:spcBef>
              <a:spcAft>
                <a:spcPts val="992"/>
              </a:spcAft>
              <a:tabLst>
                <a:tab algn="l" pos="0"/>
              </a:tabLst>
            </a:pPr>
            <a:r>
              <a:rPr b="0" lang="en-US" sz="2000" spc="-1" strike="noStrike">
                <a:solidFill>
                  <a:srgbClr val="000000"/>
                </a:solidFill>
                <a:latin typeface="Arial"/>
                <a:ea typeface="DejaVu Sans"/>
              </a:rPr>
              <a:t>blkid, /</a:t>
            </a:r>
            <a:r>
              <a:rPr b="0" i="1" lang="en-US" sz="2000" spc="-1" strike="noStrike">
                <a:solidFill>
                  <a:srgbClr val="000000"/>
                </a:solidFill>
                <a:latin typeface="Arial"/>
                <a:ea typeface="DejaVu Sans"/>
              </a:rPr>
              <a:t>etc</a:t>
            </a:r>
            <a:r>
              <a:rPr b="0" lang="en-US" sz="2000" spc="-1" strike="noStrike">
                <a:solidFill>
                  <a:srgbClr val="000000"/>
                </a:solidFill>
                <a:latin typeface="Arial"/>
                <a:ea typeface="DejaVu Sans"/>
              </a:rPr>
              <a:t>/fstab ,sudo apt update, (/etc/apt/sources.lst)</a:t>
            </a:r>
            <a:br>
              <a:rPr sz="2000"/>
            </a:br>
            <a:br>
              <a:rPr sz="2000"/>
            </a:br>
            <a:r>
              <a:rPr b="1" lang="en-US" sz="2000" spc="-1" strike="noStrike">
                <a:solidFill>
                  <a:srgbClr val="000000"/>
                </a:solidFill>
                <a:latin typeface="Arial"/>
                <a:ea typeface="DejaVu Sans"/>
              </a:rPr>
              <a:t>Lab activities:</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1. Format the Linux USB disk and create partitions with fdisk command</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2. Prepare Raspberry Pi with USB boot way. </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3. Install arm-linux 32 bit compiler explore the toolchain utilities.</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2000" spc="-1" strike="noStrike">
                <a:solidFill>
                  <a:srgbClr val="000000"/>
                </a:solidFill>
                <a:latin typeface="Arial"/>
                <a:ea typeface="DejaVu Sans"/>
              </a:rPr>
              <a:t> </a:t>
            </a:r>
            <a:r>
              <a:rPr b="1" lang="en-US" sz="2000" spc="-1" strike="noStrike">
                <a:solidFill>
                  <a:srgbClr val="000000"/>
                </a:solidFill>
                <a:latin typeface="Arial"/>
                <a:ea typeface="DejaVu Sans"/>
              </a:rPr>
              <a:t>Gcc compilers vs Other compilers</a:t>
            </a:r>
            <a:endParaRPr b="0" lang="en-US" sz="2000" spc="-1" strike="noStrike">
              <a:solidFill>
                <a:srgbClr val="000000"/>
              </a:solidFill>
              <a:latin typeface="Arial"/>
            </a:endParaRPr>
          </a:p>
          <a:p>
            <a:pPr marL="342720" indent="-339840">
              <a:lnSpc>
                <a:spcPct val="80000"/>
              </a:lnSpc>
              <a:spcBef>
                <a:spcPts val="799"/>
              </a:spcBef>
              <a:tabLst>
                <a:tab algn="l" pos="0"/>
              </a:tabLst>
            </a:pPr>
            <a:r>
              <a:rPr b="0" lang="en-US" sz="1490" spc="-1" strike="noStrike">
                <a:solidFill>
                  <a:srgbClr val="000000"/>
                </a:solidFill>
                <a:latin typeface="Arial"/>
                <a:ea typeface="DejaVu Sans"/>
              </a:rPr>
              <a:t>https://alibabatech.medium.com/gcc-vs-clang-llvm-an-in-depth-comparison-of-c-c-compilers-899ede2be378</a:t>
            </a:r>
            <a:endParaRPr b="0" lang="en-US" sz="1490" spc="-1" strike="noStrike">
              <a:solidFill>
                <a:srgbClr val="000000"/>
              </a:solidFill>
              <a:latin typeface="Arial"/>
            </a:endParaRPr>
          </a:p>
          <a:p>
            <a:pPr marL="342720" indent="-339840">
              <a:lnSpc>
                <a:spcPct val="80000"/>
              </a:lnSpc>
              <a:spcBef>
                <a:spcPts val="799"/>
              </a:spcBef>
              <a:tabLst>
                <a:tab algn="l" pos="0"/>
              </a:tabLst>
            </a:pPr>
            <a:r>
              <a:rPr b="0" i="1" lang="en-US" sz="2000" spc="-1" strike="noStrike">
                <a:solidFill>
                  <a:srgbClr val="000000"/>
                </a:solidFill>
                <a:latin typeface="Arial"/>
                <a:ea typeface="DejaVu Sans"/>
              </a:rPr>
              <a:t> </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
          <p:cNvSpPr/>
          <p:nvPr/>
        </p:nvSpPr>
        <p:spPr>
          <a:xfrm>
            <a:off x="42840" y="72000"/>
            <a:ext cx="9891720" cy="3747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GCC -  The GNU Compiler Collection, supports C, C++, Fortran, and more. It's mature, widely used, and very stable.</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Clang - Frontend Compiler - A modern compiler frontend for C/C++/Objective-C that uses LLVM as its backend. Parses the source code and generates LLVM IR (Intermediate Representation), which is then passed to LLVM for further processing.</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LLVM - Compiler Infrastructure - A set of reusable compiler tools/libraries used by compilers like Clang (and others). LLVM takes the IR of Clang→ performs optimizations → generates machine code or other targets.</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graphicFrame>
        <p:nvGraphicFramePr>
          <p:cNvPr id="538" name=""/>
          <p:cNvGraphicFramePr/>
          <p:nvPr/>
        </p:nvGraphicFramePr>
        <p:xfrm>
          <a:off x="90720" y="1245960"/>
          <a:ext cx="9613440" cy="5704560"/>
        </p:xfrm>
        <a:graphic>
          <a:graphicData uri="http://schemas.openxmlformats.org/drawingml/2006/table">
            <a:tbl>
              <a:tblPr/>
              <a:tblGrid>
                <a:gridCol w="1939320"/>
                <a:gridCol w="2405880"/>
                <a:gridCol w="2424600"/>
                <a:gridCol w="2844000"/>
              </a:tblGrid>
              <a:tr h="349920">
                <a:tc>
                  <a:txBody>
                    <a:bodyPr lIns="90000" rIns="90000" anchor="t">
                      <a:noAutofit/>
                    </a:bodyPr>
                    <a:p>
                      <a:pPr>
                        <a:lnSpc>
                          <a:spcPct val="100000"/>
                        </a:lnSpc>
                      </a:pPr>
                      <a:r>
                        <a:rPr b="1" lang="en-IN" sz="1800" spc="-1" strike="noStrike">
                          <a:solidFill>
                            <a:srgbClr val="000000"/>
                          </a:solidFill>
                          <a:latin typeface="Arial"/>
                        </a:rPr>
                        <a:t>Feature</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Gcc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Clang</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LLVM</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49920">
                <a:tc>
                  <a:txBody>
                    <a:bodyPr lIns="90000" rIns="90000" anchor="t">
                      <a:noAutofit/>
                    </a:bodyPr>
                    <a:p>
                      <a:pPr>
                        <a:lnSpc>
                          <a:spcPct val="100000"/>
                        </a:lnSpc>
                      </a:pPr>
                      <a:r>
                        <a:rPr b="0" lang="en-IN" sz="1200" spc="-1" strike="noStrike">
                          <a:solidFill>
                            <a:srgbClr val="000000"/>
                          </a:solidFill>
                          <a:latin typeface="Arial"/>
                        </a:rPr>
                        <a:t>Role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Full compiler suite</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Frontend compiler</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Backend + optimizer infrastructure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Maintained by</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GNU Project</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LLVM Project (mostly Apple, Meta, etc.)</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LLVM Project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Language support</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C, C++, Fortran, Go, Ada, more</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C, C++, Objective-C/C++</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Language-agnostic</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Compilation speed</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Slightly slowe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Faster</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N/A</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Output formats</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Native machine code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LLVM IR → optimized/native code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LLVM IR → optimized/native code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License</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GPL (v3)</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BSD-like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BSD-like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Toolchain compatibility</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Standard in Linux</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Compatible with GCC tools</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Modular; used in many tools</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Cross-compilation</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Supported (more mature)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Supported</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Backend-dependent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200" spc="-1" strike="noStrike">
                          <a:solidFill>
                            <a:srgbClr val="000000"/>
                          </a:solidFill>
                          <a:latin typeface="Arial"/>
                        </a:rPr>
                        <a:t>Maturity</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Very mature</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Newer, but widely used</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200" spc="-1" strike="noStrike">
                          <a:solidFill>
                            <a:srgbClr val="000000"/>
                          </a:solidFill>
                          <a:latin typeface="Arial"/>
                        </a:rPr>
                        <a:t>Widely adopted, industry standard</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200" spc="-1" strike="noStrike">
                          <a:solidFill>
                            <a:srgbClr val="000000"/>
                          </a:solidFill>
                          <a:latin typeface="Arial"/>
                        </a:rPr>
                        <a:t>Use in industry</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r>
                        <a:rPr b="0" lang="en-IN" sz="1200" spc="-1" strike="noStrike">
                          <a:solidFill>
                            <a:srgbClr val="000000"/>
                          </a:solidFill>
                          <a:latin typeface="Arial"/>
                        </a:rPr>
                        <a:t>	</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Linux distros, embedded, HPC</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macOS/iOS, Chrome, Android, Rust</a:t>
                      </a: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200" spc="-1" strike="noStrike">
                          <a:solidFill>
                            <a:srgbClr val="000000"/>
                          </a:solidFill>
                          <a:latin typeface="Arial"/>
                        </a:rPr>
                        <a:t>Used by many compilers (e.g., Rust, Julia, Swift)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
          <p:cNvSpPr/>
          <p:nvPr/>
        </p:nvSpPr>
        <p:spPr>
          <a:xfrm>
            <a:off x="0" y="-72000"/>
            <a:ext cx="3566160" cy="65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i="1" lang="en-US" sz="2000" spc="-1" strike="noStrike">
                <a:solidFill>
                  <a:srgbClr val="000000"/>
                </a:solidFill>
                <a:latin typeface="Arial"/>
                <a:ea typeface="DejaVu Sans"/>
              </a:rPr>
              <a:t>Gcc compiler options </a:t>
            </a:r>
            <a:endParaRPr b="0" lang="en-US" sz="2000" spc="-1" strike="noStrike">
              <a:solidFill>
                <a:srgbClr val="000000"/>
              </a:solidFill>
              <a:latin typeface="Arial"/>
            </a:endParaRPr>
          </a:p>
        </p:txBody>
      </p:sp>
      <p:graphicFrame>
        <p:nvGraphicFramePr>
          <p:cNvPr id="540" name=""/>
          <p:cNvGraphicFramePr/>
          <p:nvPr/>
        </p:nvGraphicFramePr>
        <p:xfrm>
          <a:off x="45720" y="324360"/>
          <a:ext cx="9826920" cy="5498280"/>
        </p:xfrm>
        <a:graphic>
          <a:graphicData uri="http://schemas.openxmlformats.org/drawingml/2006/table">
            <a:tbl>
              <a:tblPr/>
              <a:tblGrid>
                <a:gridCol w="1811160"/>
                <a:gridCol w="8016120"/>
              </a:tblGrid>
              <a:tr h="349920">
                <a:tc>
                  <a:txBody>
                    <a:bodyPr lIns="90000" rIns="90000" anchor="t">
                      <a:noAutofit/>
                    </a:bodyPr>
                    <a:p>
                      <a:pPr>
                        <a:lnSpc>
                          <a:spcPct val="100000"/>
                        </a:lnSpc>
                      </a:pPr>
                      <a:r>
                        <a:rPr b="1" lang="en-IN" sz="1800" spc="-1" strike="noStrike">
                          <a:solidFill>
                            <a:srgbClr val="000000"/>
                          </a:solidFill>
                          <a:latin typeface="Arial"/>
                        </a:rPr>
                        <a:t>Flag</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rIns="90000" anchor="t">
                      <a:noAutofit/>
                    </a:bodyPr>
                    <a:p>
                      <a:pPr>
                        <a:lnSpc>
                          <a:spcPct val="100000"/>
                        </a:lnSpc>
                      </a:pPr>
                      <a:r>
                        <a:rPr b="1" lang="en-IN" sz="1800" spc="-1" strike="noStrike">
                          <a:solidFill>
                            <a:srgbClr val="000000"/>
                          </a:solidFill>
                          <a:latin typeface="Arial"/>
                        </a:rPr>
                        <a:t>Description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49920">
                <a:tc>
                  <a:txBody>
                    <a:bodyPr lIns="90000" rIns="90000" anchor="t">
                      <a:noAutofit/>
                    </a:bodyPr>
                    <a:p>
                      <a:pPr>
                        <a:lnSpc>
                          <a:spcPct val="100000"/>
                        </a:lnSpc>
                      </a:pPr>
                      <a:r>
                        <a:rPr b="0" lang="en-IN" sz="1800" spc="-1" strike="noStrike">
                          <a:solidFill>
                            <a:srgbClr val="000000"/>
                          </a:solidFill>
                          <a:latin typeface="Arial"/>
                        </a:rPr>
                        <a:t>-o</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Output file name for executable $gcc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-Wall</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Enable all warnings $gcc -Wall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-E</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Preprocessor stage $gcc -E main.c &gt; main.i</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Produce assembly code $gcc -S main.c &gt; main.s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Produce only compiled code, no linker invocation $gcc -C main.c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 </a:t>
                      </a:r>
                      <a:r>
                        <a:rPr b="0" lang="en-IN" sz="1800" spc="-1" strike="noStrike">
                          <a:solidFill>
                            <a:srgbClr val="000000"/>
                          </a:solidFill>
                          <a:latin typeface="Arial"/>
                        </a:rPr>
                        <a:t>-save-temps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Produce all above stage files $gcc -save-temps main.c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-l</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Link shared libraries $gcc  -Wall main.c -o main -lpthread</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-fPIC</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To create shared library generate position indepndent code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rPr>
                        <a:t>$ gcc -c -Wall -Werror -fPIC Cfile.c ,$ gcc -shared -o libCfile.so Cfile.o</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-v</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Provide verbose information, gcc -Wall -v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-D </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Enable macro during compile time $ gcc -Wall -DMY_MACRO main.c -o main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49920">
                <a:tc>
                  <a:txBody>
                    <a:bodyPr lIns="90000" rIns="90000" anchor="t">
                      <a:noAutofit/>
                    </a:bodyPr>
                    <a:p>
                      <a:pPr>
                        <a:lnSpc>
                          <a:spcPct val="100000"/>
                        </a:lnSpc>
                      </a:pPr>
                      <a:r>
                        <a:rPr b="0" lang="en-IN" sz="1800" spc="-1" strike="noStrike">
                          <a:solidFill>
                            <a:srgbClr val="000000"/>
                          </a:solidFill>
                          <a:latin typeface="Arial"/>
                        </a:rPr>
                        <a:t>-Werror </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Treate warning as error</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49920">
                <a:tc>
                  <a:txBody>
                    <a:bodyPr lIns="90000" rIns="90000" anchor="t">
                      <a:noAutofit/>
                    </a:bodyPr>
                    <a:p>
                      <a:pPr>
                        <a:lnSpc>
                          <a:spcPct val="100000"/>
                        </a:lnSpc>
                      </a:pPr>
                      <a:r>
                        <a:rPr b="0" lang="en-IN" sz="1800" spc="-1" strike="noStrike">
                          <a:solidFill>
                            <a:srgbClr val="000000"/>
                          </a:solidFill>
                          <a:latin typeface="Arial"/>
                        </a:rPr>
                        <a:t>-fstack-usage</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Analyzing stack usage of individual function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0">
                <a:tc>
                  <a:txBody>
                    <a:bodyPr lIns="90000" rIns="90000" anchor="t">
                      <a:noAutofit/>
                    </a:bodyPr>
                    <a:p>
                      <a:pPr>
                        <a:lnSpc>
                          <a:spcPct val="100000"/>
                        </a:lnSpc>
                      </a:pPr>
                      <a:r>
                        <a:rPr b="0" lang="en-IN" sz="1800" spc="-1" strike="noStrike">
                          <a:solidFill>
                            <a:srgbClr val="000000"/>
                          </a:solidFill>
                          <a:latin typeface="Arial"/>
                        </a:rPr>
                        <a:t>-g</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rIns="90000" anchor="t">
                      <a:noAutofit/>
                    </a:bodyPr>
                    <a:p>
                      <a:pPr>
                        <a:lnSpc>
                          <a:spcPct val="100000"/>
                        </a:lnSpc>
                      </a:pPr>
                      <a:r>
                        <a:rPr b="0" lang="en-IN" sz="1800" spc="-1" strike="noStrike">
                          <a:solidFill>
                            <a:srgbClr val="000000"/>
                          </a:solidFill>
                          <a:latin typeface="Arial"/>
                        </a:rPr>
                        <a:t>Produce debug information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0">
                <a:tc>
                  <a:txBody>
                    <a:bodyPr lIns="90000" rIns="90000" anchor="t">
                      <a:noAutofit/>
                    </a:bodyPr>
                    <a:p>
                      <a:pPr>
                        <a:lnSpc>
                          <a:spcPct val="100000"/>
                        </a:lnSpc>
                      </a:pPr>
                      <a:r>
                        <a:rPr b="0" lang="en-IN" sz="1800" spc="-1" strike="noStrike">
                          <a:solidFill>
                            <a:srgbClr val="000000"/>
                          </a:solidFill>
                          <a:latin typeface="Arial"/>
                        </a:rPr>
                        <a:t>-On</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rIns="90000" anchor="t">
                      <a:noAutofit/>
                    </a:bodyPr>
                    <a:p>
                      <a:pPr>
                        <a:lnSpc>
                          <a:spcPct val="100000"/>
                        </a:lnSpc>
                      </a:pPr>
                      <a:r>
                        <a:rPr b="0" lang="en-IN" sz="1800" spc="-1" strike="noStrike">
                          <a:solidFill>
                            <a:srgbClr val="000000"/>
                          </a:solidFill>
                          <a:latin typeface="Arial"/>
                        </a:rPr>
                        <a:t>Optimization levels</a:t>
                      </a:r>
                      <a:endParaRPr b="0" lang="en-US" sz="1800" spc="-1" strike="noStrike">
                        <a:solidFill>
                          <a:srgbClr val="000000"/>
                        </a:solidFill>
                        <a:latin typeface="Arial"/>
                      </a:endParaRPr>
                    </a:p>
                  </a:txBody>
                  <a:tcPr anchor="t" marL="90000" marR="900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bl>
          </a:graphicData>
        </a:graphic>
      </p:graphicFrame>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1" name=""/>
          <p:cNvSpPr/>
          <p:nvPr/>
        </p:nvSpPr>
        <p:spPr>
          <a:xfrm>
            <a:off x="503640" y="226800"/>
            <a:ext cx="9070560" cy="943920"/>
          </a:xfrm>
          <a:custGeom>
            <a:avLst/>
            <a:gdLst>
              <a:gd name="textAreaLeft" fmla="*/ 0 w 9070560"/>
              <a:gd name="textAreaRight" fmla="*/ 9072000 w 9070560"/>
              <a:gd name="textAreaTop" fmla="*/ 0 h 943920"/>
              <a:gd name="textAreaBottom" fmla="*/ 945360 h 943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1" lang="en-US" sz="3600" spc="-1" strike="noStrike">
                <a:solidFill>
                  <a:srgbClr val="000000"/>
                </a:solidFill>
                <a:latin typeface="Times New Roman"/>
                <a:ea typeface="DejaVu Sans"/>
              </a:rPr>
              <a:t>File Tree Structure</a:t>
            </a:r>
            <a:endParaRPr b="0" lang="en-US" sz="3600" spc="-1" strike="noStrike">
              <a:solidFill>
                <a:srgbClr val="000000"/>
              </a:solidFill>
              <a:latin typeface="Arial"/>
            </a:endParaRPr>
          </a:p>
        </p:txBody>
      </p:sp>
      <p:pic>
        <p:nvPicPr>
          <p:cNvPr id="542" name="" descr=""/>
          <p:cNvPicPr/>
          <p:nvPr/>
        </p:nvPicPr>
        <p:blipFill>
          <a:blip r:embed="rId1">
            <a:lum contrast="18000"/>
          </a:blip>
          <a:stretch/>
        </p:blipFill>
        <p:spPr>
          <a:xfrm>
            <a:off x="1260000" y="1574640"/>
            <a:ext cx="7894800" cy="3264120"/>
          </a:xfrm>
          <a:prstGeom prst="rect">
            <a:avLst/>
          </a:prstGeom>
          <a:ln w="0">
            <a:noFill/>
          </a:ln>
        </p:spPr>
      </p:pic>
      <p:sp>
        <p:nvSpPr>
          <p:cNvPr id="543" name=""/>
          <p:cNvSpPr/>
          <p:nvPr/>
        </p:nvSpPr>
        <p:spPr>
          <a:xfrm>
            <a:off x="4022280" y="4817880"/>
            <a:ext cx="2461680" cy="367200"/>
          </a:xfrm>
          <a:prstGeom prst="rect">
            <a:avLst/>
          </a:prstGeom>
          <a:noFill/>
          <a:ln w="0">
            <a:noFill/>
          </a:ln>
        </p:spPr>
        <p:style>
          <a:lnRef idx="0"/>
          <a:fillRef idx="0"/>
          <a:effectRef idx="0"/>
          <a:fontRef idx="minor"/>
        </p:style>
        <p:txBody>
          <a:bodyPr wrap="none" lIns="90000" rIns="90000" tIns="46800" bIns="4680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1" lang="en-US" sz="1800" spc="-1" strike="noStrike">
                <a:solidFill>
                  <a:srgbClr val="000000"/>
                </a:solidFill>
                <a:latin typeface="Times New Roman"/>
                <a:ea typeface="DejaVu Sans"/>
              </a:rPr>
              <a:t>Inverted tree structure</a:t>
            </a:r>
            <a:r>
              <a:rPr b="0" lang="en-US" sz="1800" spc="-1" strike="noStrike">
                <a:solidFill>
                  <a:srgbClr val="000000"/>
                </a:solidFill>
                <a:latin typeface="Times New Roman"/>
                <a:ea typeface="DejaVu Sans"/>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4" name=""/>
          <p:cNvSpPr/>
          <p:nvPr/>
        </p:nvSpPr>
        <p:spPr>
          <a:xfrm>
            <a:off x="945000" y="-720"/>
            <a:ext cx="8566560" cy="943920"/>
          </a:xfrm>
          <a:custGeom>
            <a:avLst/>
            <a:gdLst>
              <a:gd name="textAreaLeft" fmla="*/ 0 w 8566560"/>
              <a:gd name="textAreaRight" fmla="*/ 8568000 w 8566560"/>
              <a:gd name="textAreaTop" fmla="*/ 0 h 943920"/>
              <a:gd name="textAreaBottom" fmla="*/ 945360 h 943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 algn="l" pos="10782000"/>
              </a:tabLst>
            </a:pPr>
            <a:r>
              <a:rPr b="0" lang="en-US" sz="2800" spc="-1" strike="noStrike">
                <a:solidFill>
                  <a:srgbClr val="000000"/>
                </a:solidFill>
                <a:latin typeface="Arial"/>
                <a:ea typeface="DejaVu Sans"/>
              </a:rPr>
              <a:t>File system description</a:t>
            </a:r>
            <a:endParaRPr b="0" lang="en-US" sz="2800" spc="-1" strike="noStrike">
              <a:solidFill>
                <a:srgbClr val="000000"/>
              </a:solidFill>
              <a:latin typeface="Arial"/>
            </a:endParaRPr>
          </a:p>
        </p:txBody>
      </p:sp>
      <p:sp>
        <p:nvSpPr>
          <p:cNvPr id="545" name=""/>
          <p:cNvSpPr/>
          <p:nvPr/>
        </p:nvSpPr>
        <p:spPr>
          <a:xfrm>
            <a:off x="787320" y="708120"/>
            <a:ext cx="8566560" cy="4782960"/>
          </a:xfrm>
          <a:custGeom>
            <a:avLst/>
            <a:gdLst>
              <a:gd name="textAreaLeft" fmla="*/ 0 w 8566560"/>
              <a:gd name="textAreaRight" fmla="*/ 8568000 w 8566560"/>
              <a:gd name="textAreaTop" fmla="*/ 0 h 4782960"/>
              <a:gd name="textAreaBottom" fmla="*/ 4784400 h 47829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 root directory</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/bin Essential low level system utilities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/usr/bin High level system utilities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/sbin Super user system utilities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/lib program libraries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/usr/lib program libraries for high level</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/tmp Temporary file storage system </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/home User home directories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/etc Unix system configuration and information</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/dev Hardware devices</a:t>
            </a:r>
            <a:endParaRPr b="0" lang="en-US" sz="2200" spc="-1" strike="noStrike">
              <a:solidFill>
                <a:srgbClr val="000000"/>
              </a:solidFill>
              <a:latin typeface="Arial"/>
            </a:endParaRPr>
          </a:p>
          <a:p>
            <a:pPr marL="339480" indent="-339480">
              <a:lnSpc>
                <a:spcPct val="100000"/>
              </a:lnSpc>
              <a:spcBef>
                <a:spcPts val="697"/>
              </a:spcBef>
              <a:buClr>
                <a:srgbClr val="000000"/>
              </a:buClr>
              <a:buFont typeface="Times New Roman"/>
              <a:buChar char="•"/>
              <a:tabLst>
                <a:tab algn="l" pos="909360"/>
                <a:tab algn="l" pos="1823760"/>
                <a:tab algn="l" pos="2738160"/>
                <a:tab algn="l" pos="3652560"/>
                <a:tab algn="l" pos="4566960"/>
                <a:tab algn="l" pos="5481360"/>
                <a:tab algn="l" pos="6395760"/>
                <a:tab algn="l" pos="7310160"/>
                <a:tab algn="l" pos="8224560"/>
                <a:tab algn="l" pos="9138960"/>
                <a:tab algn="l" pos="10053360"/>
                <a:tab algn="l" pos="10058400"/>
                <a:tab algn="l" pos="10515600"/>
                <a:tab algn="l" pos="10782000"/>
              </a:tabLst>
            </a:pPr>
            <a:r>
              <a:rPr b="0" lang="en-US" sz="2200" spc="-1" strike="noStrike">
                <a:solidFill>
                  <a:srgbClr val="000000"/>
                </a:solidFill>
                <a:latin typeface="Arial"/>
                <a:ea typeface="DejaVu Sans"/>
              </a:rPr>
              <a:t>/proc Pseudo file system which used as interface to kernel</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6" name=""/>
          <p:cNvSpPr/>
          <p:nvPr/>
        </p:nvSpPr>
        <p:spPr>
          <a:xfrm>
            <a:off x="251640" y="440640"/>
            <a:ext cx="8566560" cy="3148560"/>
          </a:xfrm>
          <a:custGeom>
            <a:avLst/>
            <a:gdLst>
              <a:gd name="textAreaLeft" fmla="*/ 0 w 8566560"/>
              <a:gd name="textAreaRight" fmla="*/ 8568000 w 8566560"/>
              <a:gd name="textAreaTop" fmla="*/ 0 h 3148560"/>
              <a:gd name="textAreaBottom" fmla="*/ 3150000 h 3148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1" lang="en-US" sz="3200" spc="-1" strike="noStrike">
                <a:solidFill>
                  <a:srgbClr val="000000"/>
                </a:solidFill>
                <a:latin typeface="Times New Roman"/>
                <a:ea typeface="DejaVu Sans"/>
              </a:rPr>
              <a:t>Shell Scripting:</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p:txBody>
      </p:sp>
      <p:pic>
        <p:nvPicPr>
          <p:cNvPr id="547" name="" descr=""/>
          <p:cNvPicPr/>
          <p:nvPr/>
        </p:nvPicPr>
        <p:blipFill>
          <a:blip r:embed="rId1"/>
          <a:stretch/>
        </p:blipFill>
        <p:spPr>
          <a:xfrm>
            <a:off x="4367880" y="251640"/>
            <a:ext cx="4083120" cy="2242800"/>
          </a:xfrm>
          <a:prstGeom prst="rect">
            <a:avLst/>
          </a:prstGeom>
          <a:ln w="0">
            <a:noFill/>
          </a:ln>
        </p:spPr>
      </p:pic>
      <p:sp>
        <p:nvSpPr>
          <p:cNvPr id="548" name=""/>
          <p:cNvSpPr/>
          <p:nvPr/>
        </p:nvSpPr>
        <p:spPr>
          <a:xfrm>
            <a:off x="251640" y="2645640"/>
            <a:ext cx="9490680" cy="3148560"/>
          </a:xfrm>
          <a:custGeom>
            <a:avLst/>
            <a:gdLst>
              <a:gd name="textAreaLeft" fmla="*/ 0 w 9490680"/>
              <a:gd name="textAreaRight" fmla="*/ 9492120 w 9490680"/>
              <a:gd name="textAreaTop" fmla="*/ 0 h 3148560"/>
              <a:gd name="textAreaBottom" fmla="*/ 3150000 h 3148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0" lang="en-US" sz="2000" spc="-1" strike="noStrike">
                <a:solidFill>
                  <a:srgbClr val="000000"/>
                </a:solidFill>
                <a:latin typeface="Times New Roman"/>
                <a:ea typeface="DejaVu Sans"/>
              </a:rPr>
              <a:t>	</a:t>
            </a:r>
            <a:r>
              <a:rPr b="0" lang="en-US" sz="2000" spc="-1" strike="noStrike">
                <a:solidFill>
                  <a:srgbClr val="000000"/>
                </a:solidFill>
                <a:latin typeface="Times New Roman"/>
                <a:ea typeface="DejaVu Sans"/>
              </a:rPr>
              <a:t>Shell is user program or it’s environment provided for user interface. Shell is common language interpreter that executes commands read from standard input device (keyboard) or from a file. Shells available in linux</a:t>
            </a:r>
            <a:endParaRPr b="0" lang="en-US" sz="2000" spc="-1" strike="noStrike">
              <a:solidFill>
                <a:srgbClr val="000000"/>
              </a:solidFill>
              <a:latin typeface="Arial"/>
            </a:endParaRPr>
          </a:p>
        </p:txBody>
      </p:sp>
      <p:graphicFrame>
        <p:nvGraphicFramePr>
          <p:cNvPr id="549" name=""/>
          <p:cNvGraphicFramePr/>
          <p:nvPr/>
        </p:nvGraphicFramePr>
        <p:xfrm>
          <a:off x="671760" y="3402000"/>
          <a:ext cx="8652960" cy="2273760"/>
        </p:xfrm>
        <a:graphic>
          <a:graphicData uri="http://schemas.openxmlformats.org/drawingml/2006/table">
            <a:tbl>
              <a:tblPr/>
              <a:tblGrid>
                <a:gridCol w="1728720"/>
                <a:gridCol w="1529640"/>
                <a:gridCol w="1729440"/>
                <a:gridCol w="3665520"/>
              </a:tblGrid>
              <a:tr h="213480">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Shell Name</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Developed by</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Where</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c>
                  <a:txBody>
                    <a:bodyPr lIns="7560" rIns="756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400" spc="-1" strike="noStrike">
                          <a:solidFill>
                            <a:srgbClr val="000000"/>
                          </a:solidFill>
                          <a:latin typeface="Times New Roman"/>
                        </a:rPr>
                        <a:t>Remark</a:t>
                      </a:r>
                      <a:endParaRPr b="0" lang="en-US" sz="1400" spc="-1" strike="noStrike">
                        <a:solidFill>
                          <a:srgbClr val="000000"/>
                        </a:solidFill>
                        <a:latin typeface="Arial"/>
                      </a:endParaRPr>
                    </a:p>
                  </a:txBody>
                  <a:tcPr anchor="ctr" marL="7560" marR="7560">
                    <a:lnL w="12240">
                      <a:noFill/>
                      <a:prstDash val="solid"/>
                    </a:lnL>
                    <a:lnR w="12240">
                      <a:noFill/>
                      <a:prstDash val="solid"/>
                    </a:lnR>
                    <a:lnT w="12240">
                      <a:noFill/>
                      <a:prstDash val="solid"/>
                    </a:lnT>
                    <a:lnB w="12240">
                      <a:noFill/>
                      <a:prstDash val="solid"/>
                    </a:lnB>
                    <a:solidFill>
                      <a:srgbClr val="cccccc"/>
                    </a:solidFill>
                  </a:tcPr>
                </a:tc>
              </a:tr>
              <a:tr h="62460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BASH ( Bourne-Again SHell )</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Brian Fox and Chet Ramey</a:t>
                      </a:r>
                      <a:br>
                        <a:rPr sz="1400"/>
                      </a:b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Free Software Foundation</a:t>
                      </a:r>
                      <a:br>
                        <a:rPr sz="1400"/>
                      </a:b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Most common shell in Linux. It's Freeware shell.</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r h="43776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CSH (C SHell)</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Bill Joy</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University of California (For BSD)</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The C shell's syntax and usage are very similar to</a:t>
                      </a:r>
                      <a:br>
                        <a:rPr sz="1400"/>
                      </a:br>
                      <a:r>
                        <a:rPr b="0" lang="en-US" sz="1400" spc="-1" strike="noStrike">
                          <a:solidFill>
                            <a:srgbClr val="000000"/>
                          </a:solidFill>
                          <a:latin typeface="Times New Roman"/>
                        </a:rPr>
                        <a:t>the C programming language.</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r h="21348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KSH (Korn SHell)</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David Korn</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AT &amp; T Bell Labs</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r h="609480">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TCSH</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See the man page.</a:t>
                      </a:r>
                      <a:br>
                        <a:rPr sz="1400"/>
                      </a:br>
                      <a:r>
                        <a:rPr b="0" lang="en-US" sz="1400" spc="-1" strike="noStrike">
                          <a:solidFill>
                            <a:srgbClr val="000000"/>
                          </a:solidFill>
                          <a:latin typeface="Times New Roman"/>
                        </a:rPr>
                        <a:t>Type $ man tcsh</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c>
                  <a:txBody>
                    <a:bodyPr lIns="7560" rIns="7560" anchor="t">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400" spc="-1" strike="noStrike">
                          <a:solidFill>
                            <a:srgbClr val="000000"/>
                          </a:solidFill>
                          <a:latin typeface="Times New Roman"/>
                        </a:rPr>
                        <a:t>TCSH is an enhanced but completely compatible version of the Berkeley UNIX C shell (CSH).</a:t>
                      </a:r>
                      <a:endParaRPr b="0" lang="en-US" sz="1400" spc="-1" strike="noStrike">
                        <a:solidFill>
                          <a:srgbClr val="000000"/>
                        </a:solidFill>
                        <a:latin typeface="Arial"/>
                      </a:endParaRPr>
                    </a:p>
                  </a:txBody>
                  <a:tcPr anchor="t" marL="7560" marR="756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0" name=""/>
          <p:cNvSpPr/>
          <p:nvPr/>
        </p:nvSpPr>
        <p:spPr>
          <a:xfrm>
            <a:off x="333720" y="503640"/>
            <a:ext cx="8566560" cy="3148560"/>
          </a:xfrm>
          <a:custGeom>
            <a:avLst/>
            <a:gdLst>
              <a:gd name="textAreaLeft" fmla="*/ 0 w 8566560"/>
              <a:gd name="textAreaRight" fmla="*/ 8568000 w 8566560"/>
              <a:gd name="textAreaTop" fmla="*/ 0 h 3148560"/>
              <a:gd name="textAreaBottom" fmla="*/ 3150000 h 31485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To find available shells in your system</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 cat /etc/shells</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To find current shell</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$echo $0</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$echo $SHELL</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Shell script:</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Times New Roman"/>
                <a:ea typeface="DejaVu Sans"/>
              </a:rPr>
              <a:t>Shell script is series of commands written in plain text file.</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1" name=""/>
          <p:cNvSpPr/>
          <p:nvPr/>
        </p:nvSpPr>
        <p:spPr>
          <a:xfrm>
            <a:off x="38160" y="82080"/>
            <a:ext cx="10040040" cy="606456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1" lang="en-GB" sz="1600" spc="-1" strike="noStrike">
                <a:solidFill>
                  <a:srgbClr val="000000"/>
                </a:solidFill>
                <a:latin typeface="Times New Roman"/>
                <a:ea typeface="Times New Roman"/>
              </a:rPr>
              <a:t>How to write shell script</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Following steps are required to write shell script:</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(1) Use any editor like vi or mcedit to write shell script.</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(2) After writing shell script set execute permission for your script as follows</a:t>
            </a:r>
            <a:br>
              <a:rPr sz="1600"/>
            </a:br>
            <a:r>
              <a:rPr b="0" i="1" lang="en-GB" sz="1600" spc="-1" strike="noStrike">
                <a:solidFill>
                  <a:srgbClr val="000000"/>
                </a:solidFill>
                <a:latin typeface="Times New Roman"/>
                <a:ea typeface="Times New Roman"/>
              </a:rPr>
              <a:t>syntax: </a:t>
            </a:r>
            <a:br>
              <a:rPr sz="1600"/>
            </a:br>
            <a:r>
              <a:rPr b="0" lang="en-GB" sz="1600" spc="-1" strike="noStrike">
                <a:solidFill>
                  <a:srgbClr val="000000"/>
                </a:solidFill>
                <a:latin typeface="Times New Roman"/>
                <a:ea typeface="Times New Roman"/>
              </a:rPr>
              <a:t>chmod permission your-script-name</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i="1" lang="en-GB" sz="1600" spc="-1" strike="noStrike">
                <a:solidFill>
                  <a:srgbClr val="000000"/>
                </a:solidFill>
                <a:latin typeface="Times New Roman"/>
                <a:ea typeface="Times New Roman"/>
              </a:rPr>
              <a:t>Examples:</a:t>
            </a:r>
            <a:br>
              <a:rPr sz="1600"/>
            </a:br>
            <a:r>
              <a:rPr b="0" lang="en-GB" sz="1600" spc="-1" strike="noStrike">
                <a:solidFill>
                  <a:srgbClr val="000000"/>
                </a:solidFill>
                <a:latin typeface="Times New Roman"/>
                <a:ea typeface="Times New Roman"/>
              </a:rPr>
              <a:t>$ chmod +x your-script-name</a:t>
            </a:r>
            <a:br>
              <a:rPr sz="1600"/>
            </a:br>
            <a:r>
              <a:rPr b="0" lang="en-GB" sz="1600" spc="-1" strike="noStrike">
                <a:solidFill>
                  <a:srgbClr val="000000"/>
                </a:solidFill>
                <a:latin typeface="Times New Roman"/>
                <a:ea typeface="Times New Roman"/>
              </a:rPr>
              <a:t>$ chmod 755 your-script-name</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1" i="1" lang="en-GB" sz="1600" spc="-1" strike="noStrike">
                <a:solidFill>
                  <a:srgbClr val="000000"/>
                </a:solidFill>
                <a:latin typeface="Times New Roman"/>
                <a:ea typeface="Times New Roman"/>
              </a:rPr>
              <a:t>Note:</a:t>
            </a:r>
            <a:r>
              <a:rPr b="0" lang="en-GB" sz="1600" spc="-1" strike="noStrike">
                <a:solidFill>
                  <a:srgbClr val="000000"/>
                </a:solidFill>
                <a:latin typeface="Times New Roman"/>
                <a:ea typeface="Times New Roman"/>
              </a:rPr>
              <a:t> This will set read write execute(7) permission for owner, for group and other permission is read and execute only(5).</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600" spc="-1" strike="noStrike">
                <a:solidFill>
                  <a:srgbClr val="000000"/>
                </a:solidFill>
                <a:latin typeface="Times New Roman"/>
                <a:ea typeface="Times New Roman"/>
              </a:rPr>
              <a:t>(3) Execute your script as</a:t>
            </a:r>
            <a:br>
              <a:rPr sz="1600"/>
            </a:br>
            <a:r>
              <a:rPr b="0" i="1" lang="en-GB" sz="1600" spc="-1" strike="noStrike">
                <a:solidFill>
                  <a:srgbClr val="000000"/>
                </a:solidFill>
                <a:latin typeface="Times New Roman"/>
                <a:ea typeface="Times New Roman"/>
              </a:rPr>
              <a:t>syntax: </a:t>
            </a:r>
            <a:br>
              <a:rPr sz="1600"/>
            </a:br>
            <a:r>
              <a:rPr b="0" lang="en-GB" sz="1600" spc="-1" strike="noStrike">
                <a:solidFill>
                  <a:srgbClr val="000000"/>
                </a:solidFill>
                <a:latin typeface="Times New Roman"/>
                <a:ea typeface="Times New Roman"/>
              </a:rPr>
              <a:t>bash your-script-name</a:t>
            </a:r>
            <a:br>
              <a:rPr sz="1600"/>
            </a:br>
            <a:r>
              <a:rPr b="0" lang="en-GB" sz="1600" spc="-1" strike="noStrike">
                <a:solidFill>
                  <a:srgbClr val="000000"/>
                </a:solidFill>
                <a:latin typeface="Times New Roman"/>
                <a:ea typeface="Times New Roman"/>
              </a:rPr>
              <a:t>sh your-script-name</a:t>
            </a:r>
            <a:br>
              <a:rPr sz="1600"/>
            </a:br>
            <a:r>
              <a:rPr b="0" lang="en-GB" sz="1600" spc="-1" strike="noStrike">
                <a:solidFill>
                  <a:srgbClr val="000000"/>
                </a:solidFill>
                <a:latin typeface="Times New Roman"/>
                <a:ea typeface="Times New Roman"/>
              </a:rPr>
              <a:t>./your-script-name</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i="1" lang="en-GB" sz="1600" spc="-1" strike="noStrike">
                <a:solidFill>
                  <a:srgbClr val="000000"/>
                </a:solidFill>
                <a:latin typeface="Times New Roman"/>
                <a:ea typeface="Times New Roman"/>
              </a:rPr>
              <a:t>Examples:</a:t>
            </a:r>
            <a:br>
              <a:rPr sz="1600"/>
            </a:br>
            <a:r>
              <a:rPr b="0" lang="en-GB" sz="1600" spc="-1" strike="noStrike">
                <a:solidFill>
                  <a:srgbClr val="000000"/>
                </a:solidFill>
                <a:latin typeface="Times New Roman"/>
                <a:ea typeface="Times New Roman"/>
              </a:rPr>
              <a:t>$ bash bar</a:t>
            </a:r>
            <a:br>
              <a:rPr sz="1600"/>
            </a:br>
            <a:r>
              <a:rPr b="0" lang="en-GB" sz="1600" spc="-1" strike="noStrike">
                <a:solidFill>
                  <a:srgbClr val="000000"/>
                </a:solidFill>
                <a:latin typeface="Times New Roman"/>
                <a:ea typeface="Times New Roman"/>
              </a:rPr>
              <a:t>$ sh bar</a:t>
            </a:r>
            <a:br>
              <a:rPr sz="1600"/>
            </a:br>
            <a:r>
              <a:rPr b="0" lang="en-GB" sz="1600" spc="-1" strike="noStrike">
                <a:solidFill>
                  <a:srgbClr val="000000"/>
                </a:solidFill>
                <a:latin typeface="Times New Roman"/>
                <a:ea typeface="Times New Roman"/>
              </a:rPr>
              <a:t>$ ./bar</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In Liunx shell there are 2 types of variables</a:t>
            </a:r>
            <a:endParaRPr b="0" lang="en-US" sz="1800" spc="-1" strike="noStrike">
              <a:solidFill>
                <a:srgbClr val="000000"/>
              </a:solidFill>
              <a:latin typeface="Arial"/>
            </a:endParaRPr>
          </a:p>
          <a:p>
            <a:pPr marL="216000" indent="-216000">
              <a:lnSpc>
                <a:spcPct val="100000"/>
              </a:lnSpc>
              <a:buClr>
                <a:srgbClr val="000000"/>
              </a:buClr>
              <a:buFont typeface="StarSymbol"/>
              <a:buAutoNum type="arabicPeriod"/>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System Variables</a:t>
            </a:r>
            <a:endParaRPr b="0" lang="en-US" sz="1800" spc="-1" strike="noStrike">
              <a:solidFill>
                <a:srgbClr val="000000"/>
              </a:solidFill>
              <a:latin typeface="Arial"/>
            </a:endParaRPr>
          </a:p>
          <a:p>
            <a:pPr marL="216000" indent="-216000">
              <a:lnSpc>
                <a:spcPct val="100000"/>
              </a:lnSpc>
              <a:buClr>
                <a:srgbClr val="000000"/>
              </a:buClr>
              <a:buFont typeface="StarSymbol"/>
              <a:buAutoNum type="arabicPeriod"/>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User defined Variables</a:t>
            </a:r>
            <a:endParaRPr b="0" lang="en-US" sz="18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Times New Roman"/>
                <a:ea typeface="Times New Roman"/>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2" name=""/>
          <p:cNvSpPr/>
          <p:nvPr/>
        </p:nvSpPr>
        <p:spPr>
          <a:xfrm>
            <a:off x="38160" y="1101960"/>
            <a:ext cx="10040040" cy="36720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Arial"/>
                <a:ea typeface="Times New Roman"/>
              </a:rPr>
              <a:t>	</a:t>
            </a:r>
            <a:endParaRPr b="0" lang="en-US" sz="1800" spc="-1" strike="noStrike">
              <a:solidFill>
                <a:srgbClr val="000000"/>
              </a:solidFill>
              <a:latin typeface="Arial"/>
            </a:endParaRPr>
          </a:p>
        </p:txBody>
      </p:sp>
      <p:sp>
        <p:nvSpPr>
          <p:cNvPr id="553" name=""/>
          <p:cNvSpPr/>
          <p:nvPr/>
        </p:nvSpPr>
        <p:spPr>
          <a:xfrm>
            <a:off x="38160" y="874440"/>
            <a:ext cx="10040040" cy="1128960"/>
          </a:xfrm>
          <a:prstGeom prst="rect">
            <a:avLst/>
          </a:prstGeom>
          <a:noFill/>
          <a:ln w="0">
            <a:noFill/>
          </a:ln>
        </p:spPr>
        <p:style>
          <a:lnRef idx="0"/>
          <a:fillRef idx="0"/>
          <a:effectRef idx="0"/>
          <a:fontRef idx="minor"/>
        </p:style>
        <p:txBody>
          <a:bodyPr lIns="90000" rIns="90000" tIns="46800" bIns="46800" anchor="ctr">
            <a:spAutoFit/>
          </a:bodyPr>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1" lang="en-GB" sz="1600" spc="-1" strike="noStrike">
                <a:solidFill>
                  <a:srgbClr val="000000"/>
                </a:solidFill>
                <a:latin typeface="Arial"/>
                <a:ea typeface="Times New Roman"/>
              </a:rPr>
              <a:t>You can see system variables by using $ set command</a:t>
            </a: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endParaRPr b="0" lang="en-US" sz="16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endParaRPr b="0" lang="en-US" sz="1800" spc="-1" strike="noStrike">
              <a:solidFill>
                <a:srgbClr val="000000"/>
              </a:solidFill>
              <a:latin typeface="Arial"/>
            </a:endParaRPr>
          </a:p>
          <a:p>
            <a:pPr>
              <a:lnSpc>
                <a:spcPct val="100000"/>
              </a:lnSpc>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 algn="l" pos="9434160"/>
                <a:tab algn="l" pos="9883440"/>
                <a:tab algn="l" pos="10332720"/>
                <a:tab algn="l" pos="10782000"/>
              </a:tabLst>
            </a:pPr>
            <a:r>
              <a:rPr b="0" lang="en-GB" sz="1800" spc="-1" strike="noStrike">
                <a:solidFill>
                  <a:srgbClr val="000000"/>
                </a:solidFill>
                <a:latin typeface="Arial"/>
                <a:ea typeface="Times New Roman"/>
              </a:rPr>
              <a:t>	</a:t>
            </a:r>
            <a:endParaRPr b="0" lang="en-US" sz="1800" spc="-1" strike="noStrike">
              <a:solidFill>
                <a:srgbClr val="000000"/>
              </a:solidFill>
              <a:latin typeface="Arial"/>
            </a:endParaRPr>
          </a:p>
        </p:txBody>
      </p:sp>
      <p:graphicFrame>
        <p:nvGraphicFramePr>
          <p:cNvPr id="554" name=""/>
          <p:cNvGraphicFramePr/>
          <p:nvPr/>
        </p:nvGraphicFramePr>
        <p:xfrm>
          <a:off x="1088280" y="1616760"/>
          <a:ext cx="7902000" cy="4570200"/>
        </p:xfrm>
        <a:graphic>
          <a:graphicData uri="http://schemas.openxmlformats.org/drawingml/2006/table">
            <a:tbl>
              <a:tblPr/>
              <a:tblGrid>
                <a:gridCol w="3952080"/>
                <a:gridCol w="3950280"/>
              </a:tblGrid>
              <a:tr h="259200">
                <a:tc>
                  <a:txBody>
                    <a:bodyPr lIns="9000" rIns="900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700" spc="-1" strike="noStrike">
                          <a:solidFill>
                            <a:srgbClr val="000000"/>
                          </a:solidFill>
                          <a:latin typeface="Arial"/>
                        </a:rPr>
                        <a:t>System Variable</a:t>
                      </a:r>
                      <a:endParaRPr b="0" lang="en-US" sz="1700" spc="-1" strike="noStrike">
                        <a:solidFill>
                          <a:srgbClr val="000000"/>
                        </a:solidFill>
                        <a:latin typeface="Arial"/>
                      </a:endParaRPr>
                    </a:p>
                  </a:txBody>
                  <a:tcPr anchor="ctr" marL="9000" marR="9000">
                    <a:lnL w="12240">
                      <a:noFill/>
                      <a:prstDash val="solid"/>
                    </a:lnL>
                    <a:lnR w="12240">
                      <a:noFill/>
                      <a:prstDash val="solid"/>
                    </a:lnR>
                    <a:lnT w="12240">
                      <a:noFill/>
                      <a:prstDash val="solid"/>
                    </a:lnT>
                    <a:lnB w="12240">
                      <a:noFill/>
                      <a:prstDash val="solid"/>
                    </a:lnB>
                    <a:solidFill>
                      <a:srgbClr val="cccccc"/>
                    </a:solidFill>
                  </a:tcPr>
                </a:tc>
                <a:tc>
                  <a:txBody>
                    <a:bodyPr lIns="9000" rIns="9000" anchor="ctr">
                      <a:noAutofit/>
                    </a:bodyPr>
                    <a:p>
                      <a:pPr algn="ct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1" lang="en-US" sz="1700" spc="-1" strike="noStrike">
                          <a:solidFill>
                            <a:srgbClr val="000000"/>
                          </a:solidFill>
                          <a:latin typeface="Arial"/>
                        </a:rPr>
                        <a:t>Meaning</a:t>
                      </a:r>
                      <a:endParaRPr b="0" lang="en-US" sz="1700" spc="-1" strike="noStrike">
                        <a:solidFill>
                          <a:srgbClr val="000000"/>
                        </a:solidFill>
                        <a:latin typeface="Arial"/>
                      </a:endParaRPr>
                    </a:p>
                  </a:txBody>
                  <a:tcPr anchor="ctr" marL="9000" marR="9000">
                    <a:lnL w="12240">
                      <a:noFill/>
                      <a:prstDash val="solid"/>
                    </a:lnL>
                    <a:lnR w="12240">
                      <a:noFill/>
                      <a:prstDash val="solid"/>
                    </a:lnR>
                    <a:lnT w="12240">
                      <a:noFill/>
                      <a:prstDash val="solid"/>
                    </a:lnT>
                    <a:lnB w="12240">
                      <a:noFill/>
                      <a:prstDash val="solid"/>
                    </a:lnB>
                    <a:solidFill>
                      <a:srgbClr val="cccccc"/>
                    </a:solid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BASH=/bin/bash</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shell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BASH_VERSION=1.14.7(1)</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shell version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COLUMNS=80</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No. of columns for our screen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HOME=/home/vivek</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home directory</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LINES=25</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No. of columns for our screen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LOGNAME=students</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students Our logging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OSTYPE=Linux</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Os type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de-DE" sz="1700" spc="-1" strike="noStrike">
                          <a:solidFill>
                            <a:srgbClr val="000000"/>
                          </a:solidFill>
                          <a:latin typeface="Arial"/>
                        </a:rPr>
                        <a:t>PATH=/usr/bin:/sbin:/bin:/usr/sbin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path settings</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PS1=[\u@\h \W]\$</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prompt settings</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PWD=/home/students/Common</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current working directory</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25920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SHELL=/bin/bash</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Our shell name</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r h="500040">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USERNAME=vivek</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c>
                  <a:txBody>
                    <a:bodyPr lIns="9000" rIns="9000" anchor="t">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700" spc="-1" strike="noStrike">
                          <a:solidFill>
                            <a:srgbClr val="000000"/>
                          </a:solidFill>
                          <a:latin typeface="Arial"/>
                        </a:rPr>
                        <a:t>User name who is currently login to this PC</a:t>
                      </a:r>
                      <a:endParaRPr b="0" lang="en-US" sz="1700" spc="-1" strike="noStrike">
                        <a:solidFill>
                          <a:srgbClr val="000000"/>
                        </a:solidFill>
                        <a:latin typeface="Arial"/>
                      </a:endParaRPr>
                    </a:p>
                  </a:txBody>
                  <a:tcPr anchor="t" marL="9000" marR="900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555" name=""/>
          <p:cNvGraphicFramePr/>
          <p:nvPr/>
        </p:nvGraphicFramePr>
        <p:xfrm>
          <a:off x="587880" y="945000"/>
          <a:ext cx="8567280" cy="2822760"/>
        </p:xfrm>
        <a:graphic>
          <a:graphicData uri="http://schemas.openxmlformats.org/drawingml/2006/table">
            <a:tbl>
              <a:tblPr/>
              <a:tblGrid>
                <a:gridCol w="8567640"/>
              </a:tblGrid>
              <a:tr h="2822760">
                <a:tc>
                  <a:txBody>
                    <a:bodyPr lIns="9360" rIns="9360" anchor="ctr">
                      <a:noAutofit/>
                    </a:bodyPr>
                    <a:p>
                      <a:pPr>
                        <a:lnSpc>
                          <a:spcPct val="93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332720"/>
                          <a:tab algn="l" pos="10782000"/>
                        </a:tabLst>
                      </a:pPr>
                      <a:r>
                        <a:rPr b="0" lang="en-US" sz="1800" spc="-1" strike="noStrike">
                          <a:solidFill>
                            <a:srgbClr val="000000"/>
                          </a:solidFill>
                          <a:latin typeface="Arial"/>
                        </a:rPr>
                        <a:t>$ vi variscript</a:t>
                      </a:r>
                      <a:br>
                        <a:rPr sz="1800"/>
                      </a:br>
                      <a:r>
                        <a:rPr b="0" lang="en-US" sz="1800" spc="-1" strike="noStrike">
                          <a:solidFill>
                            <a:srgbClr val="000000"/>
                          </a:solidFill>
                          <a:latin typeface="Arial"/>
                        </a:rPr>
                        <a:t>#</a:t>
                      </a:r>
                      <a:br>
                        <a:rPr sz="1800"/>
                      </a:br>
                      <a:r>
                        <a:rPr b="0" lang="en-US" sz="1800" spc="-1" strike="noStrike">
                          <a:solidFill>
                            <a:srgbClr val="000000"/>
                          </a:solidFill>
                          <a:latin typeface="Arial"/>
                        </a:rPr>
                        <a:t>#</a:t>
                      </a:r>
                      <a:br>
                        <a:rPr sz="1800"/>
                      </a:br>
                      <a:r>
                        <a:rPr b="0" lang="en-US" sz="1800" spc="-1" strike="noStrike">
                          <a:solidFill>
                            <a:srgbClr val="000000"/>
                          </a:solidFill>
                          <a:latin typeface="Arial"/>
                        </a:rPr>
                        <a:t># Script to test MY knowledge about variables!</a:t>
                      </a:r>
                      <a:br>
                        <a:rPr sz="1800"/>
                      </a:br>
                      <a:r>
                        <a:rPr b="0" lang="en-US" sz="1800" spc="-1" strike="noStrike">
                          <a:solidFill>
                            <a:srgbClr val="000000"/>
                          </a:solidFill>
                          <a:latin typeface="Arial"/>
                        </a:rPr>
                        <a:t>#</a:t>
                      </a:r>
                      <a:br>
                        <a:rPr sz="1800"/>
                      </a:br>
                      <a:r>
                        <a:rPr b="0" lang="en-US" sz="1800" spc="-1" strike="noStrike">
                          <a:solidFill>
                            <a:srgbClr val="000000"/>
                          </a:solidFill>
                          <a:latin typeface="Arial"/>
                        </a:rPr>
                        <a:t>myname=Vivek</a:t>
                      </a:r>
                      <a:br>
                        <a:rPr sz="1800"/>
                      </a:br>
                      <a:r>
                        <a:rPr b="0" lang="en-US" sz="1800" spc="-1" strike="noStrike">
                          <a:solidFill>
                            <a:srgbClr val="000000"/>
                          </a:solidFill>
                          <a:latin typeface="Arial"/>
                        </a:rPr>
                        <a:t>myos = TroubleOS</a:t>
                      </a:r>
                      <a:br>
                        <a:rPr sz="1800"/>
                      </a:br>
                      <a:r>
                        <a:rPr b="0" lang="en-US" sz="1800" spc="-1" strike="noStrike">
                          <a:solidFill>
                            <a:srgbClr val="000000"/>
                          </a:solidFill>
                          <a:latin typeface="Arial"/>
                        </a:rPr>
                        <a:t>myno=5</a:t>
                      </a:r>
                      <a:br>
                        <a:rPr sz="1800"/>
                      </a:br>
                      <a:r>
                        <a:rPr b="0" lang="en-US" sz="1800" spc="-1" strike="noStrike">
                          <a:solidFill>
                            <a:srgbClr val="000000"/>
                          </a:solidFill>
                          <a:latin typeface="Arial"/>
                        </a:rPr>
                        <a:t>echo "My name is $myname"</a:t>
                      </a:r>
                      <a:br>
                        <a:rPr sz="1800"/>
                      </a:br>
                      <a:r>
                        <a:rPr b="0" lang="en-US" sz="1800" spc="-1" strike="noStrike">
                          <a:solidFill>
                            <a:srgbClr val="000000"/>
                          </a:solidFill>
                          <a:latin typeface="Arial"/>
                        </a:rPr>
                        <a:t>echo "My os is $myos"</a:t>
                      </a:r>
                      <a:br>
                        <a:rPr sz="1800"/>
                      </a:br>
                      <a:r>
                        <a:rPr b="0" lang="en-US" sz="1800" spc="-1" strike="noStrike">
                          <a:solidFill>
                            <a:srgbClr val="000000"/>
                          </a:solidFill>
                          <a:latin typeface="Arial"/>
                        </a:rPr>
                        <a:t>echo "My number is myno, can you see this number"</a:t>
                      </a:r>
                      <a:endParaRPr b="0" lang="en-US" sz="1800" spc="-1" strike="noStrike">
                        <a:solidFill>
                          <a:srgbClr val="000000"/>
                        </a:solidFill>
                        <a:latin typeface="Arial"/>
                      </a:endParaRPr>
                    </a:p>
                  </a:txBody>
                  <a:tcPr anchor="ctr" marL="9360" marR="9360">
                    <a:lnL w="12240">
                      <a:noFill/>
                      <a:prstDash val="solid"/>
                    </a:lnL>
                    <a:lnR w="12240">
                      <a:noFill/>
                      <a:prstDash val="solid"/>
                    </a:lnR>
                    <a:lnT w="12240">
                      <a:noFill/>
                      <a:prstDash val="solid"/>
                    </a:lnT>
                    <a:lnB w="12240">
                      <a:noFill/>
                      <a:prstDash val="solid"/>
                    </a:lnB>
                    <a:solidFill>
                      <a:srgbClr val="cccccc"/>
                    </a:solid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6" name=""/>
          <p:cNvSpPr/>
          <p:nvPr/>
        </p:nvSpPr>
        <p:spPr>
          <a:xfrm>
            <a:off x="504000" y="314640"/>
            <a:ext cx="8566560" cy="3148920"/>
          </a:xfrm>
          <a:custGeom>
            <a:avLst/>
            <a:gdLst>
              <a:gd name="textAreaLeft" fmla="*/ 0 w 8566560"/>
              <a:gd name="textAreaRight" fmla="*/ 8568000 w 8566560"/>
              <a:gd name="textAreaTop" fmla="*/ 0 h 3148920"/>
              <a:gd name="textAreaBottom" fmla="*/ 3150360 h 314892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noAutofit/>
          </a:bodyPr>
          <a:p>
            <a:pPr marL="342720" indent="-339840">
              <a:lnSpc>
                <a:spcPct val="80000"/>
              </a:lnSpc>
              <a:spcBef>
                <a:spcPts val="799"/>
              </a:spcBef>
              <a:tabLst>
                <a:tab algn="l" pos="0"/>
              </a:tabLst>
            </a:pPr>
            <a:r>
              <a:rPr b="1" lang="en-US" sz="3200" spc="-1" strike="noStrike">
                <a:solidFill>
                  <a:srgbClr val="000000"/>
                </a:solidFill>
                <a:latin typeface="Arial"/>
                <a:ea typeface="DejaVu Sans"/>
              </a:rPr>
              <a:t>Lab activities:</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a:p>
            <a:pPr marL="341280" indent="-339840">
              <a:lnSpc>
                <a:spcPct val="80000"/>
              </a:lnSpc>
              <a:spcBef>
                <a:spcPts val="799"/>
              </a:spcBef>
              <a:buClr>
                <a:srgbClr val="000000"/>
              </a:buClr>
              <a:buFont typeface="StarSymbol"/>
              <a:buAutoNum type="arabicPeriod"/>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3200" spc="-1" strike="noStrike">
                <a:solidFill>
                  <a:srgbClr val="000000"/>
                </a:solidFill>
                <a:latin typeface="Arial"/>
                <a:ea typeface="DejaVu Sans"/>
              </a:rPr>
              <a:t>Mount USB disk with command and copy directory to and from USB</a:t>
            </a:r>
            <a:endParaRPr b="0" lang="en-US" sz="3200" spc="-1" strike="noStrike">
              <a:solidFill>
                <a:srgbClr val="000000"/>
              </a:solidFill>
              <a:latin typeface="Arial"/>
            </a:endParaRPr>
          </a:p>
          <a:p>
            <a:pPr marL="341280" indent="-339840">
              <a:lnSpc>
                <a:spcPct val="80000"/>
              </a:lnSpc>
              <a:spcBef>
                <a:spcPts val="799"/>
              </a:spcBef>
              <a:buClr>
                <a:srgbClr val="000000"/>
              </a:buClr>
              <a:buFont typeface="StarSymbol"/>
              <a:buAutoNum type="arabicPeriod"/>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3200" spc="-1" strike="noStrike">
                <a:solidFill>
                  <a:srgbClr val="000000"/>
                </a:solidFill>
                <a:latin typeface="Arial"/>
                <a:ea typeface="DejaVu Sans"/>
              </a:rPr>
              <a:t>Format USB disk with mkfs</a:t>
            </a:r>
            <a:endParaRPr b="0" lang="en-US" sz="3200" spc="-1" strike="noStrike">
              <a:solidFill>
                <a:srgbClr val="000000"/>
              </a:solidFill>
              <a:latin typeface="Arial"/>
            </a:endParaRPr>
          </a:p>
          <a:p>
            <a:pPr marL="341280" indent="-339840">
              <a:lnSpc>
                <a:spcPct val="80000"/>
              </a:lnSpc>
              <a:spcBef>
                <a:spcPts val="799"/>
              </a:spcBef>
              <a:buClr>
                <a:srgbClr val="000000"/>
              </a:buClr>
              <a:buFont typeface="StarSymbol"/>
              <a:buAutoNum type="arabicPeriod"/>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3200" spc="-1" strike="noStrike">
                <a:solidFill>
                  <a:srgbClr val="000000"/>
                </a:solidFill>
                <a:latin typeface="Arial"/>
                <a:ea typeface="DejaVu Sans"/>
              </a:rPr>
              <a:t>Write bash script to delete temp folder each day at 6:30 pm with crontab –e</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Arial"/>
                <a:ea typeface="DejaVu Sans"/>
              </a:rPr>
              <a:t>     </a:t>
            </a:r>
            <a:r>
              <a:rPr b="0" lang="en-US" sz="3200" spc="-1" strike="noStrike">
                <a:solidFill>
                  <a:srgbClr val="000000"/>
                </a:solidFill>
                <a:latin typeface="Arial"/>
                <a:ea typeface="DejaVu Sans"/>
              </a:rPr>
              <a:t>30     18     *     *     *         rm /home/someuser/tmp/*</a:t>
            </a:r>
            <a:endParaRPr b="0" lang="en-US" sz="320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Arial"/>
                <a:ea typeface="DejaVu Sans"/>
              </a:rPr>
              <a:t>4.  Install Ubuntu on USB as mount device</a:t>
            </a:r>
            <a:endParaRPr b="0" lang="en-US" sz="3200" spc="-1" strike="noStrike">
              <a:solidFill>
                <a:srgbClr val="000000"/>
              </a:solidFill>
              <a:latin typeface="Arial"/>
            </a:endParaRPr>
          </a:p>
          <a:p>
            <a:pPr lvl="2" marL="342720" indent="-339840">
              <a:lnSpc>
                <a:spcPct val="80000"/>
              </a:lnSpc>
              <a:spcBef>
                <a:spcPts val="799"/>
              </a:spcBef>
              <a:buClr>
                <a:srgbClr val="000000"/>
              </a:buClr>
              <a:buFont typeface="Times New Roman"/>
              <a:buChar char="•"/>
              <a:tabLst>
                <a:tab algn="l" pos="0"/>
                <a:tab algn="l" pos="911160"/>
                <a:tab algn="l" pos="1825560"/>
                <a:tab algn="l" pos="2739960"/>
                <a:tab algn="l" pos="3654360"/>
                <a:tab algn="l" pos="4568760"/>
                <a:tab algn="l" pos="5483160"/>
                <a:tab algn="l" pos="6397560"/>
                <a:tab algn="l" pos="7311960"/>
                <a:tab algn="l" pos="8226360"/>
                <a:tab algn="l" pos="9140760"/>
                <a:tab algn="l" pos="10055160"/>
                <a:tab algn="l" pos="10058400"/>
                <a:tab algn="l" pos="10515600"/>
                <a:tab algn="l" pos="10782000"/>
              </a:tabLst>
            </a:pPr>
            <a:r>
              <a:rPr b="0" lang="en-US" sz="1490" spc="-1" strike="noStrike">
                <a:solidFill>
                  <a:srgbClr val="000000"/>
                </a:solidFill>
                <a:latin typeface="Arial"/>
                <a:ea typeface="DejaVu Sans"/>
              </a:rPr>
              <a:t>https://itsfoss.com/intsall-ubuntu-on-usb/</a:t>
            </a:r>
            <a:endParaRPr b="0" lang="en-US" sz="1490" spc="-1" strike="noStrike">
              <a:solidFill>
                <a:srgbClr val="000000"/>
              </a:solidFill>
              <a:latin typeface="Arial"/>
            </a:endParaRPr>
          </a:p>
          <a:p>
            <a:pPr marL="342720" indent="-339840">
              <a:lnSpc>
                <a:spcPct val="80000"/>
              </a:lnSpc>
              <a:spcBef>
                <a:spcPts val="799"/>
              </a:spcBef>
              <a:tabLst>
                <a:tab algn="l" pos="0"/>
              </a:tabLst>
            </a:pPr>
            <a:r>
              <a:rPr b="0" lang="en-US" sz="3200" spc="-1" strike="noStrike">
                <a:solidFill>
                  <a:srgbClr val="000000"/>
                </a:solidFill>
                <a:latin typeface="Arial"/>
                <a:ea typeface="DejaVu Sans"/>
              </a:rPr>
              <a:t> </a:t>
            </a:r>
            <a:endParaRPr b="0" lang="en-US" sz="3200" spc="-1" strike="noStrike">
              <a:solidFill>
                <a:srgbClr val="000000"/>
              </a:solidFill>
              <a:latin typeface="Arial"/>
            </a:endParaRPr>
          </a:p>
          <a:p>
            <a:pPr marL="342720" indent="-339840">
              <a:lnSpc>
                <a:spcPct val="80000"/>
              </a:lnSpc>
              <a:spcBef>
                <a:spcPts val="799"/>
              </a:spcBef>
              <a:tabLst>
                <a:tab algn="l" pos="0"/>
              </a:tabLst>
            </a:pP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1136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2022-08-20T05:34:43Z</dcterms:created>
  <dc:creator/>
  <dc:description/>
  <dc:language>en-IN</dc:language>
  <cp:lastModifiedBy/>
  <dcterms:modified xsi:type="dcterms:W3CDTF">2025-11-02T21:03:15Z</dcterms:modified>
  <cp:revision>58</cp:revision>
  <dc:subject/>
  <dc:title>Blue Curve</dc:title>
</cp:coreProperties>
</file>

<file path=docProps/custom.xml><?xml version="1.0" encoding="utf-8"?>
<Properties xmlns="http://schemas.openxmlformats.org/officeDocument/2006/custom-properties" xmlns:vt="http://schemas.openxmlformats.org/officeDocument/2006/docPropsVTypes"/>
</file>